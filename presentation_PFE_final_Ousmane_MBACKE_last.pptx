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7"/>
  </p:notesMasterIdLst>
  <p:sldIdLst>
    <p:sldId id="256" r:id="rId2"/>
    <p:sldId id="257" r:id="rId3"/>
    <p:sldId id="258" r:id="rId4"/>
    <p:sldId id="259" r:id="rId5"/>
    <p:sldId id="295" r:id="rId6"/>
    <p:sldId id="260" r:id="rId7"/>
    <p:sldId id="261" r:id="rId8"/>
    <p:sldId id="298" r:id="rId9"/>
    <p:sldId id="262" r:id="rId10"/>
    <p:sldId id="263" r:id="rId11"/>
    <p:sldId id="299" r:id="rId12"/>
    <p:sldId id="300" r:id="rId13"/>
    <p:sldId id="301" r:id="rId14"/>
    <p:sldId id="303" r:id="rId15"/>
    <p:sldId id="302" r:id="rId16"/>
    <p:sldId id="264" r:id="rId17"/>
    <p:sldId id="304" r:id="rId18"/>
    <p:sldId id="266" r:id="rId19"/>
    <p:sldId id="267" r:id="rId20"/>
    <p:sldId id="268" r:id="rId21"/>
    <p:sldId id="270" r:id="rId22"/>
    <p:sldId id="271" r:id="rId23"/>
    <p:sldId id="272" r:id="rId24"/>
    <p:sldId id="273" r:id="rId25"/>
    <p:sldId id="305" r:id="rId26"/>
    <p:sldId id="277" r:id="rId27"/>
    <p:sldId id="278" r:id="rId28"/>
    <p:sldId id="279" r:id="rId29"/>
    <p:sldId id="280" r:id="rId30"/>
    <p:sldId id="282" r:id="rId31"/>
    <p:sldId id="283" r:id="rId32"/>
    <p:sldId id="287" r:id="rId33"/>
    <p:sldId id="288" r:id="rId34"/>
    <p:sldId id="289" r:id="rId35"/>
    <p:sldId id="290" r:id="rId36"/>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10101"/>
        </a:solidFill>
        <a:effectLst/>
        <a:uFillTx/>
        <a:latin typeface="Source Sans Pro"/>
        <a:ea typeface="Source Sans Pro"/>
        <a:cs typeface="Source Sans Pro"/>
        <a:sym typeface="Source Sans Pro"/>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10101"/>
        </a:solidFill>
        <a:effectLst/>
        <a:uFillTx/>
        <a:latin typeface="Source Sans Pro"/>
        <a:ea typeface="Source Sans Pro"/>
        <a:cs typeface="Source Sans Pro"/>
        <a:sym typeface="Source Sans Pro"/>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10101"/>
        </a:solidFill>
        <a:effectLst/>
        <a:uFillTx/>
        <a:latin typeface="Source Sans Pro"/>
        <a:ea typeface="Source Sans Pro"/>
        <a:cs typeface="Source Sans Pro"/>
        <a:sym typeface="Source Sans Pro"/>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10101"/>
        </a:solidFill>
        <a:effectLst/>
        <a:uFillTx/>
        <a:latin typeface="Source Sans Pro"/>
        <a:ea typeface="Source Sans Pro"/>
        <a:cs typeface="Source Sans Pro"/>
        <a:sym typeface="Source Sans Pro"/>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10101"/>
        </a:solidFill>
        <a:effectLst/>
        <a:uFillTx/>
        <a:latin typeface="Source Sans Pro"/>
        <a:ea typeface="Source Sans Pro"/>
        <a:cs typeface="Source Sans Pro"/>
        <a:sym typeface="Source Sans Pro"/>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10101"/>
        </a:solidFill>
        <a:effectLst/>
        <a:uFillTx/>
        <a:latin typeface="Source Sans Pro"/>
        <a:ea typeface="Source Sans Pro"/>
        <a:cs typeface="Source Sans Pro"/>
        <a:sym typeface="Source Sans Pro"/>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10101"/>
        </a:solidFill>
        <a:effectLst/>
        <a:uFillTx/>
        <a:latin typeface="Source Sans Pro"/>
        <a:ea typeface="Source Sans Pro"/>
        <a:cs typeface="Source Sans Pro"/>
        <a:sym typeface="Source Sans Pro"/>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10101"/>
        </a:solidFill>
        <a:effectLst/>
        <a:uFillTx/>
        <a:latin typeface="Source Sans Pro"/>
        <a:ea typeface="Source Sans Pro"/>
        <a:cs typeface="Source Sans Pro"/>
        <a:sym typeface="Source Sans Pro"/>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10101"/>
        </a:solidFill>
        <a:effectLst/>
        <a:uFillTx/>
        <a:latin typeface="Source Sans Pro"/>
        <a:ea typeface="Source Sans Pro"/>
        <a:cs typeface="Source Sans Pro"/>
        <a:sym typeface="Source Sans Pro"/>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5F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Source Sans Pro"/>
          <a:ea typeface="Source Sans Pro"/>
          <a:cs typeface="Source Sans Pro"/>
        </a:font>
        <a:srgbClr val="010101"/>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1CACA"/>
          </a:solidFill>
        </a:fill>
      </a:tcStyle>
    </a:wholeTbl>
    <a:band2H>
      <a:tcTxStyle/>
      <a:tcStyle>
        <a:tcBdr/>
        <a:fill>
          <a:solidFill>
            <a:srgbClr val="EAE6E7"/>
          </a:solidFill>
        </a:fill>
      </a:tcStyle>
    </a:band2H>
    <a:firstCol>
      <a:tcTxStyle b="on" i="off">
        <a:font>
          <a:latin typeface="Source Sans Pro"/>
          <a:ea typeface="Source Sans Pro"/>
          <a:cs typeface="Source Sans Pro"/>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Source Sans Pro"/>
          <a:ea typeface="Source Sans Pro"/>
          <a:cs typeface="Source Sans Pro"/>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Source Sans Pro"/>
          <a:ea typeface="Source Sans Pro"/>
          <a:cs typeface="Source Sans Pro"/>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
          <a:latin typeface="Source Sans Pro"/>
          <a:ea typeface="Source Sans Pro"/>
          <a:cs typeface="Source Sans Pro"/>
        </a:font>
        <a:srgbClr val="010101"/>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CCDCD"/>
          </a:solidFill>
        </a:fill>
      </a:tcStyle>
    </a:wholeTbl>
    <a:band2H>
      <a:tcTxStyle/>
      <a:tcStyle>
        <a:tcBdr/>
        <a:fill>
          <a:solidFill>
            <a:srgbClr val="E7E7E7"/>
          </a:solidFill>
        </a:fill>
      </a:tcStyle>
    </a:band2H>
    <a:firstCol>
      <a:tcTxStyle b="on" i="off">
        <a:font>
          <a:latin typeface="Source Sans Pro"/>
          <a:ea typeface="Source Sans Pro"/>
          <a:cs typeface="Source Sans Pro"/>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Source Sans Pro"/>
          <a:ea typeface="Source Sans Pro"/>
          <a:cs typeface="Source Sans Pro"/>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Source Sans Pro"/>
          <a:ea typeface="Source Sans Pro"/>
          <a:cs typeface="Source Sans Pro"/>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
          <a:latin typeface="Source Sans Pro"/>
          <a:ea typeface="Source Sans Pro"/>
          <a:cs typeface="Source Sans Pro"/>
        </a:font>
        <a:srgbClr val="010101"/>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7CCDB"/>
          </a:solidFill>
        </a:fill>
      </a:tcStyle>
    </a:wholeTbl>
    <a:band2H>
      <a:tcTxStyle/>
      <a:tcStyle>
        <a:tcBdr/>
        <a:fill>
          <a:solidFill>
            <a:srgbClr val="FBE7EE"/>
          </a:solidFill>
        </a:fill>
      </a:tcStyle>
    </a:band2H>
    <a:firstCol>
      <a:tcTxStyle b="on" i="off">
        <a:font>
          <a:latin typeface="Source Sans Pro"/>
          <a:ea typeface="Source Sans Pro"/>
          <a:cs typeface="Source Sans Pro"/>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Source Sans Pro"/>
          <a:ea typeface="Source Sans Pro"/>
          <a:cs typeface="Source Sans Pro"/>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Source Sans Pro"/>
          <a:ea typeface="Source Sans Pro"/>
          <a:cs typeface="Source Sans Pro"/>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
          <a:latin typeface="Source Sans Pro"/>
          <a:ea typeface="Source Sans Pro"/>
          <a:cs typeface="Source Sans Pro"/>
        </a:font>
        <a:srgbClr val="010101"/>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
          <a:latin typeface="Source Sans Pro"/>
          <a:ea typeface="Source Sans Pro"/>
          <a:cs typeface="Source Sans Pro"/>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Source Sans Pro"/>
          <a:ea typeface="Source Sans Pro"/>
          <a:cs typeface="Source Sans Pro"/>
        </a:font>
        <a:srgbClr val="010101"/>
      </a:tcTxStyle>
      <a:tcStyle>
        <a:tcBdr>
          <a:left>
            <a:ln w="12700" cap="flat">
              <a:noFill/>
              <a:miter lim="400000"/>
            </a:ln>
          </a:left>
          <a:right>
            <a:ln w="12700" cap="flat">
              <a:noFill/>
              <a:miter lim="400000"/>
            </a:ln>
          </a:right>
          <a:top>
            <a:ln w="50800" cap="flat">
              <a:solidFill>
                <a:srgbClr val="010101"/>
              </a:solidFill>
              <a:prstDash val="solid"/>
              <a:round/>
            </a:ln>
          </a:top>
          <a:bottom>
            <a:ln w="25400" cap="flat">
              <a:solidFill>
                <a:srgbClr val="010101"/>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Source Sans Pro"/>
          <a:ea typeface="Source Sans Pro"/>
          <a:cs typeface="Source Sans Pro"/>
        </a:font>
        <a:srgbClr val="FFFFFF"/>
      </a:tcTxStyle>
      <a:tcStyle>
        <a:tcBdr>
          <a:left>
            <a:ln w="12700" cap="flat">
              <a:noFill/>
              <a:miter lim="400000"/>
            </a:ln>
          </a:left>
          <a:right>
            <a:ln w="12700" cap="flat">
              <a:noFill/>
              <a:miter lim="400000"/>
            </a:ln>
          </a:right>
          <a:top>
            <a:ln w="25400" cap="flat">
              <a:solidFill>
                <a:srgbClr val="010101"/>
              </a:solidFill>
              <a:prstDash val="solid"/>
              <a:round/>
            </a:ln>
          </a:top>
          <a:bottom>
            <a:ln w="25400" cap="flat">
              <a:solidFill>
                <a:srgbClr val="010101"/>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Source Sans Pro"/>
          <a:ea typeface="Source Sans Pro"/>
          <a:cs typeface="Source Sans Pro"/>
        </a:font>
        <a:srgbClr val="010101"/>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
          <a:latin typeface="Source Sans Pro"/>
          <a:ea typeface="Source Sans Pro"/>
          <a:cs typeface="Source Sans Pro"/>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10101"/>
          </a:solidFill>
        </a:fill>
      </a:tcStyle>
    </a:firstCol>
    <a:lastRow>
      <a:tcTxStyle b="on" i="off">
        <a:font>
          <a:latin typeface="Source Sans Pro"/>
          <a:ea typeface="Source Sans Pro"/>
          <a:cs typeface="Source Sans Pro"/>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10101"/>
          </a:solidFill>
        </a:fill>
      </a:tcStyle>
    </a:lastRow>
    <a:firstRow>
      <a:tcTxStyle b="on" i="off">
        <a:font>
          <a:latin typeface="Source Sans Pro"/>
          <a:ea typeface="Source Sans Pro"/>
          <a:cs typeface="Source Sans Pro"/>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10101"/>
          </a:solidFill>
        </a:fill>
      </a:tcStyle>
    </a:firstRow>
  </a:tblStyle>
  <a:tblStyle styleId="{2708684C-4D16-4618-839F-0558EEFCDFE6}" styleName="">
    <a:tblBg/>
    <a:wholeTbl>
      <a:tcTxStyle b="off" i="off">
        <a:font>
          <a:latin typeface="Source Sans Pro"/>
          <a:ea typeface="Source Sans Pro"/>
          <a:cs typeface="Source Sans Pro"/>
        </a:font>
        <a:srgbClr val="010101"/>
      </a:tcTxStyle>
      <a:tcStyle>
        <a:tcBdr>
          <a:left>
            <a:ln w="12700" cap="flat">
              <a:solidFill>
                <a:srgbClr val="010101"/>
              </a:solidFill>
              <a:prstDash val="solid"/>
              <a:round/>
            </a:ln>
          </a:left>
          <a:right>
            <a:ln w="12700" cap="flat">
              <a:solidFill>
                <a:srgbClr val="010101"/>
              </a:solidFill>
              <a:prstDash val="solid"/>
              <a:round/>
            </a:ln>
          </a:right>
          <a:top>
            <a:ln w="12700" cap="flat">
              <a:solidFill>
                <a:srgbClr val="010101"/>
              </a:solidFill>
              <a:prstDash val="solid"/>
              <a:round/>
            </a:ln>
          </a:top>
          <a:bottom>
            <a:ln w="12700" cap="flat">
              <a:solidFill>
                <a:srgbClr val="010101"/>
              </a:solidFill>
              <a:prstDash val="solid"/>
              <a:round/>
            </a:ln>
          </a:bottom>
          <a:insideH>
            <a:ln w="12700" cap="flat">
              <a:solidFill>
                <a:srgbClr val="010101"/>
              </a:solidFill>
              <a:prstDash val="solid"/>
              <a:round/>
            </a:ln>
          </a:insideH>
          <a:insideV>
            <a:ln w="12700" cap="flat">
              <a:solidFill>
                <a:srgbClr val="010101"/>
              </a:solidFill>
              <a:prstDash val="solid"/>
              <a:round/>
            </a:ln>
          </a:insideV>
        </a:tcBdr>
        <a:fill>
          <a:solidFill>
            <a:srgbClr val="010101">
              <a:alpha val="20000"/>
            </a:srgbClr>
          </a:solidFill>
        </a:fill>
      </a:tcStyle>
    </a:wholeTbl>
    <a:band2H>
      <a:tcTxStyle/>
      <a:tcStyle>
        <a:tcBdr/>
        <a:fill>
          <a:solidFill>
            <a:srgbClr val="FFFFFF"/>
          </a:solidFill>
        </a:fill>
      </a:tcStyle>
    </a:band2H>
    <a:firstCol>
      <a:tcTxStyle b="on" i="off">
        <a:font>
          <a:latin typeface="Source Sans Pro"/>
          <a:ea typeface="Source Sans Pro"/>
          <a:cs typeface="Source Sans Pro"/>
        </a:font>
        <a:srgbClr val="010101"/>
      </a:tcTxStyle>
      <a:tcStyle>
        <a:tcBdr>
          <a:left>
            <a:ln w="12700" cap="flat">
              <a:solidFill>
                <a:srgbClr val="010101"/>
              </a:solidFill>
              <a:prstDash val="solid"/>
              <a:round/>
            </a:ln>
          </a:left>
          <a:right>
            <a:ln w="12700" cap="flat">
              <a:solidFill>
                <a:srgbClr val="010101"/>
              </a:solidFill>
              <a:prstDash val="solid"/>
              <a:round/>
            </a:ln>
          </a:right>
          <a:top>
            <a:ln w="12700" cap="flat">
              <a:solidFill>
                <a:srgbClr val="010101"/>
              </a:solidFill>
              <a:prstDash val="solid"/>
              <a:round/>
            </a:ln>
          </a:top>
          <a:bottom>
            <a:ln w="12700" cap="flat">
              <a:solidFill>
                <a:srgbClr val="010101"/>
              </a:solidFill>
              <a:prstDash val="solid"/>
              <a:round/>
            </a:ln>
          </a:bottom>
          <a:insideH>
            <a:ln w="12700" cap="flat">
              <a:solidFill>
                <a:srgbClr val="010101"/>
              </a:solidFill>
              <a:prstDash val="solid"/>
              <a:round/>
            </a:ln>
          </a:insideH>
          <a:insideV>
            <a:ln w="12700" cap="flat">
              <a:solidFill>
                <a:srgbClr val="010101"/>
              </a:solidFill>
              <a:prstDash val="solid"/>
              <a:round/>
            </a:ln>
          </a:insideV>
        </a:tcBdr>
        <a:fill>
          <a:solidFill>
            <a:srgbClr val="010101">
              <a:alpha val="20000"/>
            </a:srgbClr>
          </a:solidFill>
        </a:fill>
      </a:tcStyle>
    </a:firstCol>
    <a:lastRow>
      <a:tcTxStyle b="on" i="off">
        <a:font>
          <a:latin typeface="Source Sans Pro"/>
          <a:ea typeface="Source Sans Pro"/>
          <a:cs typeface="Source Sans Pro"/>
        </a:font>
        <a:srgbClr val="010101"/>
      </a:tcTxStyle>
      <a:tcStyle>
        <a:tcBdr>
          <a:left>
            <a:ln w="12700" cap="flat">
              <a:solidFill>
                <a:srgbClr val="010101"/>
              </a:solidFill>
              <a:prstDash val="solid"/>
              <a:round/>
            </a:ln>
          </a:left>
          <a:right>
            <a:ln w="12700" cap="flat">
              <a:solidFill>
                <a:srgbClr val="010101"/>
              </a:solidFill>
              <a:prstDash val="solid"/>
              <a:round/>
            </a:ln>
          </a:right>
          <a:top>
            <a:ln w="50800" cap="flat">
              <a:solidFill>
                <a:srgbClr val="010101"/>
              </a:solidFill>
              <a:prstDash val="solid"/>
              <a:round/>
            </a:ln>
          </a:top>
          <a:bottom>
            <a:ln w="12700" cap="flat">
              <a:solidFill>
                <a:srgbClr val="010101"/>
              </a:solidFill>
              <a:prstDash val="solid"/>
              <a:round/>
            </a:ln>
          </a:bottom>
          <a:insideH>
            <a:ln w="12700" cap="flat">
              <a:solidFill>
                <a:srgbClr val="010101"/>
              </a:solidFill>
              <a:prstDash val="solid"/>
              <a:round/>
            </a:ln>
          </a:insideH>
          <a:insideV>
            <a:ln w="12700" cap="flat">
              <a:solidFill>
                <a:srgbClr val="010101"/>
              </a:solidFill>
              <a:prstDash val="solid"/>
              <a:round/>
            </a:ln>
          </a:insideV>
        </a:tcBdr>
        <a:fill>
          <a:noFill/>
        </a:fill>
      </a:tcStyle>
    </a:lastRow>
    <a:firstRow>
      <a:tcTxStyle b="on" i="off">
        <a:font>
          <a:latin typeface="Source Sans Pro"/>
          <a:ea typeface="Source Sans Pro"/>
          <a:cs typeface="Source Sans Pro"/>
        </a:font>
        <a:srgbClr val="010101"/>
      </a:tcTxStyle>
      <a:tcStyle>
        <a:tcBdr>
          <a:left>
            <a:ln w="12700" cap="flat">
              <a:solidFill>
                <a:srgbClr val="010101"/>
              </a:solidFill>
              <a:prstDash val="solid"/>
              <a:round/>
            </a:ln>
          </a:left>
          <a:right>
            <a:ln w="12700" cap="flat">
              <a:solidFill>
                <a:srgbClr val="010101"/>
              </a:solidFill>
              <a:prstDash val="solid"/>
              <a:round/>
            </a:ln>
          </a:right>
          <a:top>
            <a:ln w="12700" cap="flat">
              <a:solidFill>
                <a:srgbClr val="010101"/>
              </a:solidFill>
              <a:prstDash val="solid"/>
              <a:round/>
            </a:ln>
          </a:top>
          <a:bottom>
            <a:ln w="25400" cap="flat">
              <a:solidFill>
                <a:srgbClr val="010101"/>
              </a:solidFill>
              <a:prstDash val="solid"/>
              <a:round/>
            </a:ln>
          </a:bottom>
          <a:insideH>
            <a:ln w="12700" cap="flat">
              <a:solidFill>
                <a:srgbClr val="010101"/>
              </a:solidFill>
              <a:prstDash val="solid"/>
              <a:round/>
            </a:ln>
          </a:insideH>
          <a:insideV>
            <a:ln w="12700" cap="flat">
              <a:solidFill>
                <a:srgbClr val="010101"/>
              </a:solidFill>
              <a:prstDash val="solid"/>
              <a:round/>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27"/>
    <p:restoredTop sz="81824"/>
  </p:normalViewPr>
  <p:slideViewPr>
    <p:cSldViewPr snapToGrid="0" snapToObjects="1">
      <p:cViewPr varScale="1">
        <p:scale>
          <a:sx n="106" d="100"/>
          <a:sy n="106" d="100"/>
        </p:scale>
        <p:origin x="1144" y="176"/>
      </p:cViewPr>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46" name="Shape 246"/>
          <p:cNvSpPr>
            <a:spLocks noGrp="1" noRot="1" noChangeAspect="1"/>
          </p:cNvSpPr>
          <p:nvPr>
            <p:ph type="sldImg"/>
          </p:nvPr>
        </p:nvSpPr>
        <p:spPr>
          <a:xfrm>
            <a:off x="1143000" y="685800"/>
            <a:ext cx="4572000" cy="3429000"/>
          </a:xfrm>
          <a:prstGeom prst="rect">
            <a:avLst/>
          </a:prstGeom>
        </p:spPr>
        <p:txBody>
          <a:bodyPr/>
          <a:lstStyle/>
          <a:p>
            <a:endParaRPr/>
          </a:p>
        </p:txBody>
      </p:sp>
      <p:sp>
        <p:nvSpPr>
          <p:cNvPr id="247" name="Shape 247"/>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 name="Shape 261"/>
          <p:cNvSpPr>
            <a:spLocks noGrp="1" noRot="1" noChangeAspect="1"/>
          </p:cNvSpPr>
          <p:nvPr>
            <p:ph type="sldImg"/>
          </p:nvPr>
        </p:nvSpPr>
        <p:spPr>
          <a:xfrm>
            <a:off x="381000" y="685800"/>
            <a:ext cx="6096000" cy="3429000"/>
          </a:xfrm>
          <a:prstGeom prst="rect">
            <a:avLst/>
          </a:prstGeom>
        </p:spPr>
        <p:txBody>
          <a:bodyPr/>
          <a:lstStyle/>
          <a:p>
            <a:endParaRPr/>
          </a:p>
        </p:txBody>
      </p:sp>
      <p:sp>
        <p:nvSpPr>
          <p:cNvPr id="262" name="Shape 262"/>
          <p:cNvSpPr>
            <a:spLocks noGrp="1"/>
          </p:cNvSpPr>
          <p:nvPr>
            <p:ph type="body" sz="quarter" idx="1"/>
          </p:nvPr>
        </p:nvSpPr>
        <p:spPr>
          <a:prstGeom prst="rect">
            <a:avLst/>
          </a:prstGeom>
        </p:spPr>
        <p:txBody>
          <a:bodyPr/>
          <a:lstStyle/>
          <a:p>
            <a:endParaRPr dirty="0"/>
          </a:p>
          <a:p>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 name="Shape 310"/>
          <p:cNvSpPr>
            <a:spLocks noGrp="1" noRot="1" noChangeAspect="1"/>
          </p:cNvSpPr>
          <p:nvPr>
            <p:ph type="sldImg"/>
          </p:nvPr>
        </p:nvSpPr>
        <p:spPr>
          <a:xfrm>
            <a:off x="381000" y="685800"/>
            <a:ext cx="6096000" cy="3429000"/>
          </a:xfrm>
          <a:prstGeom prst="rect">
            <a:avLst/>
          </a:prstGeom>
        </p:spPr>
        <p:txBody>
          <a:bodyPr/>
          <a:lstStyle/>
          <a:p>
            <a:endParaRPr/>
          </a:p>
        </p:txBody>
      </p:sp>
      <p:sp>
        <p:nvSpPr>
          <p:cNvPr id="311" name="Shape 311"/>
          <p:cNvSpPr>
            <a:spLocks noGrp="1"/>
          </p:cNvSpPr>
          <p:nvPr>
            <p:ph type="body" sz="quarter" idx="1"/>
          </p:nvPr>
        </p:nvSpPr>
        <p:spPr>
          <a:prstGeom prst="rect">
            <a:avLst/>
          </a:prstGeom>
        </p:spPr>
        <p:txBody>
          <a:bodyPr/>
          <a:lstStyle/>
          <a:p>
            <a:pPr algn="l" rtl="0" latinLnBrk="0"/>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 name="Shape 321"/>
          <p:cNvSpPr>
            <a:spLocks noGrp="1" noRot="1" noChangeAspect="1"/>
          </p:cNvSpPr>
          <p:nvPr>
            <p:ph type="sldImg"/>
          </p:nvPr>
        </p:nvSpPr>
        <p:spPr>
          <a:xfrm>
            <a:off x="381000" y="685800"/>
            <a:ext cx="6096000" cy="3429000"/>
          </a:xfrm>
          <a:prstGeom prst="rect">
            <a:avLst/>
          </a:prstGeom>
        </p:spPr>
        <p:txBody>
          <a:bodyPr/>
          <a:lstStyle/>
          <a:p>
            <a:endParaRPr/>
          </a:p>
        </p:txBody>
      </p:sp>
      <p:sp>
        <p:nvSpPr>
          <p:cNvPr id="322" name="Shape 322"/>
          <p:cNvSpPr>
            <a:spLocks noGrp="1"/>
          </p:cNvSpPr>
          <p:nvPr>
            <p:ph type="body" sz="quarter" idx="1"/>
          </p:nvPr>
        </p:nvSpPr>
        <p:spPr>
          <a:prstGeom prst="rect">
            <a:avLst/>
          </a:prstGeom>
        </p:spPr>
        <p:txBody>
          <a:bodyPr/>
          <a:lstStyle/>
          <a:p>
            <a:endParaRPr dirty="0"/>
          </a:p>
          <a:p>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 name="Shape 330"/>
          <p:cNvSpPr>
            <a:spLocks noGrp="1" noRot="1" noChangeAspect="1"/>
          </p:cNvSpPr>
          <p:nvPr>
            <p:ph type="sldImg"/>
          </p:nvPr>
        </p:nvSpPr>
        <p:spPr>
          <a:xfrm>
            <a:off x="381000" y="685800"/>
            <a:ext cx="6096000" cy="3429000"/>
          </a:xfrm>
          <a:prstGeom prst="rect">
            <a:avLst/>
          </a:prstGeom>
        </p:spPr>
        <p:txBody>
          <a:bodyPr/>
          <a:lstStyle/>
          <a:p>
            <a:endParaRPr/>
          </a:p>
        </p:txBody>
      </p:sp>
      <p:sp>
        <p:nvSpPr>
          <p:cNvPr id="331" name="Shape 331"/>
          <p:cNvSpPr>
            <a:spLocks noGrp="1"/>
          </p:cNvSpPr>
          <p:nvPr>
            <p:ph type="body" sz="quarter" idx="1"/>
          </p:nvPr>
        </p:nvSpPr>
        <p:spPr>
          <a:prstGeom prst="rect">
            <a:avLst/>
          </a:prstGeom>
        </p:spPr>
        <p:txBody>
          <a:bodyPr/>
          <a:lstStyle/>
          <a:p>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Shape 414"/>
          <p:cNvSpPr>
            <a:spLocks noGrp="1" noRot="1" noChangeAspect="1"/>
          </p:cNvSpPr>
          <p:nvPr>
            <p:ph type="sldImg"/>
          </p:nvPr>
        </p:nvSpPr>
        <p:spPr>
          <a:xfrm>
            <a:off x="381000" y="685800"/>
            <a:ext cx="6096000" cy="3429000"/>
          </a:xfrm>
          <a:prstGeom prst="rect">
            <a:avLst/>
          </a:prstGeom>
        </p:spPr>
        <p:txBody>
          <a:bodyPr/>
          <a:lstStyle/>
          <a:p>
            <a:endParaRPr/>
          </a:p>
        </p:txBody>
      </p:sp>
      <p:sp>
        <p:nvSpPr>
          <p:cNvPr id="415" name="Shape 415"/>
          <p:cNvSpPr>
            <a:spLocks noGrp="1"/>
          </p:cNvSpPr>
          <p:nvPr>
            <p:ph type="body" sz="quarter" idx="1"/>
          </p:nvPr>
        </p:nvSpPr>
        <p:spPr>
          <a:prstGeom prst="rect">
            <a:avLst/>
          </a:prstGeom>
        </p:spPr>
        <p:txBody>
          <a:bodyPr/>
          <a:lstStyle/>
          <a:p>
            <a:endParaRPr dirty="0"/>
          </a:p>
          <a:p>
            <a:endParaRPr dirty="0"/>
          </a:p>
        </p:txBody>
      </p:sp>
    </p:spTree>
    <p:extLst>
      <p:ext uri="{BB962C8B-B14F-4D97-AF65-F5344CB8AC3E}">
        <p14:creationId xmlns:p14="http://schemas.microsoft.com/office/powerpoint/2010/main" val="17636096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0" name="Shape 370"/>
          <p:cNvSpPr>
            <a:spLocks noGrp="1" noRot="1" noChangeAspect="1"/>
          </p:cNvSpPr>
          <p:nvPr>
            <p:ph type="sldImg"/>
          </p:nvPr>
        </p:nvSpPr>
        <p:spPr>
          <a:xfrm>
            <a:off x="381000" y="685800"/>
            <a:ext cx="6096000" cy="3429000"/>
          </a:xfrm>
          <a:prstGeom prst="rect">
            <a:avLst/>
          </a:prstGeom>
        </p:spPr>
        <p:txBody>
          <a:bodyPr/>
          <a:lstStyle/>
          <a:p>
            <a:endParaRPr/>
          </a:p>
        </p:txBody>
      </p:sp>
      <p:sp>
        <p:nvSpPr>
          <p:cNvPr id="371" name="Shape 371"/>
          <p:cNvSpPr>
            <a:spLocks noGrp="1"/>
          </p:cNvSpPr>
          <p:nvPr>
            <p:ph type="body" sz="quarter" idx="1"/>
          </p:nvPr>
        </p:nvSpPr>
        <p:spPr>
          <a:prstGeom prst="rect">
            <a:avLst/>
          </a:prstGeom>
        </p:spPr>
        <p:txBody>
          <a:bodyPr/>
          <a:lstStyle/>
          <a:p>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Shape 414"/>
          <p:cNvSpPr>
            <a:spLocks noGrp="1" noRot="1" noChangeAspect="1"/>
          </p:cNvSpPr>
          <p:nvPr>
            <p:ph type="sldImg"/>
          </p:nvPr>
        </p:nvSpPr>
        <p:spPr>
          <a:xfrm>
            <a:off x="381000" y="685800"/>
            <a:ext cx="6096000" cy="3429000"/>
          </a:xfrm>
          <a:prstGeom prst="rect">
            <a:avLst/>
          </a:prstGeom>
        </p:spPr>
        <p:txBody>
          <a:bodyPr/>
          <a:lstStyle/>
          <a:p>
            <a:endParaRPr/>
          </a:p>
        </p:txBody>
      </p:sp>
      <p:sp>
        <p:nvSpPr>
          <p:cNvPr id="415" name="Shape 415"/>
          <p:cNvSpPr>
            <a:spLocks noGrp="1"/>
          </p:cNvSpPr>
          <p:nvPr>
            <p:ph type="body" sz="quarter" idx="1"/>
          </p:nvPr>
        </p:nvSpPr>
        <p:spPr>
          <a:prstGeom prst="rect">
            <a:avLst/>
          </a:prstGeom>
        </p:spPr>
        <p:txBody>
          <a:bodyPr/>
          <a:lstStyle/>
          <a:p>
            <a:endParaRPr dirty="0"/>
          </a:p>
          <a:p>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 name="Shape 460"/>
          <p:cNvSpPr>
            <a:spLocks noGrp="1" noRot="1" noChangeAspect="1"/>
          </p:cNvSpPr>
          <p:nvPr>
            <p:ph type="sldImg"/>
          </p:nvPr>
        </p:nvSpPr>
        <p:spPr>
          <a:xfrm>
            <a:off x="381000" y="685800"/>
            <a:ext cx="6096000" cy="3429000"/>
          </a:xfrm>
          <a:prstGeom prst="rect">
            <a:avLst/>
          </a:prstGeom>
        </p:spPr>
        <p:txBody>
          <a:bodyPr/>
          <a:lstStyle/>
          <a:p>
            <a:endParaRPr/>
          </a:p>
        </p:txBody>
      </p:sp>
      <p:sp>
        <p:nvSpPr>
          <p:cNvPr id="461" name="Shape 461"/>
          <p:cNvSpPr>
            <a:spLocks noGrp="1"/>
          </p:cNvSpPr>
          <p:nvPr>
            <p:ph type="body" sz="quarter" idx="1"/>
          </p:nvPr>
        </p:nvSpPr>
        <p:spPr>
          <a:prstGeom prst="rect">
            <a:avLst/>
          </a:prstGeom>
        </p:spPr>
        <p:txBody>
          <a:bodyPr/>
          <a:lstStyle/>
          <a:p>
            <a:pPr algn="l" rtl="0" latinLnBrk="0"/>
            <a:endParaRPr dirty="0"/>
          </a:p>
        </p:txBody>
      </p:sp>
    </p:spTree>
    <p:extLst>
      <p:ext uri="{BB962C8B-B14F-4D97-AF65-F5344CB8AC3E}">
        <p14:creationId xmlns:p14="http://schemas.microsoft.com/office/powerpoint/2010/main" val="39920211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 name="Shape 460"/>
          <p:cNvSpPr>
            <a:spLocks noGrp="1" noRot="1" noChangeAspect="1"/>
          </p:cNvSpPr>
          <p:nvPr>
            <p:ph type="sldImg"/>
          </p:nvPr>
        </p:nvSpPr>
        <p:spPr>
          <a:xfrm>
            <a:off x="381000" y="685800"/>
            <a:ext cx="6096000" cy="3429000"/>
          </a:xfrm>
          <a:prstGeom prst="rect">
            <a:avLst/>
          </a:prstGeom>
        </p:spPr>
        <p:txBody>
          <a:bodyPr/>
          <a:lstStyle/>
          <a:p>
            <a:endParaRPr/>
          </a:p>
        </p:txBody>
      </p:sp>
      <p:sp>
        <p:nvSpPr>
          <p:cNvPr id="461" name="Shape 461"/>
          <p:cNvSpPr>
            <a:spLocks noGrp="1"/>
          </p:cNvSpPr>
          <p:nvPr>
            <p:ph type="body" sz="quarter" idx="1"/>
          </p:nvPr>
        </p:nvSpPr>
        <p:spPr>
          <a:prstGeom prst="rect">
            <a:avLst/>
          </a:prstGeom>
        </p:spPr>
        <p:txBody>
          <a:bodyPr/>
          <a:lstStyle/>
          <a:p>
            <a:pPr algn="l" rtl="0" latinLnBrk="0"/>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3" name="Shape 493"/>
          <p:cNvSpPr>
            <a:spLocks noGrp="1" noRot="1" noChangeAspect="1"/>
          </p:cNvSpPr>
          <p:nvPr>
            <p:ph type="sldImg"/>
          </p:nvPr>
        </p:nvSpPr>
        <p:spPr>
          <a:xfrm>
            <a:off x="381000" y="685800"/>
            <a:ext cx="6096000" cy="3429000"/>
          </a:xfrm>
          <a:prstGeom prst="rect">
            <a:avLst/>
          </a:prstGeom>
        </p:spPr>
        <p:txBody>
          <a:bodyPr/>
          <a:lstStyle/>
          <a:p>
            <a:endParaRPr/>
          </a:p>
        </p:txBody>
      </p:sp>
      <p:sp>
        <p:nvSpPr>
          <p:cNvPr id="494" name="Shape 494"/>
          <p:cNvSpPr>
            <a:spLocks noGrp="1"/>
          </p:cNvSpPr>
          <p:nvPr>
            <p:ph type="body" sz="quarter" idx="1"/>
          </p:nvPr>
        </p:nvSpPr>
        <p:spPr>
          <a:prstGeom prst="rect">
            <a:avLst/>
          </a:prstGeom>
        </p:spPr>
        <p:txBody>
          <a:bodyPr/>
          <a:lstStyle/>
          <a:p>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 name="Shape 460"/>
          <p:cNvSpPr>
            <a:spLocks noGrp="1" noRot="1" noChangeAspect="1"/>
          </p:cNvSpPr>
          <p:nvPr>
            <p:ph type="sldImg"/>
          </p:nvPr>
        </p:nvSpPr>
        <p:spPr>
          <a:xfrm>
            <a:off x="381000" y="685800"/>
            <a:ext cx="6096000" cy="3429000"/>
          </a:xfrm>
          <a:prstGeom prst="rect">
            <a:avLst/>
          </a:prstGeom>
        </p:spPr>
        <p:txBody>
          <a:bodyPr/>
          <a:lstStyle/>
          <a:p>
            <a:endParaRPr/>
          </a:p>
        </p:txBody>
      </p:sp>
      <p:sp>
        <p:nvSpPr>
          <p:cNvPr id="461" name="Shape 461"/>
          <p:cNvSpPr>
            <a:spLocks noGrp="1"/>
          </p:cNvSpPr>
          <p:nvPr>
            <p:ph type="body" sz="quarter" idx="1"/>
          </p:nvPr>
        </p:nvSpPr>
        <p:spPr>
          <a:prstGeom prst="rect">
            <a:avLst/>
          </a:prstGeom>
        </p:spPr>
        <p:txBody>
          <a:bodyPr/>
          <a:lstStyle/>
          <a:p>
            <a:pPr algn="l" rtl="0" latinLnBrk="0"/>
            <a:endParaRPr dirty="0"/>
          </a:p>
        </p:txBody>
      </p:sp>
    </p:spTree>
    <p:extLst>
      <p:ext uri="{BB962C8B-B14F-4D97-AF65-F5344CB8AC3E}">
        <p14:creationId xmlns:p14="http://schemas.microsoft.com/office/powerpoint/2010/main" val="15720297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 name="Shape 460"/>
          <p:cNvSpPr>
            <a:spLocks noGrp="1" noRot="1" noChangeAspect="1"/>
          </p:cNvSpPr>
          <p:nvPr>
            <p:ph type="sldImg"/>
          </p:nvPr>
        </p:nvSpPr>
        <p:spPr>
          <a:xfrm>
            <a:off x="381000" y="685800"/>
            <a:ext cx="6096000" cy="3429000"/>
          </a:xfrm>
          <a:prstGeom prst="rect">
            <a:avLst/>
          </a:prstGeom>
        </p:spPr>
        <p:txBody>
          <a:bodyPr/>
          <a:lstStyle/>
          <a:p>
            <a:endParaRPr/>
          </a:p>
        </p:txBody>
      </p:sp>
      <p:sp>
        <p:nvSpPr>
          <p:cNvPr id="461" name="Shape 461"/>
          <p:cNvSpPr>
            <a:spLocks noGrp="1"/>
          </p:cNvSpPr>
          <p:nvPr>
            <p:ph type="body" sz="quarter" idx="1"/>
          </p:nvPr>
        </p:nvSpPr>
        <p:spPr>
          <a:prstGeom prst="rect">
            <a:avLst/>
          </a:prstGeom>
        </p:spPr>
        <p:txBody>
          <a:bodyPr/>
          <a:lstStyle/>
          <a:p>
            <a:pPr algn="l" rtl="0" latinLnBrk="0"/>
            <a:endParaRPr dirty="0"/>
          </a:p>
        </p:txBody>
      </p:sp>
    </p:spTree>
    <p:extLst>
      <p:ext uri="{BB962C8B-B14F-4D97-AF65-F5344CB8AC3E}">
        <p14:creationId xmlns:p14="http://schemas.microsoft.com/office/powerpoint/2010/main" val="5940685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3" name="Shape 493"/>
          <p:cNvSpPr>
            <a:spLocks noGrp="1" noRot="1" noChangeAspect="1"/>
          </p:cNvSpPr>
          <p:nvPr>
            <p:ph type="sldImg"/>
          </p:nvPr>
        </p:nvSpPr>
        <p:spPr>
          <a:xfrm>
            <a:off x="381000" y="685800"/>
            <a:ext cx="6096000" cy="3429000"/>
          </a:xfrm>
          <a:prstGeom prst="rect">
            <a:avLst/>
          </a:prstGeom>
        </p:spPr>
        <p:txBody>
          <a:bodyPr/>
          <a:lstStyle/>
          <a:p>
            <a:endParaRPr/>
          </a:p>
        </p:txBody>
      </p:sp>
      <p:sp>
        <p:nvSpPr>
          <p:cNvPr id="494" name="Shape 494"/>
          <p:cNvSpPr>
            <a:spLocks noGrp="1"/>
          </p:cNvSpPr>
          <p:nvPr>
            <p:ph type="body" sz="quarter" idx="1"/>
          </p:nvPr>
        </p:nvSpPr>
        <p:spPr>
          <a:prstGeom prst="rect">
            <a:avLst/>
          </a:prstGeom>
        </p:spPr>
        <p:txBody>
          <a:bodyPr/>
          <a:lstStyle/>
          <a:p>
            <a:endParaRPr dirty="0"/>
          </a:p>
        </p:txBody>
      </p:sp>
    </p:spTree>
    <p:extLst>
      <p:ext uri="{BB962C8B-B14F-4D97-AF65-F5344CB8AC3E}">
        <p14:creationId xmlns:p14="http://schemas.microsoft.com/office/powerpoint/2010/main" val="22134349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3" name="Shape 493"/>
          <p:cNvSpPr>
            <a:spLocks noGrp="1" noRot="1" noChangeAspect="1"/>
          </p:cNvSpPr>
          <p:nvPr>
            <p:ph type="sldImg"/>
          </p:nvPr>
        </p:nvSpPr>
        <p:spPr>
          <a:xfrm>
            <a:off x="381000" y="685800"/>
            <a:ext cx="6096000" cy="3429000"/>
          </a:xfrm>
          <a:prstGeom prst="rect">
            <a:avLst/>
          </a:prstGeom>
        </p:spPr>
        <p:txBody>
          <a:bodyPr/>
          <a:lstStyle/>
          <a:p>
            <a:endParaRPr/>
          </a:p>
        </p:txBody>
      </p:sp>
      <p:sp>
        <p:nvSpPr>
          <p:cNvPr id="494" name="Shape 494"/>
          <p:cNvSpPr>
            <a:spLocks noGrp="1"/>
          </p:cNvSpPr>
          <p:nvPr>
            <p:ph type="body" sz="quarter" idx="1"/>
          </p:nvPr>
        </p:nvSpPr>
        <p:spPr>
          <a:prstGeom prst="rect">
            <a:avLst/>
          </a:prstGeom>
        </p:spPr>
        <p:txBody>
          <a:bodyPr/>
          <a:lstStyle/>
          <a:p>
            <a:endParaRPr dirty="0"/>
          </a:p>
        </p:txBody>
      </p:sp>
    </p:spTree>
    <p:extLst>
      <p:ext uri="{BB962C8B-B14F-4D97-AF65-F5344CB8AC3E}">
        <p14:creationId xmlns:p14="http://schemas.microsoft.com/office/powerpoint/2010/main" val="35320809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3" name="Shape 493"/>
          <p:cNvSpPr>
            <a:spLocks noGrp="1" noRot="1" noChangeAspect="1"/>
          </p:cNvSpPr>
          <p:nvPr>
            <p:ph type="sldImg"/>
          </p:nvPr>
        </p:nvSpPr>
        <p:spPr>
          <a:xfrm>
            <a:off x="381000" y="685800"/>
            <a:ext cx="6096000" cy="3429000"/>
          </a:xfrm>
          <a:prstGeom prst="rect">
            <a:avLst/>
          </a:prstGeom>
        </p:spPr>
        <p:txBody>
          <a:bodyPr/>
          <a:lstStyle/>
          <a:p>
            <a:endParaRPr/>
          </a:p>
        </p:txBody>
      </p:sp>
      <p:sp>
        <p:nvSpPr>
          <p:cNvPr id="494" name="Shape 494"/>
          <p:cNvSpPr>
            <a:spLocks noGrp="1"/>
          </p:cNvSpPr>
          <p:nvPr>
            <p:ph type="body" sz="quarter" idx="1"/>
          </p:nvPr>
        </p:nvSpPr>
        <p:spPr>
          <a:prstGeom prst="rect">
            <a:avLst/>
          </a:prstGeom>
        </p:spPr>
        <p:txBody>
          <a:bodyPr/>
          <a:lstStyle/>
          <a:p>
            <a:pPr algn="l" rtl="0" latinLnBrk="0"/>
            <a:endParaRPr dirty="0"/>
          </a:p>
        </p:txBody>
      </p:sp>
    </p:spTree>
    <p:extLst>
      <p:ext uri="{BB962C8B-B14F-4D97-AF65-F5344CB8AC3E}">
        <p14:creationId xmlns:p14="http://schemas.microsoft.com/office/powerpoint/2010/main" val="9639475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3" name="Shape 523"/>
          <p:cNvSpPr>
            <a:spLocks noGrp="1" noRot="1" noChangeAspect="1"/>
          </p:cNvSpPr>
          <p:nvPr>
            <p:ph type="sldImg"/>
          </p:nvPr>
        </p:nvSpPr>
        <p:spPr>
          <a:xfrm>
            <a:off x="381000" y="685800"/>
            <a:ext cx="6096000" cy="3429000"/>
          </a:xfrm>
          <a:prstGeom prst="rect">
            <a:avLst/>
          </a:prstGeom>
        </p:spPr>
        <p:txBody>
          <a:bodyPr/>
          <a:lstStyle/>
          <a:p>
            <a:endParaRPr/>
          </a:p>
        </p:txBody>
      </p:sp>
      <p:sp>
        <p:nvSpPr>
          <p:cNvPr id="524" name="Shape 524"/>
          <p:cNvSpPr>
            <a:spLocks noGrp="1"/>
          </p:cNvSpPr>
          <p:nvPr>
            <p:ph type="body" sz="quarter" idx="1"/>
          </p:nvPr>
        </p:nvSpPr>
        <p:spPr>
          <a:prstGeom prst="rect">
            <a:avLst/>
          </a:prstGeom>
        </p:spPr>
        <p:txBody>
          <a:bodyPr/>
          <a:lstStyle/>
          <a:p>
            <a:endParaRP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3" name="Shape 523"/>
          <p:cNvSpPr>
            <a:spLocks noGrp="1" noRot="1" noChangeAspect="1"/>
          </p:cNvSpPr>
          <p:nvPr>
            <p:ph type="sldImg"/>
          </p:nvPr>
        </p:nvSpPr>
        <p:spPr>
          <a:xfrm>
            <a:off x="381000" y="685800"/>
            <a:ext cx="6096000" cy="3429000"/>
          </a:xfrm>
          <a:prstGeom prst="rect">
            <a:avLst/>
          </a:prstGeom>
        </p:spPr>
        <p:txBody>
          <a:bodyPr/>
          <a:lstStyle/>
          <a:p>
            <a:endParaRPr/>
          </a:p>
        </p:txBody>
      </p:sp>
      <p:sp>
        <p:nvSpPr>
          <p:cNvPr id="524" name="Shape 524"/>
          <p:cNvSpPr>
            <a:spLocks noGrp="1"/>
          </p:cNvSpPr>
          <p:nvPr>
            <p:ph type="body" sz="quarter" idx="1"/>
          </p:nvPr>
        </p:nvSpPr>
        <p:spPr>
          <a:prstGeom prst="rect">
            <a:avLst/>
          </a:prstGeom>
        </p:spPr>
        <p:txBody>
          <a:bodyPr/>
          <a:lstStyle/>
          <a:p>
            <a:endParaRPr dirty="0"/>
          </a:p>
        </p:txBody>
      </p:sp>
    </p:spTree>
    <p:extLst>
      <p:ext uri="{BB962C8B-B14F-4D97-AF65-F5344CB8AC3E}">
        <p14:creationId xmlns:p14="http://schemas.microsoft.com/office/powerpoint/2010/main" val="15577393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8" name="Shape 568"/>
          <p:cNvSpPr>
            <a:spLocks noGrp="1" noRot="1" noChangeAspect="1"/>
          </p:cNvSpPr>
          <p:nvPr>
            <p:ph type="sldImg"/>
          </p:nvPr>
        </p:nvSpPr>
        <p:spPr>
          <a:xfrm>
            <a:off x="381000" y="685800"/>
            <a:ext cx="6096000" cy="3429000"/>
          </a:xfrm>
          <a:prstGeom prst="rect">
            <a:avLst/>
          </a:prstGeom>
        </p:spPr>
        <p:txBody>
          <a:bodyPr/>
          <a:lstStyle/>
          <a:p>
            <a:endParaRPr/>
          </a:p>
        </p:txBody>
      </p:sp>
      <p:sp>
        <p:nvSpPr>
          <p:cNvPr id="569" name="Shape 569"/>
          <p:cNvSpPr>
            <a:spLocks noGrp="1"/>
          </p:cNvSpPr>
          <p:nvPr>
            <p:ph type="body" sz="quarter" idx="1"/>
          </p:nvPr>
        </p:nvSpPr>
        <p:spPr>
          <a:prstGeom prst="rect">
            <a:avLst/>
          </a:prstGeom>
        </p:spPr>
        <p:txBody>
          <a:bodyPr/>
          <a:lstStyle/>
          <a:p>
            <a:r>
              <a:rPr dirty="0"/>
              <a:t>La </a:t>
            </a:r>
            <a:r>
              <a:rPr dirty="0" err="1"/>
              <a:t>conduite</a:t>
            </a:r>
            <a:r>
              <a:rPr dirty="0"/>
              <a:t> du </a:t>
            </a:r>
            <a:r>
              <a:rPr dirty="0" err="1"/>
              <a:t>projet</a:t>
            </a:r>
            <a:r>
              <a:rPr dirty="0"/>
              <a:t> </a:t>
            </a:r>
            <a:r>
              <a:rPr dirty="0" err="1"/>
              <a:t>est</a:t>
            </a:r>
            <a:r>
              <a:rPr dirty="0"/>
              <a:t> </a:t>
            </a:r>
            <a:r>
              <a:rPr dirty="0" err="1"/>
              <a:t>une</a:t>
            </a:r>
            <a:r>
              <a:rPr dirty="0"/>
              <a:t> démarche qui a pour but </a:t>
            </a:r>
            <a:r>
              <a:rPr dirty="0" err="1"/>
              <a:t>d'optimiser</a:t>
            </a:r>
            <a:r>
              <a:rPr dirty="0"/>
              <a:t> et </a:t>
            </a:r>
            <a:r>
              <a:rPr dirty="0" err="1"/>
              <a:t>d’assurer</a:t>
            </a:r>
            <a:r>
              <a:rPr dirty="0"/>
              <a:t> le bon </a:t>
            </a:r>
            <a:r>
              <a:rPr dirty="0" err="1"/>
              <a:t>déroulement</a:t>
            </a:r>
            <a:r>
              <a:rPr dirty="0"/>
              <a:t> d’un </a:t>
            </a:r>
            <a:r>
              <a:rPr dirty="0" err="1"/>
              <a:t>projet</a:t>
            </a:r>
            <a:r>
              <a:rPr dirty="0"/>
              <a:t>. </a:t>
            </a:r>
          </a:p>
          <a:p>
            <a:r>
              <a:rPr dirty="0"/>
              <a:t>Dans </a:t>
            </a:r>
            <a:r>
              <a:rPr dirty="0" err="1"/>
              <a:t>ce</a:t>
            </a:r>
            <a:r>
              <a:rPr dirty="0"/>
              <a:t> </a:t>
            </a:r>
            <a:r>
              <a:rPr dirty="0" err="1"/>
              <a:t>sens</a:t>
            </a:r>
            <a:r>
              <a:rPr dirty="0"/>
              <a:t>, il </a:t>
            </a:r>
            <a:r>
              <a:rPr dirty="0" err="1"/>
              <a:t>faudra</a:t>
            </a:r>
            <a:r>
              <a:rPr dirty="0"/>
              <a:t> tout </a:t>
            </a:r>
            <a:r>
              <a:rPr dirty="0" err="1"/>
              <a:t>d’abord</a:t>
            </a:r>
            <a:r>
              <a:rPr dirty="0"/>
              <a:t> </a:t>
            </a:r>
            <a:r>
              <a:rPr dirty="0" err="1"/>
              <a:t>choisir</a:t>
            </a:r>
            <a:r>
              <a:rPr dirty="0"/>
              <a:t> </a:t>
            </a:r>
            <a:r>
              <a:rPr dirty="0" err="1"/>
              <a:t>une</a:t>
            </a:r>
            <a:r>
              <a:rPr dirty="0"/>
              <a:t> </a:t>
            </a:r>
            <a:r>
              <a:rPr dirty="0" err="1"/>
              <a:t>méthode</a:t>
            </a:r>
            <a:r>
              <a:rPr dirty="0"/>
              <a:t> de </a:t>
            </a:r>
            <a:r>
              <a:rPr dirty="0" err="1"/>
              <a:t>développement</a:t>
            </a:r>
            <a:r>
              <a:rPr dirty="0"/>
              <a:t> et </a:t>
            </a:r>
            <a:r>
              <a:rPr dirty="0" err="1"/>
              <a:t>ensuite</a:t>
            </a:r>
            <a:r>
              <a:rPr dirty="0"/>
              <a:t> </a:t>
            </a:r>
            <a:r>
              <a:rPr dirty="0" err="1"/>
              <a:t>réaliser</a:t>
            </a:r>
            <a:r>
              <a:rPr dirty="0"/>
              <a:t> un planning </a:t>
            </a:r>
            <a:r>
              <a:rPr dirty="0" err="1"/>
              <a:t>à</a:t>
            </a:r>
            <a:r>
              <a:rPr dirty="0"/>
              <a:t> </a:t>
            </a:r>
            <a:r>
              <a:rPr dirty="0" err="1"/>
              <a:t>suivre</a:t>
            </a:r>
            <a:r>
              <a:rPr dirty="0"/>
              <a:t> </a:t>
            </a:r>
            <a:r>
              <a:rPr dirty="0" err="1"/>
              <a:t>respectant</a:t>
            </a:r>
            <a:r>
              <a:rPr dirty="0"/>
              <a:t> </a:t>
            </a:r>
            <a:r>
              <a:rPr dirty="0" err="1"/>
              <a:t>cette</a:t>
            </a:r>
            <a:r>
              <a:rPr dirty="0"/>
              <a:t> </a:t>
            </a:r>
            <a:r>
              <a:rPr dirty="0" err="1"/>
              <a:t>méthode</a:t>
            </a:r>
            <a:r>
              <a:rPr dirty="0"/>
              <a:t>.</a:t>
            </a:r>
          </a:p>
          <a:p>
            <a:endParaRPr dirty="0"/>
          </a:p>
          <a:p>
            <a:r>
              <a:rPr dirty="0"/>
              <a:t>Pour se faire …</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2" name="Shape 582"/>
          <p:cNvSpPr>
            <a:spLocks noGrp="1" noRot="1" noChangeAspect="1"/>
          </p:cNvSpPr>
          <p:nvPr>
            <p:ph type="sldImg"/>
          </p:nvPr>
        </p:nvSpPr>
        <p:spPr>
          <a:xfrm>
            <a:off x="381000" y="685800"/>
            <a:ext cx="6096000" cy="3429000"/>
          </a:xfrm>
          <a:prstGeom prst="rect">
            <a:avLst/>
          </a:prstGeom>
        </p:spPr>
        <p:txBody>
          <a:bodyPr/>
          <a:lstStyle/>
          <a:p>
            <a:endParaRPr/>
          </a:p>
        </p:txBody>
      </p:sp>
      <p:sp>
        <p:nvSpPr>
          <p:cNvPr id="583" name="Shape 583"/>
          <p:cNvSpPr>
            <a:spLocks noGrp="1"/>
          </p:cNvSpPr>
          <p:nvPr>
            <p:ph type="body" sz="quarter" idx="1"/>
          </p:nvPr>
        </p:nvSpPr>
        <p:spPr>
          <a:prstGeom prst="rect">
            <a:avLst/>
          </a:prstGeom>
        </p:spPr>
        <p:txBody>
          <a:bodyPr/>
          <a:lstStyle/>
          <a:p>
            <a:r>
              <a:rPr dirty="0"/>
              <a:t>…Pour se faire, </a:t>
            </a:r>
            <a:r>
              <a:rPr dirty="0" err="1"/>
              <a:t>l’équipe</a:t>
            </a:r>
            <a:r>
              <a:rPr dirty="0"/>
              <a:t> Digital Factory a </a:t>
            </a:r>
            <a:r>
              <a:rPr dirty="0" err="1"/>
              <a:t>opté</a:t>
            </a:r>
            <a:r>
              <a:rPr dirty="0"/>
              <a:t> pour la </a:t>
            </a:r>
            <a:r>
              <a:rPr dirty="0" err="1"/>
              <a:t>méthode</a:t>
            </a:r>
            <a:r>
              <a:rPr dirty="0"/>
              <a:t> agile SCRUM, vu </a:t>
            </a:r>
            <a:r>
              <a:rPr dirty="0" err="1"/>
              <a:t>qu'elle</a:t>
            </a:r>
            <a:r>
              <a:rPr dirty="0"/>
              <a:t> </a:t>
            </a:r>
            <a:r>
              <a:rPr dirty="0" err="1"/>
              <a:t>permet</a:t>
            </a:r>
            <a:r>
              <a:rPr dirty="0"/>
              <a:t> de </a:t>
            </a:r>
            <a:r>
              <a:rPr dirty="0" err="1"/>
              <a:t>réduire</a:t>
            </a:r>
            <a:r>
              <a:rPr dirty="0"/>
              <a:t> le cycle de vie du </a:t>
            </a:r>
            <a:r>
              <a:rPr dirty="0" err="1"/>
              <a:t>logiciel</a:t>
            </a:r>
            <a:r>
              <a:rPr dirty="0"/>
              <a:t> et </a:t>
            </a:r>
            <a:r>
              <a:rPr dirty="0" err="1"/>
              <a:t>donc</a:t>
            </a:r>
            <a:r>
              <a:rPr dirty="0"/>
              <a:t> </a:t>
            </a:r>
            <a:r>
              <a:rPr dirty="0" err="1"/>
              <a:t>d'accélérer</a:t>
            </a:r>
            <a:r>
              <a:rPr dirty="0"/>
              <a:t> son </a:t>
            </a:r>
            <a:r>
              <a:rPr dirty="0" err="1"/>
              <a:t>développement</a:t>
            </a:r>
            <a:r>
              <a:rPr dirty="0"/>
              <a:t>.</a:t>
            </a:r>
          </a:p>
          <a:p>
            <a:r>
              <a:rPr dirty="0"/>
              <a:t>Ce </a:t>
            </a:r>
            <a:r>
              <a:rPr dirty="0" err="1"/>
              <a:t>choix</a:t>
            </a:r>
            <a:r>
              <a:rPr dirty="0"/>
              <a:t> </a:t>
            </a:r>
            <a:r>
              <a:rPr dirty="0" err="1"/>
              <a:t>est</a:t>
            </a:r>
            <a:r>
              <a:rPr dirty="0"/>
              <a:t> </a:t>
            </a:r>
            <a:r>
              <a:rPr dirty="0" err="1"/>
              <a:t>lié</a:t>
            </a:r>
            <a:r>
              <a:rPr dirty="0"/>
              <a:t> </a:t>
            </a:r>
            <a:r>
              <a:rPr dirty="0" err="1"/>
              <a:t>principalement</a:t>
            </a:r>
            <a:r>
              <a:rPr dirty="0"/>
              <a:t> </a:t>
            </a:r>
            <a:r>
              <a:rPr dirty="0" err="1"/>
              <a:t>à</a:t>
            </a:r>
            <a:r>
              <a:rPr dirty="0"/>
              <a:t> </a:t>
            </a:r>
            <a:r>
              <a:rPr dirty="0" err="1"/>
              <a:t>l'instabilité</a:t>
            </a:r>
            <a:r>
              <a:rPr dirty="0"/>
              <a:t> de </a:t>
            </a:r>
            <a:r>
              <a:rPr dirty="0" err="1"/>
              <a:t>l'environnement</a:t>
            </a:r>
            <a:r>
              <a:rPr dirty="0"/>
              <a:t> </a:t>
            </a:r>
            <a:r>
              <a:rPr dirty="0" err="1"/>
              <a:t>technologique</a:t>
            </a:r>
            <a:r>
              <a:rPr dirty="0"/>
              <a:t> </a:t>
            </a:r>
            <a:r>
              <a:rPr dirty="0" err="1"/>
              <a:t>d'une</a:t>
            </a:r>
            <a:r>
              <a:rPr dirty="0"/>
              <a:t> part, et </a:t>
            </a:r>
            <a:r>
              <a:rPr dirty="0" err="1"/>
              <a:t>d'autre</a:t>
            </a:r>
            <a:r>
              <a:rPr dirty="0"/>
              <a:t> part au </a:t>
            </a:r>
            <a:r>
              <a:rPr dirty="0" err="1"/>
              <a:t>changement</a:t>
            </a:r>
            <a:r>
              <a:rPr dirty="0"/>
              <a:t> des </a:t>
            </a:r>
            <a:r>
              <a:rPr dirty="0" err="1"/>
              <a:t>besoins</a:t>
            </a:r>
            <a:r>
              <a:rPr dirty="0"/>
              <a:t> </a:t>
            </a:r>
            <a:r>
              <a:rPr dirty="0" err="1"/>
              <a:t>fonctionnels</a:t>
            </a:r>
            <a:r>
              <a:rPr dirty="0"/>
              <a:t> tout au long du </a:t>
            </a:r>
            <a:r>
              <a:rPr dirty="0" err="1"/>
              <a:t>projet</a:t>
            </a:r>
            <a:r>
              <a:rPr dirty="0"/>
              <a:t> suite </a:t>
            </a:r>
            <a:r>
              <a:rPr dirty="0" err="1"/>
              <a:t>à</a:t>
            </a:r>
            <a:r>
              <a:rPr dirty="0"/>
              <a:t> de </a:t>
            </a:r>
            <a:r>
              <a:rPr dirty="0" err="1"/>
              <a:t>nouvelles</a:t>
            </a:r>
            <a:r>
              <a:rPr dirty="0"/>
              <a:t> </a:t>
            </a:r>
            <a:r>
              <a:rPr dirty="0" err="1"/>
              <a:t>éventualités</a:t>
            </a:r>
            <a:r>
              <a:rPr dirty="0"/>
              <a:t>.</a:t>
            </a:r>
          </a:p>
          <a:p>
            <a:endParaRPr dirty="0"/>
          </a:p>
          <a:p>
            <a:r>
              <a:rPr dirty="0"/>
              <a:t>Comme on </a:t>
            </a:r>
            <a:r>
              <a:rPr dirty="0" err="1"/>
              <a:t>peut</a:t>
            </a:r>
            <a:r>
              <a:rPr dirty="0"/>
              <a:t> </a:t>
            </a:r>
            <a:r>
              <a:rPr dirty="0" err="1"/>
              <a:t>voir</a:t>
            </a:r>
            <a:r>
              <a:rPr dirty="0"/>
              <a:t> dans </a:t>
            </a:r>
            <a:r>
              <a:rPr dirty="0" err="1"/>
              <a:t>cette</a:t>
            </a:r>
            <a:r>
              <a:rPr dirty="0"/>
              <a:t> figure, le </a:t>
            </a:r>
            <a:r>
              <a:rPr dirty="0" err="1"/>
              <a:t>processus</a:t>
            </a:r>
            <a:r>
              <a:rPr dirty="0"/>
              <a:t> de </a:t>
            </a:r>
            <a:r>
              <a:rPr dirty="0" err="1"/>
              <a:t>développement</a:t>
            </a:r>
            <a:r>
              <a:rPr dirty="0"/>
              <a:t> </a:t>
            </a:r>
            <a:r>
              <a:rPr dirty="0" err="1"/>
              <a:t>adopté</a:t>
            </a:r>
            <a:r>
              <a:rPr dirty="0"/>
              <a:t> </a:t>
            </a:r>
            <a:r>
              <a:rPr dirty="0" err="1"/>
              <a:t>est</a:t>
            </a:r>
            <a:r>
              <a:rPr lang="fr-FR" dirty="0"/>
              <a:t> comme suite</a:t>
            </a:r>
            <a:r>
              <a:rPr dirty="0"/>
              <a:t>: un </a:t>
            </a:r>
            <a:r>
              <a:rPr dirty="0" err="1"/>
              <a:t>cadrage</a:t>
            </a:r>
            <a:r>
              <a:rPr dirty="0"/>
              <a:t> d’un </a:t>
            </a:r>
            <a:r>
              <a:rPr dirty="0" err="1"/>
              <a:t>mois</a:t>
            </a:r>
            <a:r>
              <a:rPr dirty="0"/>
              <a:t>, et </a:t>
            </a:r>
            <a:r>
              <a:rPr dirty="0" err="1"/>
              <a:t>suivi</a:t>
            </a:r>
            <a:r>
              <a:rPr dirty="0"/>
              <a:t> des Sprint de deux </a:t>
            </a:r>
            <a:r>
              <a:rPr dirty="0" err="1"/>
              <a:t>semaines</a:t>
            </a:r>
            <a:r>
              <a:rPr dirty="0"/>
              <a:t>.</a:t>
            </a:r>
          </a:p>
          <a:p>
            <a:endParaRPr dirty="0"/>
          </a:p>
          <a:p>
            <a:r>
              <a:rPr dirty="0" err="1"/>
              <a:t>Maintenant</a:t>
            </a:r>
            <a:r>
              <a:rPr dirty="0"/>
              <a:t>, après </a:t>
            </a:r>
            <a:r>
              <a:rPr dirty="0" err="1"/>
              <a:t>avoir</a:t>
            </a:r>
            <a:r>
              <a:rPr dirty="0"/>
              <a:t> </a:t>
            </a:r>
            <a:r>
              <a:rPr dirty="0" err="1"/>
              <a:t>déterminé</a:t>
            </a:r>
            <a:r>
              <a:rPr dirty="0"/>
              <a:t> le </a:t>
            </a:r>
            <a:r>
              <a:rPr dirty="0" err="1"/>
              <a:t>processus</a:t>
            </a:r>
            <a:r>
              <a:rPr dirty="0"/>
              <a:t> de </a:t>
            </a:r>
            <a:r>
              <a:rPr dirty="0" err="1"/>
              <a:t>développement</a:t>
            </a:r>
            <a:r>
              <a:rPr dirty="0"/>
              <a:t> </a:t>
            </a:r>
            <a:r>
              <a:rPr dirty="0" err="1"/>
              <a:t>adopté</a:t>
            </a:r>
            <a:r>
              <a:rPr dirty="0"/>
              <a:t> … « </a:t>
            </a:r>
            <a:r>
              <a:rPr dirty="0" err="1"/>
              <a:t>diapo</a:t>
            </a:r>
            <a:r>
              <a:rPr dirty="0"/>
              <a:t> </a:t>
            </a:r>
            <a:r>
              <a:rPr dirty="0" err="1"/>
              <a:t>suivante</a:t>
            </a:r>
            <a:r>
              <a:rPr dirty="0"/>
              <a:t> »</a:t>
            </a:r>
            <a:endParaRPr lang="fr-FR" dirty="0"/>
          </a:p>
          <a:p>
            <a:endParaRPr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7" name="Shape 597"/>
          <p:cNvSpPr>
            <a:spLocks noGrp="1" noRot="1" noChangeAspect="1"/>
          </p:cNvSpPr>
          <p:nvPr>
            <p:ph type="sldImg"/>
          </p:nvPr>
        </p:nvSpPr>
        <p:spPr>
          <a:xfrm>
            <a:off x="381000" y="685800"/>
            <a:ext cx="6096000" cy="3429000"/>
          </a:xfrm>
          <a:prstGeom prst="rect">
            <a:avLst/>
          </a:prstGeom>
        </p:spPr>
        <p:txBody>
          <a:bodyPr/>
          <a:lstStyle/>
          <a:p>
            <a:endParaRPr/>
          </a:p>
        </p:txBody>
      </p:sp>
      <p:sp>
        <p:nvSpPr>
          <p:cNvPr id="598" name="Shape 598"/>
          <p:cNvSpPr>
            <a:spLocks noGrp="1"/>
          </p:cNvSpPr>
          <p:nvPr>
            <p:ph type="body" sz="quarter" idx="1"/>
          </p:nvPr>
        </p:nvSpPr>
        <p:spPr>
          <a:prstGeom prst="rect">
            <a:avLst/>
          </a:prstGeom>
        </p:spPr>
        <p:txBody>
          <a:bodyPr/>
          <a:lstStyle/>
          <a:p>
            <a:pPr algn="l" rtl="0" latinLnBrk="0"/>
            <a:endParaRPr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7" name="Shape 627"/>
          <p:cNvSpPr>
            <a:spLocks noGrp="1" noRot="1" noChangeAspect="1"/>
          </p:cNvSpPr>
          <p:nvPr>
            <p:ph type="sldImg"/>
          </p:nvPr>
        </p:nvSpPr>
        <p:spPr>
          <a:xfrm>
            <a:off x="381000" y="685800"/>
            <a:ext cx="6096000" cy="3429000"/>
          </a:xfrm>
          <a:prstGeom prst="rect">
            <a:avLst/>
          </a:prstGeom>
        </p:spPr>
        <p:txBody>
          <a:bodyPr/>
          <a:lstStyle/>
          <a:p>
            <a:endParaRPr/>
          </a:p>
        </p:txBody>
      </p:sp>
      <p:sp>
        <p:nvSpPr>
          <p:cNvPr id="628" name="Shape 628"/>
          <p:cNvSpPr>
            <a:spLocks noGrp="1"/>
          </p:cNvSpPr>
          <p:nvPr>
            <p:ph type="body" sz="quarter" idx="1"/>
          </p:nvPr>
        </p:nvSpPr>
        <p:spPr>
          <a:prstGeom prst="rect">
            <a:avLst/>
          </a:prstGeom>
        </p:spPr>
        <p:txBody>
          <a:bodyPr/>
          <a:lstStyle/>
          <a:p>
            <a:endParaRPr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6" name="Shape 636"/>
          <p:cNvSpPr>
            <a:spLocks noGrp="1" noRot="1" noChangeAspect="1"/>
          </p:cNvSpPr>
          <p:nvPr>
            <p:ph type="sldImg"/>
          </p:nvPr>
        </p:nvSpPr>
        <p:spPr>
          <a:xfrm>
            <a:off x="381000" y="685800"/>
            <a:ext cx="6096000" cy="3429000"/>
          </a:xfrm>
          <a:prstGeom prst="rect">
            <a:avLst/>
          </a:prstGeom>
        </p:spPr>
        <p:txBody>
          <a:bodyPr/>
          <a:lstStyle/>
          <a:p>
            <a:endParaRPr/>
          </a:p>
        </p:txBody>
      </p:sp>
      <p:sp>
        <p:nvSpPr>
          <p:cNvPr id="637" name="Shape 637"/>
          <p:cNvSpPr>
            <a:spLocks noGrp="1"/>
          </p:cNvSpPr>
          <p:nvPr>
            <p:ph type="body" sz="quarter" idx="1"/>
          </p:nvPr>
        </p:nvSpPr>
        <p:spPr>
          <a:prstGeom prst="rect">
            <a:avLst/>
          </a:prstGeom>
        </p:spPr>
        <p:txBody>
          <a:bodyPr/>
          <a:lstStyle/>
          <a:p>
            <a:endParaRPr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1" name="Shape 651"/>
          <p:cNvSpPr>
            <a:spLocks noGrp="1" noRot="1" noChangeAspect="1"/>
          </p:cNvSpPr>
          <p:nvPr>
            <p:ph type="sldImg"/>
          </p:nvPr>
        </p:nvSpPr>
        <p:spPr>
          <a:xfrm>
            <a:off x="381000" y="685800"/>
            <a:ext cx="6096000" cy="3429000"/>
          </a:xfrm>
          <a:prstGeom prst="rect">
            <a:avLst/>
          </a:prstGeom>
        </p:spPr>
        <p:txBody>
          <a:bodyPr/>
          <a:lstStyle/>
          <a:p>
            <a:endParaRPr/>
          </a:p>
        </p:txBody>
      </p:sp>
      <p:sp>
        <p:nvSpPr>
          <p:cNvPr id="652" name="Shape 652"/>
          <p:cNvSpPr>
            <a:spLocks noGrp="1"/>
          </p:cNvSpPr>
          <p:nvPr>
            <p:ph type="body" sz="quarter" idx="1"/>
          </p:nvPr>
        </p:nvSpPr>
        <p:spPr>
          <a:prstGeom prst="rect">
            <a:avLst/>
          </a:prstGeom>
        </p:spPr>
        <p:txBody>
          <a:bodyPr/>
          <a:lstStyle/>
          <a:p>
            <a:endParaRPr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8" name="Shape 668"/>
          <p:cNvSpPr>
            <a:spLocks noGrp="1" noRot="1" noChangeAspect="1"/>
          </p:cNvSpPr>
          <p:nvPr>
            <p:ph type="sldImg"/>
          </p:nvPr>
        </p:nvSpPr>
        <p:spPr>
          <a:xfrm>
            <a:off x="381000" y="685800"/>
            <a:ext cx="6096000" cy="3429000"/>
          </a:xfrm>
          <a:prstGeom prst="rect">
            <a:avLst/>
          </a:prstGeom>
        </p:spPr>
        <p:txBody>
          <a:bodyPr/>
          <a:lstStyle/>
          <a:p>
            <a:endParaRPr/>
          </a:p>
        </p:txBody>
      </p:sp>
      <p:sp>
        <p:nvSpPr>
          <p:cNvPr id="669" name="Shape 669"/>
          <p:cNvSpPr>
            <a:spLocks noGrp="1"/>
          </p:cNvSpPr>
          <p:nvPr>
            <p:ph type="body" sz="quarter" idx="1"/>
          </p:nvPr>
        </p:nvSpPr>
        <p:spPr>
          <a:prstGeom prst="rect">
            <a:avLst/>
          </a:prstGeom>
        </p:spPr>
        <p:txBody>
          <a:bodyPr/>
          <a:lstStyle/>
          <a:p>
            <a:endParaRPr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3" name="Shape 733"/>
          <p:cNvSpPr>
            <a:spLocks noGrp="1" noRot="1" noChangeAspect="1"/>
          </p:cNvSpPr>
          <p:nvPr>
            <p:ph type="sldImg"/>
          </p:nvPr>
        </p:nvSpPr>
        <p:spPr>
          <a:xfrm>
            <a:off x="381000" y="685800"/>
            <a:ext cx="6096000" cy="3429000"/>
          </a:xfrm>
          <a:prstGeom prst="rect">
            <a:avLst/>
          </a:prstGeom>
        </p:spPr>
        <p:txBody>
          <a:bodyPr/>
          <a:lstStyle/>
          <a:p>
            <a:endParaRPr/>
          </a:p>
        </p:txBody>
      </p:sp>
      <p:sp>
        <p:nvSpPr>
          <p:cNvPr id="734" name="Shape 734"/>
          <p:cNvSpPr>
            <a:spLocks noGrp="1"/>
          </p:cNvSpPr>
          <p:nvPr>
            <p:ph type="body" sz="quarter" idx="1"/>
          </p:nvPr>
        </p:nvSpPr>
        <p:spPr>
          <a:prstGeom prst="rect">
            <a:avLst/>
          </a:prstGeom>
        </p:spPr>
        <p:txBody>
          <a:bodyPr/>
          <a:lstStyle/>
          <a:p>
            <a:r>
              <a:rPr lang="fr-FR" dirty="0"/>
              <a:t>Et enfin notre d</a:t>
            </a:r>
            <a:r>
              <a:rPr dirty="0" err="1"/>
              <a:t>iagramme</a:t>
            </a:r>
            <a:r>
              <a:rPr dirty="0"/>
              <a:t> de </a:t>
            </a:r>
            <a:r>
              <a:rPr dirty="0" err="1"/>
              <a:t>classe</a:t>
            </a:r>
            <a:r>
              <a:rPr dirty="0"/>
              <a:t> </a:t>
            </a:r>
            <a:r>
              <a:rPr dirty="0" err="1"/>
              <a:t>modélisant</a:t>
            </a:r>
            <a:r>
              <a:rPr dirty="0"/>
              <a:t> les classes qui </a:t>
            </a:r>
            <a:r>
              <a:rPr dirty="0" err="1"/>
              <a:t>décrivent</a:t>
            </a:r>
            <a:r>
              <a:rPr dirty="0"/>
              <a:t> la structure de </a:t>
            </a:r>
            <a:r>
              <a:rPr dirty="0" err="1"/>
              <a:t>l’application</a:t>
            </a:r>
            <a:r>
              <a:rPr dirty="0"/>
              <a:t>.</a:t>
            </a:r>
          </a:p>
          <a:p>
            <a:endParaRPr dirty="0"/>
          </a:p>
          <a:p>
            <a:r>
              <a:rPr dirty="0"/>
              <a:t>On </a:t>
            </a:r>
            <a:r>
              <a:rPr dirty="0" err="1"/>
              <a:t>va</a:t>
            </a:r>
            <a:r>
              <a:rPr dirty="0"/>
              <a:t> passer dans la </a:t>
            </a:r>
            <a:r>
              <a:rPr dirty="0" err="1"/>
              <a:t>partie</a:t>
            </a:r>
            <a:r>
              <a:rPr dirty="0"/>
              <a:t> </a:t>
            </a:r>
            <a:r>
              <a:rPr dirty="0" err="1"/>
              <a:t>d’étude</a:t>
            </a:r>
            <a:r>
              <a:rPr dirty="0"/>
              <a:t> technique du </a:t>
            </a:r>
            <a:r>
              <a:rPr dirty="0" err="1"/>
              <a:t>projet</a:t>
            </a:r>
            <a:r>
              <a:rPr dirty="0"/>
              <a:t>, qui </a:t>
            </a:r>
            <a:r>
              <a:rPr dirty="0" err="1"/>
              <a:t>décrit</a:t>
            </a:r>
            <a:r>
              <a:rPr dirty="0"/>
              <a:t> </a:t>
            </a:r>
            <a:r>
              <a:rPr dirty="0" err="1"/>
              <a:t>l’aspect</a:t>
            </a:r>
            <a:r>
              <a:rPr dirty="0"/>
              <a:t> architectural de </a:t>
            </a:r>
            <a:r>
              <a:rPr dirty="0" err="1"/>
              <a:t>l’application</a:t>
            </a:r>
            <a:r>
              <a:rPr dirty="0"/>
              <a:t>.</a:t>
            </a:r>
          </a:p>
        </p:txBody>
      </p:sp>
    </p:spTree>
    <p:extLst>
      <p:ext uri="{BB962C8B-B14F-4D97-AF65-F5344CB8AC3E}">
        <p14:creationId xmlns:p14="http://schemas.microsoft.com/office/powerpoint/2010/main" val="150706940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3" name="Shape 733"/>
          <p:cNvSpPr>
            <a:spLocks noGrp="1" noRot="1" noChangeAspect="1"/>
          </p:cNvSpPr>
          <p:nvPr>
            <p:ph type="sldImg"/>
          </p:nvPr>
        </p:nvSpPr>
        <p:spPr>
          <a:xfrm>
            <a:off x="381000" y="685800"/>
            <a:ext cx="6096000" cy="3429000"/>
          </a:xfrm>
          <a:prstGeom prst="rect">
            <a:avLst/>
          </a:prstGeom>
        </p:spPr>
        <p:txBody>
          <a:bodyPr/>
          <a:lstStyle/>
          <a:p>
            <a:endParaRPr/>
          </a:p>
        </p:txBody>
      </p:sp>
      <p:sp>
        <p:nvSpPr>
          <p:cNvPr id="734" name="Shape 734"/>
          <p:cNvSpPr>
            <a:spLocks noGrp="1"/>
          </p:cNvSpPr>
          <p:nvPr>
            <p:ph type="body" sz="quarter" idx="1"/>
          </p:nvPr>
        </p:nvSpPr>
        <p:spPr>
          <a:prstGeom prst="rect">
            <a:avLst/>
          </a:prstGeom>
        </p:spPr>
        <p:txBody>
          <a:bodyPr/>
          <a:lstStyle/>
          <a:p>
            <a:endParaRPr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2" name="Shape 742"/>
          <p:cNvSpPr>
            <a:spLocks noGrp="1" noRot="1" noChangeAspect="1"/>
          </p:cNvSpPr>
          <p:nvPr>
            <p:ph type="sldImg"/>
          </p:nvPr>
        </p:nvSpPr>
        <p:spPr>
          <a:xfrm>
            <a:off x="381000" y="685800"/>
            <a:ext cx="6096000" cy="3429000"/>
          </a:xfrm>
          <a:prstGeom prst="rect">
            <a:avLst/>
          </a:prstGeom>
        </p:spPr>
        <p:txBody>
          <a:bodyPr/>
          <a:lstStyle/>
          <a:p>
            <a:endParaRPr/>
          </a:p>
        </p:txBody>
      </p:sp>
      <p:sp>
        <p:nvSpPr>
          <p:cNvPr id="743" name="Shape 743"/>
          <p:cNvSpPr>
            <a:spLocks noGrp="1"/>
          </p:cNvSpPr>
          <p:nvPr>
            <p:ph type="body" sz="quarter" idx="1"/>
          </p:nvPr>
        </p:nvSpPr>
        <p:spPr>
          <a:prstGeom prst="rect">
            <a:avLst/>
          </a:prstGeom>
        </p:spPr>
        <p:txBody>
          <a:bodyPr/>
          <a:lstStyle/>
          <a:p>
            <a:r>
              <a:rPr dirty="0"/>
              <a:t>… On </a:t>
            </a:r>
            <a:r>
              <a:rPr dirty="0" err="1"/>
              <a:t>va</a:t>
            </a:r>
            <a:r>
              <a:rPr dirty="0"/>
              <a:t> passer dans la </a:t>
            </a:r>
            <a:r>
              <a:rPr dirty="0" err="1"/>
              <a:t>partie</a:t>
            </a:r>
            <a:r>
              <a:rPr dirty="0"/>
              <a:t> </a:t>
            </a:r>
            <a:r>
              <a:rPr dirty="0" err="1"/>
              <a:t>d’étude</a:t>
            </a:r>
            <a:r>
              <a:rPr dirty="0"/>
              <a:t> technique du </a:t>
            </a:r>
            <a:r>
              <a:rPr dirty="0" err="1"/>
              <a:t>projet</a:t>
            </a:r>
            <a:r>
              <a:rPr dirty="0"/>
              <a:t>, qui </a:t>
            </a:r>
            <a:r>
              <a:rPr dirty="0" err="1"/>
              <a:t>décrit</a:t>
            </a:r>
            <a:r>
              <a:rPr dirty="0"/>
              <a:t> </a:t>
            </a:r>
            <a:r>
              <a:rPr dirty="0" err="1"/>
              <a:t>l’aspect</a:t>
            </a:r>
            <a:r>
              <a:rPr dirty="0"/>
              <a:t> architectural de </a:t>
            </a:r>
            <a:r>
              <a:rPr dirty="0" err="1"/>
              <a:t>l’application</a:t>
            </a:r>
            <a:r>
              <a:rPr dirty="0"/>
              <a: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8" name="Shape 758"/>
          <p:cNvSpPr>
            <a:spLocks noGrp="1" noRot="1" noChangeAspect="1"/>
          </p:cNvSpPr>
          <p:nvPr>
            <p:ph type="sldImg"/>
          </p:nvPr>
        </p:nvSpPr>
        <p:spPr>
          <a:xfrm>
            <a:off x="381000" y="685800"/>
            <a:ext cx="6096000" cy="3429000"/>
          </a:xfrm>
          <a:prstGeom prst="rect">
            <a:avLst/>
          </a:prstGeom>
        </p:spPr>
        <p:txBody>
          <a:bodyPr/>
          <a:lstStyle/>
          <a:p>
            <a:endParaRPr/>
          </a:p>
        </p:txBody>
      </p:sp>
      <p:sp>
        <p:nvSpPr>
          <p:cNvPr id="759" name="Shape 759"/>
          <p:cNvSpPr>
            <a:spLocks noGrp="1"/>
          </p:cNvSpPr>
          <p:nvPr>
            <p:ph type="body" sz="quarter" idx="1"/>
          </p:nvPr>
        </p:nvSpPr>
        <p:spPr>
          <a:prstGeom prst="rect">
            <a:avLst/>
          </a:prstGeom>
        </p:spPr>
        <p:txBody>
          <a:bodyPr/>
          <a:lstStyle/>
          <a:p>
            <a:endParaRPr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4" name="Shape 774"/>
          <p:cNvSpPr>
            <a:spLocks noGrp="1" noRot="1" noChangeAspect="1"/>
          </p:cNvSpPr>
          <p:nvPr>
            <p:ph type="sldImg"/>
          </p:nvPr>
        </p:nvSpPr>
        <p:spPr>
          <a:xfrm>
            <a:off x="381000" y="685800"/>
            <a:ext cx="6096000" cy="3429000"/>
          </a:xfrm>
          <a:prstGeom prst="rect">
            <a:avLst/>
          </a:prstGeom>
        </p:spPr>
        <p:txBody>
          <a:bodyPr/>
          <a:lstStyle/>
          <a:p>
            <a:endParaRPr/>
          </a:p>
        </p:txBody>
      </p:sp>
      <p:sp>
        <p:nvSpPr>
          <p:cNvPr id="775" name="Shape 775"/>
          <p:cNvSpPr>
            <a:spLocks noGrp="1"/>
          </p:cNvSpPr>
          <p:nvPr>
            <p:ph type="body" sz="quarter" idx="1"/>
          </p:nvPr>
        </p:nvSpPr>
        <p:spPr>
          <a:prstGeom prst="rect">
            <a:avLst/>
          </a:prstGeom>
        </p:spPr>
        <p:txBody>
          <a:bodyPr/>
          <a:lstStyle/>
          <a:p>
            <a:endParaRPr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2" name="Shape 892"/>
          <p:cNvSpPr>
            <a:spLocks noGrp="1" noRot="1" noChangeAspect="1"/>
          </p:cNvSpPr>
          <p:nvPr>
            <p:ph type="sldImg"/>
          </p:nvPr>
        </p:nvSpPr>
        <p:spPr>
          <a:xfrm>
            <a:off x="381000" y="685800"/>
            <a:ext cx="6096000" cy="3429000"/>
          </a:xfrm>
          <a:prstGeom prst="rect">
            <a:avLst/>
          </a:prstGeom>
        </p:spPr>
        <p:txBody>
          <a:bodyPr/>
          <a:lstStyle/>
          <a:p>
            <a:endParaRPr/>
          </a:p>
        </p:txBody>
      </p:sp>
      <p:sp>
        <p:nvSpPr>
          <p:cNvPr id="893" name="Shape 893"/>
          <p:cNvSpPr>
            <a:spLocks noGrp="1"/>
          </p:cNvSpPr>
          <p:nvPr>
            <p:ph type="body" sz="quarter" idx="1"/>
          </p:nvPr>
        </p:nvSpPr>
        <p:spPr>
          <a:prstGeom prst="rect">
            <a:avLst/>
          </a:prstGeom>
        </p:spPr>
        <p:txBody>
          <a:bodyPr/>
          <a:lstStyle/>
          <a:p>
            <a:endParaRPr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 name="Shape 901"/>
          <p:cNvSpPr>
            <a:spLocks noGrp="1" noRot="1" noChangeAspect="1"/>
          </p:cNvSpPr>
          <p:nvPr>
            <p:ph type="sldImg"/>
          </p:nvPr>
        </p:nvSpPr>
        <p:spPr>
          <a:xfrm>
            <a:off x="381000" y="685800"/>
            <a:ext cx="6096000" cy="3429000"/>
          </a:xfrm>
          <a:prstGeom prst="rect">
            <a:avLst/>
          </a:prstGeom>
        </p:spPr>
        <p:txBody>
          <a:bodyPr/>
          <a:lstStyle/>
          <a:p>
            <a:endParaRPr/>
          </a:p>
        </p:txBody>
      </p:sp>
      <p:sp>
        <p:nvSpPr>
          <p:cNvPr id="902" name="Shape 902"/>
          <p:cNvSpPr>
            <a:spLocks noGrp="1"/>
          </p:cNvSpPr>
          <p:nvPr>
            <p:ph type="body" sz="quarter" idx="1"/>
          </p:nvPr>
        </p:nvSpPr>
        <p:spPr>
          <a:prstGeom prst="rect">
            <a:avLst/>
          </a:prstGeom>
        </p:spPr>
        <p:txBody>
          <a:bodyPr/>
          <a:lstStyle/>
          <a:p>
            <a:endParaRPr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pPr algn="l" rtl="0" latinLnBrk="0"/>
            <a:endParaRPr lang="fr-FR" dirty="0"/>
          </a:p>
        </p:txBody>
      </p:sp>
    </p:spTree>
    <p:extLst>
      <p:ext uri="{BB962C8B-B14F-4D97-AF65-F5344CB8AC3E}">
        <p14:creationId xmlns:p14="http://schemas.microsoft.com/office/powerpoint/2010/main" val="371972540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pPr algn="l" rtl="0" latinLnBrk="0"/>
            <a:endParaRPr lang="fr-FR" dirty="0"/>
          </a:p>
        </p:txBody>
      </p:sp>
    </p:spTree>
    <p:extLst>
      <p:ext uri="{BB962C8B-B14F-4D97-AF65-F5344CB8AC3E}">
        <p14:creationId xmlns:p14="http://schemas.microsoft.com/office/powerpoint/2010/main" val="32174242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pPr algn="l" rtl="0" latinLnBrk="0"/>
            <a:r>
              <a:rPr lang="fr-FR" dirty="0"/>
              <a:t>Je vous remercie de votre attention. </a:t>
            </a:r>
          </a:p>
          <a:p>
            <a:pPr algn="l" rtl="0" latinLnBrk="0"/>
            <a:endParaRPr lang="fr-FR" dirty="0"/>
          </a:p>
          <a:p>
            <a:pPr algn="l" rtl="0" latinLnBrk="0"/>
            <a:r>
              <a:rPr lang="fr-FR" dirty="0"/>
              <a:t>Merci beaucoup.</a:t>
            </a:r>
          </a:p>
        </p:txBody>
      </p:sp>
    </p:spTree>
    <p:extLst>
      <p:ext uri="{BB962C8B-B14F-4D97-AF65-F5344CB8AC3E}">
        <p14:creationId xmlns:p14="http://schemas.microsoft.com/office/powerpoint/2010/main" val="24624577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cSld name="Cover_Color">
    <p:spTree>
      <p:nvGrpSpPr>
        <p:cNvPr id="1" name=""/>
        <p:cNvGrpSpPr/>
        <p:nvPr/>
      </p:nvGrpSpPr>
      <p:grpSpPr>
        <a:xfrm>
          <a:off x="0" y="0"/>
          <a:ext cx="0" cy="0"/>
          <a:chOff x="0" y="0"/>
          <a:chExt cx="0" cy="0"/>
        </a:xfrm>
      </p:grpSpPr>
      <p:sp>
        <p:nvSpPr>
          <p:cNvPr id="12" name="Rectangle 1"/>
          <p:cNvSpPr/>
          <p:nvPr/>
        </p:nvSpPr>
        <p:spPr>
          <a:xfrm>
            <a:off x="0" y="0"/>
            <a:ext cx="3724101" cy="6859200"/>
          </a:xfrm>
          <a:prstGeom prst="rect">
            <a:avLst/>
          </a:prstGeom>
          <a:solidFill>
            <a:srgbClr val="E9041E"/>
          </a:solidFill>
          <a:ln w="12700">
            <a:miter lim="400000"/>
          </a:ln>
        </p:spPr>
        <p:txBody>
          <a:bodyPr lIns="0" tIns="0" rIns="0" bIns="0" anchor="ctr"/>
          <a:lstStyle/>
          <a:p>
            <a:pPr algn="ctr">
              <a:defRPr sz="1200">
                <a:solidFill>
                  <a:srgbClr val="FFFFFF"/>
                </a:solidFill>
              </a:defRPr>
            </a:pPr>
            <a:endParaRPr/>
          </a:p>
        </p:txBody>
      </p:sp>
      <p:sp>
        <p:nvSpPr>
          <p:cNvPr id="13" name="Texte niveau 1…"/>
          <p:cNvSpPr txBox="1">
            <a:spLocks noGrp="1"/>
          </p:cNvSpPr>
          <p:nvPr>
            <p:ph type="body" sz="quarter" idx="1" hasCustomPrompt="1"/>
          </p:nvPr>
        </p:nvSpPr>
        <p:spPr>
          <a:xfrm>
            <a:off x="5087999" y="4320001"/>
            <a:ext cx="6674318" cy="332400"/>
          </a:xfrm>
          <a:prstGeom prst="rect">
            <a:avLst/>
          </a:prstGeom>
        </p:spPr>
        <p:txBody>
          <a:bodyPr/>
          <a:lstStyle>
            <a:lvl1pPr>
              <a:spcBef>
                <a:spcPts val="1200"/>
              </a:spcBef>
              <a:defRPr sz="2400" b="0"/>
            </a:lvl1pPr>
            <a:lvl2pPr marL="0" indent="609584">
              <a:spcBef>
                <a:spcPts val="1200"/>
              </a:spcBef>
              <a:buSzTx/>
              <a:buNone/>
              <a:defRPr sz="2400" b="0"/>
            </a:lvl2pPr>
            <a:lvl3pPr marL="0" indent="1219169">
              <a:spcBef>
                <a:spcPts val="1200"/>
              </a:spcBef>
              <a:buSzTx/>
              <a:buNone/>
              <a:defRPr sz="2400" b="0"/>
            </a:lvl3pPr>
            <a:lvl4pPr marL="0" indent="1828754">
              <a:spcBef>
                <a:spcPts val="1200"/>
              </a:spcBef>
              <a:buSzTx/>
              <a:buNone/>
              <a:defRPr sz="2400" b="0"/>
            </a:lvl4pPr>
            <a:lvl5pPr indent="2438338">
              <a:spcBef>
                <a:spcPts val="1200"/>
              </a:spcBef>
              <a:defRPr sz="2400" b="0"/>
            </a:lvl5pPr>
          </a:lstStyle>
          <a:p>
            <a:r>
              <a:t>Click to edit subtitle</a:t>
            </a:r>
          </a:p>
          <a:p>
            <a:pPr lvl="1"/>
            <a:endParaRPr/>
          </a:p>
          <a:p>
            <a:pPr lvl="2"/>
            <a:endParaRPr/>
          </a:p>
          <a:p>
            <a:pPr lvl="3"/>
            <a:endParaRPr/>
          </a:p>
          <a:p>
            <a:pPr lvl="4"/>
            <a:endParaRPr/>
          </a:p>
        </p:txBody>
      </p:sp>
      <p:sp>
        <p:nvSpPr>
          <p:cNvPr id="14" name="CLICK TO edit presentation title"/>
          <p:cNvSpPr txBox="1">
            <a:spLocks noGrp="1"/>
          </p:cNvSpPr>
          <p:nvPr>
            <p:ph type="title" hasCustomPrompt="1"/>
          </p:nvPr>
        </p:nvSpPr>
        <p:spPr>
          <a:xfrm>
            <a:off x="5087999" y="2721274"/>
            <a:ext cx="6674318" cy="1116204"/>
          </a:xfrm>
          <a:prstGeom prst="rect">
            <a:avLst/>
          </a:prstGeom>
        </p:spPr>
        <p:txBody>
          <a:bodyPr>
            <a:normAutofit/>
          </a:bodyPr>
          <a:lstStyle>
            <a:lvl1pPr>
              <a:lnSpc>
                <a:spcPct val="85000"/>
              </a:lnSpc>
              <a:defRPr sz="4200" b="1">
                <a:solidFill>
                  <a:srgbClr val="010101"/>
                </a:solidFill>
              </a:defRPr>
            </a:lvl1pPr>
          </a:lstStyle>
          <a:p>
            <a:r>
              <a:t>CLICK TO edit presentation title</a:t>
            </a:r>
          </a:p>
        </p:txBody>
      </p:sp>
      <p:sp>
        <p:nvSpPr>
          <p:cNvPr id="15" name="Privacy"/>
          <p:cNvSpPr>
            <a:spLocks noGrp="1"/>
          </p:cNvSpPr>
          <p:nvPr>
            <p:ph type="body" sz="quarter" idx="21" hasCustomPrompt="1"/>
          </p:nvPr>
        </p:nvSpPr>
        <p:spPr>
          <a:xfrm>
            <a:off x="8806378" y="208710"/>
            <a:ext cx="2955940" cy="184666"/>
          </a:xfrm>
          <a:prstGeom prst="rect">
            <a:avLst/>
          </a:prstGeom>
        </p:spPr>
        <p:txBody>
          <a:bodyPr anchor="ctr"/>
          <a:lstStyle>
            <a:lvl1pPr algn="r" defTabSz="1146019">
              <a:spcBef>
                <a:spcPts val="0"/>
              </a:spcBef>
              <a:defRPr sz="1222" b="0" cap="all" spc="188"/>
            </a:lvl1pPr>
          </a:lstStyle>
          <a:p>
            <a:r>
              <a:t>Niveau de confidentialité</a:t>
            </a:r>
          </a:p>
        </p:txBody>
      </p:sp>
      <p:sp>
        <p:nvSpPr>
          <p:cNvPr id="16" name="DatePresentation"/>
          <p:cNvSpPr>
            <a:spLocks noGrp="1"/>
          </p:cNvSpPr>
          <p:nvPr>
            <p:ph type="body" sz="quarter" idx="22" hasCustomPrompt="1"/>
          </p:nvPr>
        </p:nvSpPr>
        <p:spPr>
          <a:xfrm>
            <a:off x="5088001" y="219000"/>
            <a:ext cx="516874" cy="184603"/>
          </a:xfrm>
          <a:prstGeom prst="rect">
            <a:avLst/>
          </a:prstGeom>
        </p:spPr>
        <p:txBody>
          <a:bodyPr anchor="ctr"/>
          <a:lstStyle>
            <a:lvl1pPr defTabSz="1146019">
              <a:spcBef>
                <a:spcPts val="0"/>
              </a:spcBef>
              <a:defRPr sz="1222" b="0" cap="all" spc="188"/>
            </a:lvl1pPr>
          </a:lstStyle>
          <a:p>
            <a:r>
              <a:t>DATE</a:t>
            </a:r>
          </a:p>
        </p:txBody>
      </p:sp>
      <p:sp>
        <p:nvSpPr>
          <p:cNvPr id="17" name="Rectangle 8"/>
          <p:cNvSpPr/>
          <p:nvPr/>
        </p:nvSpPr>
        <p:spPr>
          <a:xfrm>
            <a:off x="3724100" y="4320001"/>
            <a:ext cx="5793973" cy="102371"/>
          </a:xfrm>
          <a:prstGeom prst="rect">
            <a:avLst/>
          </a:prstGeom>
          <a:solidFill>
            <a:srgbClr val="010101"/>
          </a:solidFill>
          <a:ln w="12700">
            <a:miter lim="400000"/>
          </a:ln>
        </p:spPr>
        <p:txBody>
          <a:bodyPr lIns="0" tIns="0" rIns="0" bIns="0" anchor="ctr"/>
          <a:lstStyle/>
          <a:p>
            <a:pPr algn="ctr">
              <a:defRPr sz="1200">
                <a:solidFill>
                  <a:srgbClr val="FFFFFF"/>
                </a:solidFill>
                <a:latin typeface="Quicksand Medium"/>
                <a:ea typeface="Quicksand Medium"/>
                <a:cs typeface="Quicksand Medium"/>
                <a:sym typeface="Quicksand Light"/>
              </a:defRPr>
            </a:pPr>
            <a:endParaRPr/>
          </a:p>
        </p:txBody>
      </p:sp>
      <p:sp>
        <p:nvSpPr>
          <p:cNvPr id="18" name="Numéro de diapositive"/>
          <p:cNvSpPr txBox="1">
            <a:spLocks noGrp="1"/>
          </p:cNvSpPr>
          <p:nvPr>
            <p:ph type="sldNum" sz="quarter" idx="2"/>
          </p:nvPr>
        </p:nvSpPr>
        <p:spPr>
          <a:xfrm>
            <a:off x="5892800" y="6172200"/>
            <a:ext cx="2844800" cy="368301"/>
          </a:xfrm>
          <a:prstGeom prst="rect">
            <a:avLst/>
          </a:prstGeom>
        </p:spPr>
        <p:txBody>
          <a:bodyPr lIns="45719" tIns="45719" rIns="45719" bIns="45719"/>
          <a:lstStyle>
            <a:lvl1pPr algn="r">
              <a:defRPr sz="1200"/>
            </a:lvl1pPr>
          </a:lstStyle>
          <a:p>
            <a:fld id="{86CB4B4D-7CA3-9044-876B-883B54F8677D}" type="slidenum">
              <a:rPr/>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Cover_Picture">
    <p:spTree>
      <p:nvGrpSpPr>
        <p:cNvPr id="1" name=""/>
        <p:cNvGrpSpPr/>
        <p:nvPr/>
      </p:nvGrpSpPr>
      <p:grpSpPr>
        <a:xfrm>
          <a:off x="0" y="0"/>
          <a:ext cx="0" cy="0"/>
          <a:chOff x="0" y="0"/>
          <a:chExt cx="0" cy="0"/>
        </a:xfrm>
      </p:grpSpPr>
      <p:sp>
        <p:nvSpPr>
          <p:cNvPr id="25" name="Picture Placeholder"/>
          <p:cNvSpPr>
            <a:spLocks noGrp="1"/>
          </p:cNvSpPr>
          <p:nvPr>
            <p:ph type="pic" sz="half" idx="21"/>
          </p:nvPr>
        </p:nvSpPr>
        <p:spPr>
          <a:xfrm>
            <a:off x="0" y="0"/>
            <a:ext cx="4800001" cy="6858000"/>
          </a:xfrm>
          <a:prstGeom prst="rect">
            <a:avLst/>
          </a:prstGeom>
        </p:spPr>
        <p:txBody>
          <a:bodyPr lIns="91439" tIns="45719" rIns="91439" bIns="45719">
            <a:noAutofit/>
          </a:bodyPr>
          <a:lstStyle/>
          <a:p>
            <a:endParaRPr/>
          </a:p>
        </p:txBody>
      </p:sp>
      <p:sp>
        <p:nvSpPr>
          <p:cNvPr id="26" name="Texte niveau 1…"/>
          <p:cNvSpPr txBox="1">
            <a:spLocks noGrp="1"/>
          </p:cNvSpPr>
          <p:nvPr>
            <p:ph type="body" sz="quarter" idx="1" hasCustomPrompt="1"/>
          </p:nvPr>
        </p:nvSpPr>
        <p:spPr>
          <a:xfrm>
            <a:off x="5087999" y="4320001"/>
            <a:ext cx="6674318" cy="332400"/>
          </a:xfrm>
          <a:prstGeom prst="rect">
            <a:avLst/>
          </a:prstGeom>
        </p:spPr>
        <p:txBody>
          <a:bodyPr/>
          <a:lstStyle>
            <a:lvl1pPr>
              <a:spcBef>
                <a:spcPts val="1200"/>
              </a:spcBef>
              <a:defRPr sz="2400" b="0">
                <a:solidFill>
                  <a:srgbClr val="E9041E"/>
                </a:solidFill>
              </a:defRPr>
            </a:lvl1pPr>
            <a:lvl2pPr marL="0" indent="609584">
              <a:spcBef>
                <a:spcPts val="1200"/>
              </a:spcBef>
              <a:buSzTx/>
              <a:buNone/>
              <a:defRPr sz="2400" b="0">
                <a:solidFill>
                  <a:srgbClr val="E9041E"/>
                </a:solidFill>
              </a:defRPr>
            </a:lvl2pPr>
            <a:lvl3pPr marL="0" indent="1219169">
              <a:spcBef>
                <a:spcPts val="1200"/>
              </a:spcBef>
              <a:buSzTx/>
              <a:buNone/>
              <a:defRPr sz="2400" b="0">
                <a:solidFill>
                  <a:srgbClr val="E9041E"/>
                </a:solidFill>
              </a:defRPr>
            </a:lvl3pPr>
            <a:lvl4pPr marL="0" indent="1828754">
              <a:spcBef>
                <a:spcPts val="1200"/>
              </a:spcBef>
              <a:buSzTx/>
              <a:buNone/>
              <a:defRPr sz="2400" b="0">
                <a:solidFill>
                  <a:srgbClr val="E9041E"/>
                </a:solidFill>
              </a:defRPr>
            </a:lvl4pPr>
            <a:lvl5pPr indent="2438338">
              <a:spcBef>
                <a:spcPts val="1200"/>
              </a:spcBef>
              <a:defRPr sz="2400" b="0">
                <a:solidFill>
                  <a:srgbClr val="E9041E"/>
                </a:solidFill>
              </a:defRPr>
            </a:lvl5pPr>
          </a:lstStyle>
          <a:p>
            <a:r>
              <a:t>Click to edit subtitle</a:t>
            </a:r>
          </a:p>
          <a:p>
            <a:pPr lvl="1"/>
            <a:endParaRPr/>
          </a:p>
          <a:p>
            <a:pPr lvl="2"/>
            <a:endParaRPr/>
          </a:p>
          <a:p>
            <a:pPr lvl="3"/>
            <a:endParaRPr/>
          </a:p>
          <a:p>
            <a:pPr lvl="4"/>
            <a:endParaRPr/>
          </a:p>
        </p:txBody>
      </p:sp>
      <p:sp>
        <p:nvSpPr>
          <p:cNvPr id="27" name="CLICK TO edit presentation title"/>
          <p:cNvSpPr txBox="1">
            <a:spLocks noGrp="1"/>
          </p:cNvSpPr>
          <p:nvPr>
            <p:ph type="title" hasCustomPrompt="1"/>
          </p:nvPr>
        </p:nvSpPr>
        <p:spPr>
          <a:xfrm>
            <a:off x="5087999" y="2721274"/>
            <a:ext cx="6674318" cy="1116204"/>
          </a:xfrm>
          <a:prstGeom prst="rect">
            <a:avLst/>
          </a:prstGeom>
        </p:spPr>
        <p:txBody>
          <a:bodyPr>
            <a:normAutofit/>
          </a:bodyPr>
          <a:lstStyle>
            <a:lvl1pPr>
              <a:lnSpc>
                <a:spcPct val="85000"/>
              </a:lnSpc>
              <a:defRPr sz="4200" b="1"/>
            </a:lvl1pPr>
          </a:lstStyle>
          <a:p>
            <a:r>
              <a:t>CLICK TO edit presentation title</a:t>
            </a:r>
          </a:p>
        </p:txBody>
      </p:sp>
      <p:sp>
        <p:nvSpPr>
          <p:cNvPr id="28" name="Privacy"/>
          <p:cNvSpPr>
            <a:spLocks noGrp="1"/>
          </p:cNvSpPr>
          <p:nvPr>
            <p:ph type="body" sz="quarter" idx="22" hasCustomPrompt="1"/>
          </p:nvPr>
        </p:nvSpPr>
        <p:spPr>
          <a:xfrm>
            <a:off x="8806378" y="208710"/>
            <a:ext cx="2955940" cy="184666"/>
          </a:xfrm>
          <a:prstGeom prst="rect">
            <a:avLst/>
          </a:prstGeom>
        </p:spPr>
        <p:txBody>
          <a:bodyPr anchor="ctr"/>
          <a:lstStyle>
            <a:lvl1pPr algn="r" defTabSz="1146019">
              <a:spcBef>
                <a:spcPts val="0"/>
              </a:spcBef>
              <a:defRPr sz="1222" b="0" cap="all" spc="188"/>
            </a:lvl1pPr>
          </a:lstStyle>
          <a:p>
            <a:r>
              <a:t>Niveau de confidentialité</a:t>
            </a:r>
          </a:p>
        </p:txBody>
      </p:sp>
      <p:sp>
        <p:nvSpPr>
          <p:cNvPr id="29" name="DatePresentation"/>
          <p:cNvSpPr>
            <a:spLocks noGrp="1"/>
          </p:cNvSpPr>
          <p:nvPr>
            <p:ph type="body" sz="quarter" idx="23" hasCustomPrompt="1"/>
          </p:nvPr>
        </p:nvSpPr>
        <p:spPr>
          <a:xfrm>
            <a:off x="5088001" y="219000"/>
            <a:ext cx="516874" cy="184603"/>
          </a:xfrm>
          <a:prstGeom prst="rect">
            <a:avLst/>
          </a:prstGeom>
        </p:spPr>
        <p:txBody>
          <a:bodyPr anchor="ctr"/>
          <a:lstStyle>
            <a:lvl1pPr defTabSz="1146019">
              <a:spcBef>
                <a:spcPts val="0"/>
              </a:spcBef>
              <a:defRPr sz="1222" b="0" cap="all" spc="188"/>
            </a:lvl1pPr>
          </a:lstStyle>
          <a:p>
            <a:r>
              <a:t>DATE</a:t>
            </a:r>
          </a:p>
        </p:txBody>
      </p:sp>
      <p:pic>
        <p:nvPicPr>
          <p:cNvPr id="30" name="Picture 8" descr="Picture 8"/>
          <p:cNvPicPr>
            <a:picLocks noChangeAspect="1"/>
          </p:cNvPicPr>
          <p:nvPr/>
        </p:nvPicPr>
        <p:blipFill>
          <a:blip r:embed="rId2"/>
          <a:stretch>
            <a:fillRect/>
          </a:stretch>
        </p:blipFill>
        <p:spPr>
          <a:xfrm>
            <a:off x="5088001" y="6060397"/>
            <a:ext cx="4061064" cy="571416"/>
          </a:xfrm>
          <a:prstGeom prst="rect">
            <a:avLst/>
          </a:prstGeom>
          <a:ln w="12700">
            <a:miter lim="400000"/>
          </a:ln>
        </p:spPr>
      </p:pic>
      <p:sp>
        <p:nvSpPr>
          <p:cNvPr id="31" name="Numéro de diapositive"/>
          <p:cNvSpPr txBox="1">
            <a:spLocks noGrp="1"/>
          </p:cNvSpPr>
          <p:nvPr>
            <p:ph type="sldNum" sz="quarter" idx="2"/>
          </p:nvPr>
        </p:nvSpPr>
        <p:spPr>
          <a:xfrm>
            <a:off x="5892800" y="6172200"/>
            <a:ext cx="2844800" cy="368301"/>
          </a:xfrm>
          <a:prstGeom prst="rect">
            <a:avLst/>
          </a:prstGeom>
        </p:spPr>
        <p:txBody>
          <a:bodyPr lIns="45719" tIns="45719" rIns="45719" bIns="45719"/>
          <a:lstStyle>
            <a:lvl1pPr algn="r">
              <a:defRPr sz="1200"/>
            </a:lvl1pPr>
          </a:lstStyle>
          <a:p>
            <a:fld id="{86CB4B4D-7CA3-9044-876B-883B54F8677D}" type="slidenum">
              <a:rPr/>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Divider_1_Color">
    <p:spTree>
      <p:nvGrpSpPr>
        <p:cNvPr id="1" name=""/>
        <p:cNvGrpSpPr/>
        <p:nvPr/>
      </p:nvGrpSpPr>
      <p:grpSpPr>
        <a:xfrm>
          <a:off x="0" y="0"/>
          <a:ext cx="0" cy="0"/>
          <a:chOff x="0" y="0"/>
          <a:chExt cx="0" cy="0"/>
        </a:xfrm>
      </p:grpSpPr>
      <p:sp>
        <p:nvSpPr>
          <p:cNvPr id="38" name="CLICK TO edit section title"/>
          <p:cNvSpPr txBox="1">
            <a:spLocks noGrp="1"/>
          </p:cNvSpPr>
          <p:nvPr>
            <p:ph type="title" hasCustomPrompt="1"/>
          </p:nvPr>
        </p:nvSpPr>
        <p:spPr>
          <a:xfrm>
            <a:off x="1344000" y="3347972"/>
            <a:ext cx="5280000" cy="1004507"/>
          </a:xfrm>
          <a:prstGeom prst="rect">
            <a:avLst/>
          </a:prstGeom>
        </p:spPr>
        <p:txBody>
          <a:bodyPr anchor="t">
            <a:normAutofit/>
          </a:bodyPr>
          <a:lstStyle>
            <a:lvl1pPr>
              <a:defRPr sz="4200" b="1">
                <a:solidFill>
                  <a:srgbClr val="010101"/>
                </a:solidFill>
                <a:latin typeface="Source Sans Pro"/>
                <a:ea typeface="Source Sans Pro"/>
                <a:cs typeface="Source Sans Pro"/>
                <a:sym typeface="Source Sans Pro"/>
              </a:defRPr>
            </a:lvl1pPr>
          </a:lstStyle>
          <a:p>
            <a:r>
              <a:t>CLICK TO edit section title</a:t>
            </a:r>
          </a:p>
        </p:txBody>
      </p:sp>
      <p:sp>
        <p:nvSpPr>
          <p:cNvPr id="39" name="Texte niveau 1…"/>
          <p:cNvSpPr txBox="1">
            <a:spLocks noGrp="1"/>
          </p:cNvSpPr>
          <p:nvPr>
            <p:ph type="body" sz="quarter" idx="1" hasCustomPrompt="1"/>
          </p:nvPr>
        </p:nvSpPr>
        <p:spPr>
          <a:xfrm>
            <a:off x="1344001" y="1826540"/>
            <a:ext cx="562656" cy="1161281"/>
          </a:xfrm>
          <a:prstGeom prst="rect">
            <a:avLst/>
          </a:prstGeom>
        </p:spPr>
        <p:txBody>
          <a:bodyPr anchor="b"/>
          <a:lstStyle>
            <a:lvl1pPr marL="914377" indent="-1154371">
              <a:lnSpc>
                <a:spcPct val="85000"/>
              </a:lnSpc>
              <a:spcBef>
                <a:spcPts val="0"/>
              </a:spcBef>
              <a:defRPr sz="8800" cap="all">
                <a:latin typeface="Montserrat ExtraBold"/>
                <a:ea typeface="Montserrat ExtraBold"/>
                <a:cs typeface="Montserrat ExtraBold"/>
                <a:sym typeface="Montserrat ExtraBold"/>
              </a:defRPr>
            </a:lvl1pPr>
            <a:lvl2pPr marL="1247967" indent="-1055972">
              <a:lnSpc>
                <a:spcPct val="85000"/>
              </a:lnSpc>
              <a:spcBef>
                <a:spcPts val="0"/>
              </a:spcBef>
              <a:defRPr sz="8800" cap="all">
                <a:latin typeface="Montserrat ExtraBold"/>
                <a:ea typeface="Montserrat ExtraBold"/>
                <a:cs typeface="Montserrat ExtraBold"/>
                <a:sym typeface="Montserrat ExtraBold"/>
              </a:defRPr>
            </a:lvl2pPr>
            <a:lvl3pPr marL="1439963" indent="-1055972">
              <a:lnSpc>
                <a:spcPct val="85000"/>
              </a:lnSpc>
              <a:spcBef>
                <a:spcPts val="0"/>
              </a:spcBef>
              <a:defRPr sz="8800" cap="all">
                <a:latin typeface="Montserrat ExtraBold"/>
                <a:ea typeface="Montserrat ExtraBold"/>
                <a:cs typeface="Montserrat ExtraBold"/>
                <a:sym typeface="Montserrat ExtraBold"/>
              </a:defRPr>
            </a:lvl3pPr>
            <a:lvl4pPr marL="1631958" indent="-1055972">
              <a:lnSpc>
                <a:spcPct val="85000"/>
              </a:lnSpc>
              <a:spcBef>
                <a:spcPts val="0"/>
              </a:spcBef>
              <a:defRPr sz="8800" cap="all">
                <a:latin typeface="Montserrat ExtraBold"/>
                <a:ea typeface="Montserrat ExtraBold"/>
                <a:cs typeface="Montserrat ExtraBold"/>
                <a:sym typeface="Montserrat ExtraBold"/>
              </a:defRPr>
            </a:lvl4pPr>
            <a:lvl5pPr marL="914377" indent="-914377">
              <a:lnSpc>
                <a:spcPct val="85000"/>
              </a:lnSpc>
              <a:spcBef>
                <a:spcPts val="0"/>
              </a:spcBef>
              <a:defRPr sz="8800" cap="all">
                <a:latin typeface="Montserrat ExtraBold"/>
                <a:ea typeface="Montserrat ExtraBold"/>
                <a:cs typeface="Montserrat ExtraBold"/>
                <a:sym typeface="Montserrat ExtraBold"/>
              </a:defRPr>
            </a:lvl5pPr>
          </a:lstStyle>
          <a:p>
            <a:r>
              <a:t>#</a:t>
            </a:r>
          </a:p>
          <a:p>
            <a:pPr lvl="1"/>
            <a:endParaRPr/>
          </a:p>
          <a:p>
            <a:pPr lvl="2"/>
            <a:endParaRPr/>
          </a:p>
          <a:p>
            <a:pPr lvl="3"/>
            <a:endParaRPr/>
          </a:p>
          <a:p>
            <a:pPr lvl="4"/>
            <a:endParaRPr/>
          </a:p>
        </p:txBody>
      </p:sp>
      <p:sp>
        <p:nvSpPr>
          <p:cNvPr id="40" name="Rectangle 11"/>
          <p:cNvSpPr/>
          <p:nvPr/>
        </p:nvSpPr>
        <p:spPr>
          <a:xfrm>
            <a:off x="6911999" y="0"/>
            <a:ext cx="5280001" cy="6859200"/>
          </a:xfrm>
          <a:prstGeom prst="rect">
            <a:avLst/>
          </a:prstGeom>
          <a:solidFill>
            <a:srgbClr val="E9041E"/>
          </a:solidFill>
          <a:ln w="12700">
            <a:miter lim="400000"/>
          </a:ln>
        </p:spPr>
        <p:txBody>
          <a:bodyPr lIns="0" tIns="0" rIns="0" bIns="0" anchor="ctr"/>
          <a:lstStyle/>
          <a:p>
            <a:pPr algn="ctr">
              <a:defRPr sz="1200">
                <a:solidFill>
                  <a:srgbClr val="FFFFFF"/>
                </a:solidFill>
              </a:defRPr>
            </a:pPr>
            <a:endParaRPr/>
          </a:p>
        </p:txBody>
      </p:sp>
      <p:sp>
        <p:nvSpPr>
          <p:cNvPr id="41" name="Rectangle 7"/>
          <p:cNvSpPr/>
          <p:nvPr/>
        </p:nvSpPr>
        <p:spPr>
          <a:xfrm>
            <a:off x="516871" y="2998152"/>
            <a:ext cx="6957708" cy="120001"/>
          </a:xfrm>
          <a:prstGeom prst="rect">
            <a:avLst/>
          </a:prstGeom>
          <a:solidFill>
            <a:srgbClr val="010101"/>
          </a:solidFill>
          <a:ln w="12700">
            <a:miter lim="400000"/>
          </a:ln>
        </p:spPr>
        <p:txBody>
          <a:bodyPr lIns="0" tIns="0" rIns="0" bIns="0" anchor="ctr"/>
          <a:lstStyle/>
          <a:p>
            <a:pPr algn="ctr">
              <a:defRPr sz="1200">
                <a:solidFill>
                  <a:srgbClr val="FFFFFF"/>
                </a:solidFill>
                <a:latin typeface="Quicksand Medium"/>
                <a:ea typeface="Quicksand Medium"/>
                <a:cs typeface="Quicksand Medium"/>
                <a:sym typeface="Quicksand Light"/>
              </a:defRPr>
            </a:pPr>
            <a:endParaRPr/>
          </a:p>
        </p:txBody>
      </p:sp>
      <p:pic>
        <p:nvPicPr>
          <p:cNvPr id="42" name="Picture 9" descr="Picture 9"/>
          <p:cNvPicPr>
            <a:picLocks noChangeAspect="1"/>
          </p:cNvPicPr>
          <p:nvPr/>
        </p:nvPicPr>
        <p:blipFill>
          <a:blip r:embed="rId2"/>
          <a:stretch>
            <a:fillRect/>
          </a:stretch>
        </p:blipFill>
        <p:spPr>
          <a:xfrm>
            <a:off x="1344000" y="6155351"/>
            <a:ext cx="2398185" cy="468372"/>
          </a:xfrm>
          <a:prstGeom prst="rect">
            <a:avLst/>
          </a:prstGeom>
          <a:ln w="12700">
            <a:miter lim="400000"/>
          </a:ln>
        </p:spPr>
      </p:pic>
      <p:sp>
        <p:nvSpPr>
          <p:cNvPr id="43" name="Numéro de diapositive"/>
          <p:cNvSpPr txBox="1">
            <a:spLocks noGrp="1"/>
          </p:cNvSpPr>
          <p:nvPr>
            <p:ph type="sldNum" sz="quarter" idx="2"/>
          </p:nvPr>
        </p:nvSpPr>
        <p:spPr>
          <a:xfrm>
            <a:off x="5892800" y="6172200"/>
            <a:ext cx="2844800" cy="368301"/>
          </a:xfrm>
          <a:prstGeom prst="rect">
            <a:avLst/>
          </a:prstGeom>
        </p:spPr>
        <p:txBody>
          <a:bodyPr lIns="45719" tIns="45719" rIns="45719" bIns="45719"/>
          <a:lstStyle>
            <a:lvl1pPr algn="r">
              <a:defRPr sz="1200"/>
            </a:lvl1pPr>
          </a:lstStyle>
          <a:p>
            <a:fld id="{86CB4B4D-7CA3-9044-876B-883B54F8677D}" type="slidenum">
              <a:rPr/>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Divider_1_Picture">
    <p:spTree>
      <p:nvGrpSpPr>
        <p:cNvPr id="1" name=""/>
        <p:cNvGrpSpPr/>
        <p:nvPr/>
      </p:nvGrpSpPr>
      <p:grpSpPr>
        <a:xfrm>
          <a:off x="0" y="0"/>
          <a:ext cx="0" cy="0"/>
          <a:chOff x="0" y="0"/>
          <a:chExt cx="0" cy="0"/>
        </a:xfrm>
      </p:grpSpPr>
      <p:sp>
        <p:nvSpPr>
          <p:cNvPr id="50" name="CLICK TO edit section title"/>
          <p:cNvSpPr txBox="1">
            <a:spLocks noGrp="1"/>
          </p:cNvSpPr>
          <p:nvPr>
            <p:ph type="title" hasCustomPrompt="1"/>
          </p:nvPr>
        </p:nvSpPr>
        <p:spPr>
          <a:xfrm>
            <a:off x="1344000" y="3350400"/>
            <a:ext cx="5280000" cy="1004507"/>
          </a:xfrm>
          <a:prstGeom prst="rect">
            <a:avLst/>
          </a:prstGeom>
        </p:spPr>
        <p:txBody>
          <a:bodyPr anchor="t">
            <a:normAutofit/>
          </a:bodyPr>
          <a:lstStyle>
            <a:lvl1pPr>
              <a:defRPr sz="4200" b="1">
                <a:latin typeface="Source Sans Pro"/>
                <a:ea typeface="Source Sans Pro"/>
                <a:cs typeface="Source Sans Pro"/>
                <a:sym typeface="Source Sans Pro"/>
              </a:defRPr>
            </a:lvl1pPr>
          </a:lstStyle>
          <a:p>
            <a:r>
              <a:t>CLICK TO edit section title</a:t>
            </a:r>
          </a:p>
        </p:txBody>
      </p:sp>
      <p:sp>
        <p:nvSpPr>
          <p:cNvPr id="51" name="Texte niveau 1…"/>
          <p:cNvSpPr txBox="1">
            <a:spLocks noGrp="1"/>
          </p:cNvSpPr>
          <p:nvPr>
            <p:ph type="body" sz="quarter" idx="1" hasCustomPrompt="1"/>
          </p:nvPr>
        </p:nvSpPr>
        <p:spPr>
          <a:xfrm>
            <a:off x="1344001" y="1828203"/>
            <a:ext cx="562656" cy="1161281"/>
          </a:xfrm>
          <a:prstGeom prst="rect">
            <a:avLst/>
          </a:prstGeom>
        </p:spPr>
        <p:txBody>
          <a:bodyPr anchor="b"/>
          <a:lstStyle>
            <a:lvl1pPr marL="914377" indent="-1154371">
              <a:lnSpc>
                <a:spcPct val="85000"/>
              </a:lnSpc>
              <a:spcBef>
                <a:spcPts val="0"/>
              </a:spcBef>
              <a:defRPr sz="8800" cap="all">
                <a:solidFill>
                  <a:srgbClr val="E9041E"/>
                </a:solidFill>
                <a:latin typeface="Montserrat ExtraBold"/>
                <a:ea typeface="Montserrat ExtraBold"/>
                <a:cs typeface="Montserrat ExtraBold"/>
                <a:sym typeface="Montserrat ExtraBold"/>
              </a:defRPr>
            </a:lvl1pPr>
            <a:lvl2pPr marL="1247967" indent="-1055972">
              <a:lnSpc>
                <a:spcPct val="85000"/>
              </a:lnSpc>
              <a:spcBef>
                <a:spcPts val="0"/>
              </a:spcBef>
              <a:defRPr sz="8800" cap="all">
                <a:solidFill>
                  <a:srgbClr val="E9041E"/>
                </a:solidFill>
                <a:latin typeface="Montserrat ExtraBold"/>
                <a:ea typeface="Montserrat ExtraBold"/>
                <a:cs typeface="Montserrat ExtraBold"/>
                <a:sym typeface="Montserrat ExtraBold"/>
              </a:defRPr>
            </a:lvl2pPr>
            <a:lvl3pPr marL="1439963" indent="-1055972">
              <a:lnSpc>
                <a:spcPct val="85000"/>
              </a:lnSpc>
              <a:spcBef>
                <a:spcPts val="0"/>
              </a:spcBef>
              <a:defRPr sz="8800" cap="all">
                <a:solidFill>
                  <a:srgbClr val="E9041E"/>
                </a:solidFill>
                <a:latin typeface="Montserrat ExtraBold"/>
                <a:ea typeface="Montserrat ExtraBold"/>
                <a:cs typeface="Montserrat ExtraBold"/>
                <a:sym typeface="Montserrat ExtraBold"/>
              </a:defRPr>
            </a:lvl3pPr>
            <a:lvl4pPr marL="1631958" indent="-1055972">
              <a:lnSpc>
                <a:spcPct val="85000"/>
              </a:lnSpc>
              <a:spcBef>
                <a:spcPts val="0"/>
              </a:spcBef>
              <a:defRPr sz="8800" cap="all">
                <a:solidFill>
                  <a:srgbClr val="E9041E"/>
                </a:solidFill>
                <a:latin typeface="Montserrat ExtraBold"/>
                <a:ea typeface="Montserrat ExtraBold"/>
                <a:cs typeface="Montserrat ExtraBold"/>
                <a:sym typeface="Montserrat ExtraBold"/>
              </a:defRPr>
            </a:lvl4pPr>
            <a:lvl5pPr marL="914377" indent="-914377">
              <a:lnSpc>
                <a:spcPct val="85000"/>
              </a:lnSpc>
              <a:spcBef>
                <a:spcPts val="0"/>
              </a:spcBef>
              <a:defRPr sz="8800" cap="all">
                <a:solidFill>
                  <a:srgbClr val="E9041E"/>
                </a:solidFill>
                <a:latin typeface="Montserrat ExtraBold"/>
                <a:ea typeface="Montserrat ExtraBold"/>
                <a:cs typeface="Montserrat ExtraBold"/>
                <a:sym typeface="Montserrat ExtraBold"/>
              </a:defRPr>
            </a:lvl5pPr>
          </a:lstStyle>
          <a:p>
            <a:r>
              <a:t>#</a:t>
            </a:r>
          </a:p>
          <a:p>
            <a:pPr lvl="1"/>
            <a:endParaRPr/>
          </a:p>
          <a:p>
            <a:pPr lvl="2"/>
            <a:endParaRPr/>
          </a:p>
          <a:p>
            <a:pPr lvl="3"/>
            <a:endParaRPr/>
          </a:p>
          <a:p>
            <a:pPr lvl="4"/>
            <a:endParaRPr/>
          </a:p>
        </p:txBody>
      </p:sp>
      <p:sp>
        <p:nvSpPr>
          <p:cNvPr id="52" name="Picture Placeholder"/>
          <p:cNvSpPr>
            <a:spLocks noGrp="1"/>
          </p:cNvSpPr>
          <p:nvPr>
            <p:ph type="pic" idx="21"/>
          </p:nvPr>
        </p:nvSpPr>
        <p:spPr>
          <a:xfrm>
            <a:off x="6911999" y="0"/>
            <a:ext cx="5280001" cy="6858000"/>
          </a:xfrm>
          <a:prstGeom prst="rect">
            <a:avLst/>
          </a:prstGeom>
        </p:spPr>
        <p:txBody>
          <a:bodyPr lIns="91439" tIns="45719" rIns="91439" bIns="45719">
            <a:noAutofit/>
          </a:bodyPr>
          <a:lstStyle/>
          <a:p>
            <a:endParaRPr/>
          </a:p>
        </p:txBody>
      </p:sp>
      <p:pic>
        <p:nvPicPr>
          <p:cNvPr id="53" name="Picture 6" descr="Picture 6"/>
          <p:cNvPicPr>
            <a:picLocks noChangeAspect="1"/>
          </p:cNvPicPr>
          <p:nvPr/>
        </p:nvPicPr>
        <p:blipFill>
          <a:blip r:embed="rId2"/>
          <a:stretch>
            <a:fillRect/>
          </a:stretch>
        </p:blipFill>
        <p:spPr>
          <a:xfrm>
            <a:off x="1344000" y="6155351"/>
            <a:ext cx="2398185" cy="468372"/>
          </a:xfrm>
          <a:prstGeom prst="rect">
            <a:avLst/>
          </a:prstGeom>
          <a:ln w="12700">
            <a:miter lim="400000"/>
          </a:ln>
        </p:spPr>
      </p:pic>
      <p:sp>
        <p:nvSpPr>
          <p:cNvPr id="54" name="Rectangle 7"/>
          <p:cNvSpPr/>
          <p:nvPr/>
        </p:nvSpPr>
        <p:spPr>
          <a:xfrm>
            <a:off x="516870" y="3000000"/>
            <a:ext cx="4272002" cy="120001"/>
          </a:xfrm>
          <a:prstGeom prst="rect">
            <a:avLst/>
          </a:prstGeom>
          <a:solidFill>
            <a:srgbClr val="E9041E"/>
          </a:solidFill>
          <a:ln w="12700">
            <a:miter lim="400000"/>
          </a:ln>
        </p:spPr>
        <p:txBody>
          <a:bodyPr lIns="0" tIns="0" rIns="0" bIns="0" anchor="ctr"/>
          <a:lstStyle/>
          <a:p>
            <a:pPr algn="ctr">
              <a:defRPr sz="1200">
                <a:solidFill>
                  <a:srgbClr val="FFFFFF"/>
                </a:solidFill>
                <a:latin typeface="Quicksand Medium"/>
                <a:ea typeface="Quicksand Medium"/>
                <a:cs typeface="Quicksand Medium"/>
                <a:sym typeface="Quicksand Light"/>
              </a:defRPr>
            </a:pPr>
            <a:endParaRPr/>
          </a:p>
        </p:txBody>
      </p:sp>
      <p:sp>
        <p:nvSpPr>
          <p:cNvPr id="55" name="Numéro de diapositive"/>
          <p:cNvSpPr txBox="1">
            <a:spLocks noGrp="1"/>
          </p:cNvSpPr>
          <p:nvPr>
            <p:ph type="sldNum" sz="quarter" idx="2"/>
          </p:nvPr>
        </p:nvSpPr>
        <p:spPr>
          <a:xfrm>
            <a:off x="5892800" y="6172200"/>
            <a:ext cx="2844800" cy="368301"/>
          </a:xfrm>
          <a:prstGeom prst="rect">
            <a:avLst/>
          </a:prstGeom>
        </p:spPr>
        <p:txBody>
          <a:bodyPr lIns="45719" tIns="45719" rIns="45719" bIns="45719"/>
          <a:lstStyle>
            <a:lvl1pPr algn="r">
              <a:defRPr sz="1200"/>
            </a:lvl1pPr>
          </a:lstStyle>
          <a:p>
            <a:fld id="{86CB4B4D-7CA3-9044-876B-883B54F8677D}" type="slidenum">
              <a:rPr/>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Divider_2_Color">
    <p:spTree>
      <p:nvGrpSpPr>
        <p:cNvPr id="1" name=""/>
        <p:cNvGrpSpPr/>
        <p:nvPr/>
      </p:nvGrpSpPr>
      <p:grpSpPr>
        <a:xfrm>
          <a:off x="0" y="0"/>
          <a:ext cx="0" cy="0"/>
          <a:chOff x="0" y="0"/>
          <a:chExt cx="0" cy="0"/>
        </a:xfrm>
      </p:grpSpPr>
      <p:sp>
        <p:nvSpPr>
          <p:cNvPr id="62" name="CLICK TO edit section title"/>
          <p:cNvSpPr txBox="1">
            <a:spLocks noGrp="1"/>
          </p:cNvSpPr>
          <p:nvPr>
            <p:ph type="title" hasCustomPrompt="1"/>
          </p:nvPr>
        </p:nvSpPr>
        <p:spPr>
          <a:xfrm>
            <a:off x="1055999" y="2210437"/>
            <a:ext cx="5280001" cy="1006367"/>
          </a:xfrm>
          <a:prstGeom prst="rect">
            <a:avLst/>
          </a:prstGeom>
        </p:spPr>
        <p:txBody>
          <a:bodyPr>
            <a:normAutofit/>
          </a:bodyPr>
          <a:lstStyle>
            <a:lvl1pPr>
              <a:defRPr sz="4200" b="1">
                <a:solidFill>
                  <a:srgbClr val="010101"/>
                </a:solidFill>
              </a:defRPr>
            </a:lvl1pPr>
          </a:lstStyle>
          <a:p>
            <a:r>
              <a:t>CLICK TO edit section title</a:t>
            </a:r>
          </a:p>
        </p:txBody>
      </p:sp>
      <p:sp>
        <p:nvSpPr>
          <p:cNvPr id="63" name="Texte niveau 1…"/>
          <p:cNvSpPr txBox="1">
            <a:spLocks noGrp="1"/>
          </p:cNvSpPr>
          <p:nvPr>
            <p:ph type="body" sz="quarter" idx="1" hasCustomPrompt="1"/>
          </p:nvPr>
        </p:nvSpPr>
        <p:spPr>
          <a:xfrm>
            <a:off x="1055999" y="3637355"/>
            <a:ext cx="5280001" cy="332400"/>
          </a:xfrm>
          <a:prstGeom prst="rect">
            <a:avLst/>
          </a:prstGeom>
        </p:spPr>
        <p:txBody>
          <a:bodyPr/>
          <a:lstStyle>
            <a:lvl1pPr>
              <a:spcBef>
                <a:spcPts val="500"/>
              </a:spcBef>
              <a:defRPr sz="2400" b="0"/>
            </a:lvl1pPr>
            <a:lvl2pPr marL="0" indent="0">
              <a:spcBef>
                <a:spcPts val="500"/>
              </a:spcBef>
              <a:buSzTx/>
              <a:buNone/>
              <a:defRPr sz="2400" b="0"/>
            </a:lvl2pPr>
            <a:lvl3pPr marL="0" indent="1219169">
              <a:spcBef>
                <a:spcPts val="500"/>
              </a:spcBef>
              <a:buSzTx/>
              <a:buNone/>
              <a:defRPr sz="2400" b="0"/>
            </a:lvl3pPr>
            <a:lvl4pPr marL="0" indent="1828754">
              <a:spcBef>
                <a:spcPts val="500"/>
              </a:spcBef>
              <a:buSzTx/>
              <a:buNone/>
              <a:defRPr sz="2400" b="0"/>
            </a:lvl4pPr>
            <a:lvl5pPr indent="2438338">
              <a:spcBef>
                <a:spcPts val="500"/>
              </a:spcBef>
              <a:defRPr sz="2400" b="0"/>
            </a:lvl5pPr>
          </a:lstStyle>
          <a:p>
            <a:r>
              <a:t>Click to edit subsection title</a:t>
            </a:r>
          </a:p>
          <a:p>
            <a:pPr lvl="1"/>
            <a:endParaRPr/>
          </a:p>
          <a:p>
            <a:pPr lvl="2"/>
            <a:endParaRPr/>
          </a:p>
          <a:p>
            <a:pPr lvl="3"/>
            <a:endParaRPr/>
          </a:p>
          <a:p>
            <a:pPr lvl="4"/>
            <a:endParaRPr/>
          </a:p>
        </p:txBody>
      </p:sp>
      <p:sp>
        <p:nvSpPr>
          <p:cNvPr id="64" name="Rectangle 11"/>
          <p:cNvSpPr/>
          <p:nvPr/>
        </p:nvSpPr>
        <p:spPr>
          <a:xfrm>
            <a:off x="6911999" y="0"/>
            <a:ext cx="5280001" cy="6859200"/>
          </a:xfrm>
          <a:prstGeom prst="rect">
            <a:avLst/>
          </a:prstGeom>
          <a:solidFill>
            <a:srgbClr val="E9041E"/>
          </a:solidFill>
          <a:ln w="12700">
            <a:miter lim="400000"/>
          </a:ln>
        </p:spPr>
        <p:txBody>
          <a:bodyPr lIns="0" tIns="0" rIns="0" bIns="0" anchor="ctr"/>
          <a:lstStyle/>
          <a:p>
            <a:pPr algn="ctr">
              <a:defRPr sz="1200">
                <a:solidFill>
                  <a:srgbClr val="FFFFFF"/>
                </a:solidFill>
              </a:defRPr>
            </a:pPr>
            <a:endParaRPr/>
          </a:p>
        </p:txBody>
      </p:sp>
      <p:sp>
        <p:nvSpPr>
          <p:cNvPr id="65" name="Rectangle 7"/>
          <p:cNvSpPr/>
          <p:nvPr/>
        </p:nvSpPr>
        <p:spPr>
          <a:xfrm>
            <a:off x="516871" y="3322651"/>
            <a:ext cx="6957708" cy="120001"/>
          </a:xfrm>
          <a:prstGeom prst="rect">
            <a:avLst/>
          </a:prstGeom>
          <a:solidFill>
            <a:srgbClr val="010101"/>
          </a:solidFill>
          <a:ln w="12700">
            <a:miter lim="400000"/>
          </a:ln>
        </p:spPr>
        <p:txBody>
          <a:bodyPr lIns="0" tIns="0" rIns="0" bIns="0" anchor="ctr"/>
          <a:lstStyle/>
          <a:p>
            <a:pPr algn="ctr">
              <a:defRPr sz="1200">
                <a:solidFill>
                  <a:srgbClr val="FFFFFF"/>
                </a:solidFill>
                <a:latin typeface="Quicksand Medium"/>
                <a:ea typeface="Quicksand Medium"/>
                <a:cs typeface="Quicksand Medium"/>
                <a:sym typeface="Quicksand Light"/>
              </a:defRPr>
            </a:pPr>
            <a:endParaRPr/>
          </a:p>
        </p:txBody>
      </p:sp>
      <p:pic>
        <p:nvPicPr>
          <p:cNvPr id="66" name="Picture 6" descr="Picture 6"/>
          <p:cNvPicPr>
            <a:picLocks noChangeAspect="1"/>
          </p:cNvPicPr>
          <p:nvPr/>
        </p:nvPicPr>
        <p:blipFill>
          <a:blip r:embed="rId2"/>
          <a:stretch>
            <a:fillRect/>
          </a:stretch>
        </p:blipFill>
        <p:spPr>
          <a:xfrm>
            <a:off x="1055999" y="6155351"/>
            <a:ext cx="2398186" cy="468372"/>
          </a:xfrm>
          <a:prstGeom prst="rect">
            <a:avLst/>
          </a:prstGeom>
          <a:ln w="12700">
            <a:miter lim="400000"/>
          </a:ln>
        </p:spPr>
      </p:pic>
      <p:sp>
        <p:nvSpPr>
          <p:cNvPr id="67" name="Numéro de diapositive"/>
          <p:cNvSpPr txBox="1">
            <a:spLocks noGrp="1"/>
          </p:cNvSpPr>
          <p:nvPr>
            <p:ph type="sldNum" sz="quarter" idx="2"/>
          </p:nvPr>
        </p:nvSpPr>
        <p:spPr>
          <a:xfrm>
            <a:off x="5892800" y="6172200"/>
            <a:ext cx="2844800" cy="368301"/>
          </a:xfrm>
          <a:prstGeom prst="rect">
            <a:avLst/>
          </a:prstGeom>
        </p:spPr>
        <p:txBody>
          <a:bodyPr lIns="45719" tIns="45719" rIns="45719" bIns="45719"/>
          <a:lstStyle>
            <a:lvl1pPr algn="r">
              <a:defRPr sz="1200"/>
            </a:lvl1pPr>
          </a:lstStyle>
          <a:p>
            <a:fld id="{86CB4B4D-7CA3-9044-876B-883B54F8677D}" type="slidenum">
              <a:rPr/>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Divider_2_Picture">
    <p:spTree>
      <p:nvGrpSpPr>
        <p:cNvPr id="1" name=""/>
        <p:cNvGrpSpPr/>
        <p:nvPr/>
      </p:nvGrpSpPr>
      <p:grpSpPr>
        <a:xfrm>
          <a:off x="0" y="0"/>
          <a:ext cx="0" cy="0"/>
          <a:chOff x="0" y="0"/>
          <a:chExt cx="0" cy="0"/>
        </a:xfrm>
      </p:grpSpPr>
      <p:sp>
        <p:nvSpPr>
          <p:cNvPr id="74" name="CLICK TO edit section title"/>
          <p:cNvSpPr txBox="1">
            <a:spLocks noGrp="1"/>
          </p:cNvSpPr>
          <p:nvPr>
            <p:ph type="title" hasCustomPrompt="1"/>
          </p:nvPr>
        </p:nvSpPr>
        <p:spPr>
          <a:xfrm>
            <a:off x="1055999" y="2212237"/>
            <a:ext cx="5520001" cy="1006367"/>
          </a:xfrm>
          <a:prstGeom prst="rect">
            <a:avLst/>
          </a:prstGeom>
        </p:spPr>
        <p:txBody>
          <a:bodyPr>
            <a:normAutofit/>
          </a:bodyPr>
          <a:lstStyle>
            <a:lvl1pPr>
              <a:defRPr sz="4200" b="1"/>
            </a:lvl1pPr>
          </a:lstStyle>
          <a:p>
            <a:r>
              <a:t>CLICK TO edit section title</a:t>
            </a:r>
          </a:p>
        </p:txBody>
      </p:sp>
      <p:sp>
        <p:nvSpPr>
          <p:cNvPr id="75" name="Texte niveau 1…"/>
          <p:cNvSpPr txBox="1">
            <a:spLocks noGrp="1"/>
          </p:cNvSpPr>
          <p:nvPr>
            <p:ph type="body" sz="quarter" idx="1" hasCustomPrompt="1"/>
          </p:nvPr>
        </p:nvSpPr>
        <p:spPr>
          <a:xfrm>
            <a:off x="1055999" y="3638401"/>
            <a:ext cx="5520001" cy="332400"/>
          </a:xfrm>
          <a:prstGeom prst="rect">
            <a:avLst/>
          </a:prstGeom>
        </p:spPr>
        <p:txBody>
          <a:bodyPr/>
          <a:lstStyle>
            <a:lvl1pPr>
              <a:spcBef>
                <a:spcPts val="500"/>
              </a:spcBef>
              <a:defRPr sz="2400" b="0"/>
            </a:lvl1pPr>
            <a:lvl2pPr marL="0" indent="0">
              <a:spcBef>
                <a:spcPts val="500"/>
              </a:spcBef>
              <a:buSzTx/>
              <a:buNone/>
              <a:defRPr sz="2400" b="0"/>
            </a:lvl2pPr>
            <a:lvl3pPr marL="0" indent="1219169">
              <a:spcBef>
                <a:spcPts val="500"/>
              </a:spcBef>
              <a:buSzTx/>
              <a:buNone/>
              <a:defRPr sz="2400" b="0"/>
            </a:lvl3pPr>
            <a:lvl4pPr marL="0" indent="1828754">
              <a:spcBef>
                <a:spcPts val="500"/>
              </a:spcBef>
              <a:buSzTx/>
              <a:buNone/>
              <a:defRPr sz="2400" b="0"/>
            </a:lvl4pPr>
            <a:lvl5pPr indent="2438338">
              <a:spcBef>
                <a:spcPts val="500"/>
              </a:spcBef>
              <a:defRPr sz="2400" b="0"/>
            </a:lvl5pPr>
          </a:lstStyle>
          <a:p>
            <a:r>
              <a:t>Click to edit subsection title</a:t>
            </a:r>
          </a:p>
          <a:p>
            <a:pPr lvl="1"/>
            <a:endParaRPr/>
          </a:p>
          <a:p>
            <a:pPr lvl="2"/>
            <a:endParaRPr/>
          </a:p>
          <a:p>
            <a:pPr lvl="3"/>
            <a:endParaRPr/>
          </a:p>
          <a:p>
            <a:pPr lvl="4"/>
            <a:endParaRPr/>
          </a:p>
        </p:txBody>
      </p:sp>
      <p:sp>
        <p:nvSpPr>
          <p:cNvPr id="76" name="Picture Placeholder"/>
          <p:cNvSpPr>
            <a:spLocks noGrp="1"/>
          </p:cNvSpPr>
          <p:nvPr>
            <p:ph type="pic" idx="21"/>
          </p:nvPr>
        </p:nvSpPr>
        <p:spPr>
          <a:xfrm>
            <a:off x="6911999" y="0"/>
            <a:ext cx="5280001" cy="6858000"/>
          </a:xfrm>
          <a:prstGeom prst="rect">
            <a:avLst/>
          </a:prstGeom>
        </p:spPr>
        <p:txBody>
          <a:bodyPr lIns="91439" tIns="45719" rIns="91439" bIns="45719">
            <a:noAutofit/>
          </a:bodyPr>
          <a:lstStyle/>
          <a:p>
            <a:endParaRPr/>
          </a:p>
        </p:txBody>
      </p:sp>
      <p:pic>
        <p:nvPicPr>
          <p:cNvPr id="77" name="Picture 5" descr="Picture 5"/>
          <p:cNvPicPr>
            <a:picLocks noChangeAspect="1"/>
          </p:cNvPicPr>
          <p:nvPr/>
        </p:nvPicPr>
        <p:blipFill>
          <a:blip r:embed="rId2"/>
          <a:stretch>
            <a:fillRect/>
          </a:stretch>
        </p:blipFill>
        <p:spPr>
          <a:xfrm>
            <a:off x="1055999" y="6155351"/>
            <a:ext cx="2398186" cy="468372"/>
          </a:xfrm>
          <a:prstGeom prst="rect">
            <a:avLst/>
          </a:prstGeom>
          <a:ln w="12700">
            <a:miter lim="400000"/>
          </a:ln>
        </p:spPr>
      </p:pic>
      <p:sp>
        <p:nvSpPr>
          <p:cNvPr id="78" name="Rectangle 6"/>
          <p:cNvSpPr/>
          <p:nvPr/>
        </p:nvSpPr>
        <p:spPr>
          <a:xfrm>
            <a:off x="516870" y="3322651"/>
            <a:ext cx="4272002" cy="120001"/>
          </a:xfrm>
          <a:prstGeom prst="rect">
            <a:avLst/>
          </a:prstGeom>
          <a:solidFill>
            <a:srgbClr val="E9041E"/>
          </a:solidFill>
          <a:ln w="12700">
            <a:miter lim="400000"/>
          </a:ln>
        </p:spPr>
        <p:txBody>
          <a:bodyPr lIns="0" tIns="0" rIns="0" bIns="0" anchor="ctr"/>
          <a:lstStyle/>
          <a:p>
            <a:pPr algn="ctr">
              <a:defRPr sz="1200">
                <a:solidFill>
                  <a:srgbClr val="FFFFFF"/>
                </a:solidFill>
                <a:latin typeface="Quicksand Medium"/>
                <a:ea typeface="Quicksand Medium"/>
                <a:cs typeface="Quicksand Medium"/>
                <a:sym typeface="Quicksand Light"/>
              </a:defRPr>
            </a:pPr>
            <a:endParaRPr/>
          </a:p>
        </p:txBody>
      </p:sp>
      <p:sp>
        <p:nvSpPr>
          <p:cNvPr id="79" name="Numéro de diapositive"/>
          <p:cNvSpPr txBox="1">
            <a:spLocks noGrp="1"/>
          </p:cNvSpPr>
          <p:nvPr>
            <p:ph type="sldNum" sz="quarter" idx="2"/>
          </p:nvPr>
        </p:nvSpPr>
        <p:spPr>
          <a:xfrm>
            <a:off x="5892800" y="6172200"/>
            <a:ext cx="2844800" cy="368301"/>
          </a:xfrm>
          <a:prstGeom prst="rect">
            <a:avLst/>
          </a:prstGeom>
        </p:spPr>
        <p:txBody>
          <a:bodyPr lIns="45719" tIns="45719" rIns="45719" bIns="45719"/>
          <a:lstStyle>
            <a:lvl1pPr algn="r">
              <a:defRPr sz="1200"/>
            </a:lvl1pPr>
          </a:lstStyle>
          <a:p>
            <a:fld id="{86CB4B4D-7CA3-9044-876B-883B54F8677D}" type="slidenum">
              <a:rPr/>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Slide_Title">
    <p:spTree>
      <p:nvGrpSpPr>
        <p:cNvPr id="1" name=""/>
        <p:cNvGrpSpPr/>
        <p:nvPr/>
      </p:nvGrpSpPr>
      <p:grpSpPr>
        <a:xfrm>
          <a:off x="0" y="0"/>
          <a:ext cx="0" cy="0"/>
          <a:chOff x="0" y="0"/>
          <a:chExt cx="0" cy="0"/>
        </a:xfrm>
      </p:grpSpPr>
      <p:sp>
        <p:nvSpPr>
          <p:cNvPr id="86" name="Numéro de diapositive"/>
          <p:cNvSpPr txBox="1">
            <a:spLocks noGrp="1"/>
          </p:cNvSpPr>
          <p:nvPr>
            <p:ph type="sldNum" sz="quarter" idx="2"/>
          </p:nvPr>
        </p:nvSpPr>
        <p:spPr>
          <a:prstGeom prst="rect">
            <a:avLst/>
          </a:prstGeom>
        </p:spPr>
        <p:txBody>
          <a:bodyPr/>
          <a:lstStyle/>
          <a:p>
            <a:fld id="{86CB4B4D-7CA3-9044-876B-883B54F8677D}" type="slidenum">
              <a:rPr/>
              <a:t>‹#›</a:t>
            </a:fld>
            <a:endParaRPr/>
          </a:p>
        </p:txBody>
      </p:sp>
      <p:pic>
        <p:nvPicPr>
          <p:cNvPr id="87" name="Logo SG" descr="Logo SG"/>
          <p:cNvPicPr>
            <a:picLocks noChangeAspect="1"/>
          </p:cNvPicPr>
          <p:nvPr/>
        </p:nvPicPr>
        <p:blipFill>
          <a:blip r:embed="rId2"/>
          <a:stretch>
            <a:fillRect/>
          </a:stretch>
        </p:blipFill>
        <p:spPr>
          <a:xfrm>
            <a:off x="433917" y="6264564"/>
            <a:ext cx="1467909" cy="299201"/>
          </a:xfrm>
          <a:prstGeom prst="rect">
            <a:avLst/>
          </a:prstGeom>
          <a:ln w="12700">
            <a:miter lim="400000"/>
          </a:ln>
        </p:spPr>
      </p:pic>
      <p:sp>
        <p:nvSpPr>
          <p:cNvPr id="88" name="Click to add title"/>
          <p:cNvSpPr txBox="1">
            <a:spLocks noGrp="1"/>
          </p:cNvSpPr>
          <p:nvPr>
            <p:ph type="title" hasCustomPrompt="1"/>
          </p:nvPr>
        </p:nvSpPr>
        <p:spPr>
          <a:xfrm>
            <a:off x="433916" y="472753"/>
            <a:ext cx="11328001" cy="321179"/>
          </a:xfrm>
          <a:prstGeom prst="rect">
            <a:avLst/>
          </a:prstGeom>
        </p:spPr>
        <p:txBody>
          <a:bodyPr>
            <a:normAutofit/>
          </a:bodyPr>
          <a:lstStyle/>
          <a:p>
            <a:r>
              <a:t>Click to add title</a:t>
            </a:r>
          </a:p>
        </p:txBody>
      </p:sp>
      <p:sp>
        <p:nvSpPr>
          <p:cNvPr id="89" name="Texte niveau 1…"/>
          <p:cNvSpPr txBox="1">
            <a:spLocks noGrp="1"/>
          </p:cNvSpPr>
          <p:nvPr>
            <p:ph type="body" sz="quarter" idx="1" hasCustomPrompt="1"/>
          </p:nvPr>
        </p:nvSpPr>
        <p:spPr>
          <a:xfrm>
            <a:off x="431999" y="6026544"/>
            <a:ext cx="11328002" cy="165555"/>
          </a:xfrm>
          <a:prstGeom prst="rect">
            <a:avLst/>
          </a:prstGeom>
        </p:spPr>
        <p:txBody>
          <a:bodyPr anchor="b"/>
          <a:lstStyle>
            <a:lvl1pPr marL="2116" indent="-2116">
              <a:spcBef>
                <a:spcPts val="0"/>
              </a:spcBef>
              <a:defRPr sz="900" b="0" i="1"/>
            </a:lvl1pPr>
            <a:lvl2pPr marL="2116" indent="-2116">
              <a:spcBef>
                <a:spcPts val="0"/>
              </a:spcBef>
              <a:buSzTx/>
              <a:buNone/>
              <a:defRPr sz="900" b="0" i="1"/>
            </a:lvl2pPr>
            <a:lvl3pPr marL="2116" indent="381874">
              <a:spcBef>
                <a:spcPts val="0"/>
              </a:spcBef>
              <a:buSzTx/>
              <a:buNone/>
              <a:defRPr sz="900" b="0" i="1"/>
            </a:lvl3pPr>
            <a:lvl4pPr marL="2116" indent="573868">
              <a:spcBef>
                <a:spcPts val="0"/>
              </a:spcBef>
              <a:buSzTx/>
              <a:buNone/>
              <a:defRPr sz="900" b="0" i="1"/>
            </a:lvl4pPr>
            <a:lvl5pPr marL="2116" indent="-2116">
              <a:spcBef>
                <a:spcPts val="0"/>
              </a:spcBef>
              <a:defRPr sz="900" b="0" i="1"/>
            </a:lvl5pPr>
          </a:lstStyle>
          <a:p>
            <a:r>
              <a:t>Click to add sources</a:t>
            </a:r>
          </a:p>
          <a:p>
            <a:pPr lvl="1"/>
            <a:endParaRPr/>
          </a:p>
          <a:p>
            <a:pPr lvl="2"/>
            <a:endParaRPr/>
          </a:p>
          <a:p>
            <a:pPr lvl="3"/>
            <a:endParaRPr/>
          </a:p>
          <a:p>
            <a:pPr lvl="4"/>
            <a:endParaRPr/>
          </a:p>
        </p:txBody>
      </p:sp>
      <p:sp>
        <p:nvSpPr>
          <p:cNvPr id="90" name="Rectangle 6"/>
          <p:cNvSpPr/>
          <p:nvPr/>
        </p:nvSpPr>
        <p:spPr>
          <a:xfrm>
            <a:off x="191999" y="863999"/>
            <a:ext cx="2688002" cy="72001"/>
          </a:xfrm>
          <a:prstGeom prst="rect">
            <a:avLst/>
          </a:prstGeom>
          <a:solidFill>
            <a:srgbClr val="E9041E"/>
          </a:solidFill>
          <a:ln w="12700">
            <a:miter lim="400000"/>
          </a:ln>
        </p:spPr>
        <p:txBody>
          <a:bodyPr lIns="0" tIns="0" rIns="0" bIns="0" anchor="ctr"/>
          <a:lstStyle/>
          <a:p>
            <a:pPr algn="ctr">
              <a:defRPr sz="1200">
                <a:solidFill>
                  <a:srgbClr val="FFFFFF"/>
                </a:solidFill>
                <a:latin typeface="Quicksand Medium"/>
                <a:ea typeface="Quicksand Medium"/>
                <a:cs typeface="Quicksand Medium"/>
                <a:sym typeface="Quicksand Light"/>
              </a:defRPr>
            </a:pPr>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
  <p:cSld name="Slide_Contents">
    <p:spTree>
      <p:nvGrpSpPr>
        <p:cNvPr id="1" name=""/>
        <p:cNvGrpSpPr/>
        <p:nvPr/>
      </p:nvGrpSpPr>
      <p:grpSpPr>
        <a:xfrm>
          <a:off x="0" y="0"/>
          <a:ext cx="0" cy="0"/>
          <a:chOff x="0" y="0"/>
          <a:chExt cx="0" cy="0"/>
        </a:xfrm>
      </p:grpSpPr>
      <p:sp>
        <p:nvSpPr>
          <p:cNvPr id="97" name="Numéro de diapositive"/>
          <p:cNvSpPr txBox="1">
            <a:spLocks noGrp="1"/>
          </p:cNvSpPr>
          <p:nvPr>
            <p:ph type="sldNum" sz="quarter" idx="2"/>
          </p:nvPr>
        </p:nvSpPr>
        <p:spPr>
          <a:prstGeom prst="rect">
            <a:avLst/>
          </a:prstGeom>
        </p:spPr>
        <p:txBody>
          <a:bodyPr/>
          <a:lstStyle/>
          <a:p>
            <a:fld id="{86CB4B4D-7CA3-9044-876B-883B54F8677D}" type="slidenum">
              <a:rPr/>
              <a:t>‹#›</a:t>
            </a:fld>
            <a:endParaRPr/>
          </a:p>
        </p:txBody>
      </p:sp>
      <p:pic>
        <p:nvPicPr>
          <p:cNvPr id="98" name="Logo SG" descr="Logo SG"/>
          <p:cNvPicPr>
            <a:picLocks noChangeAspect="1"/>
          </p:cNvPicPr>
          <p:nvPr/>
        </p:nvPicPr>
        <p:blipFill>
          <a:blip r:embed="rId2"/>
          <a:stretch>
            <a:fillRect/>
          </a:stretch>
        </p:blipFill>
        <p:spPr>
          <a:xfrm>
            <a:off x="433917" y="6264564"/>
            <a:ext cx="1467909" cy="299201"/>
          </a:xfrm>
          <a:prstGeom prst="rect">
            <a:avLst/>
          </a:prstGeom>
          <a:ln w="12700">
            <a:miter lim="400000"/>
          </a:ln>
        </p:spPr>
      </p:pic>
      <p:sp>
        <p:nvSpPr>
          <p:cNvPr id="99" name="Click to add title"/>
          <p:cNvSpPr txBox="1">
            <a:spLocks noGrp="1"/>
          </p:cNvSpPr>
          <p:nvPr>
            <p:ph type="title" hasCustomPrompt="1"/>
          </p:nvPr>
        </p:nvSpPr>
        <p:spPr>
          <a:xfrm>
            <a:off x="431999" y="472753"/>
            <a:ext cx="11328002" cy="321179"/>
          </a:xfrm>
          <a:prstGeom prst="rect">
            <a:avLst/>
          </a:prstGeom>
        </p:spPr>
        <p:txBody>
          <a:bodyPr>
            <a:normAutofit/>
          </a:bodyPr>
          <a:lstStyle/>
          <a:p>
            <a:r>
              <a:t>Click to add title</a:t>
            </a:r>
          </a:p>
        </p:txBody>
      </p:sp>
      <p:sp>
        <p:nvSpPr>
          <p:cNvPr id="100" name="Texte niveau 1…"/>
          <p:cNvSpPr txBox="1">
            <a:spLocks noGrp="1"/>
          </p:cNvSpPr>
          <p:nvPr>
            <p:ph type="body" sz="quarter" idx="1" hasCustomPrompt="1"/>
          </p:nvPr>
        </p:nvSpPr>
        <p:spPr>
          <a:xfrm>
            <a:off x="431999" y="6026544"/>
            <a:ext cx="11328002" cy="165555"/>
          </a:xfrm>
          <a:prstGeom prst="rect">
            <a:avLst/>
          </a:prstGeom>
        </p:spPr>
        <p:txBody>
          <a:bodyPr anchor="b"/>
          <a:lstStyle>
            <a:lvl1pPr marL="2116" indent="-2116">
              <a:spcBef>
                <a:spcPts val="0"/>
              </a:spcBef>
              <a:defRPr sz="900" b="0" i="1"/>
            </a:lvl1pPr>
            <a:lvl2pPr marL="2116" indent="-2116">
              <a:spcBef>
                <a:spcPts val="0"/>
              </a:spcBef>
              <a:buSzTx/>
              <a:buNone/>
              <a:defRPr sz="900" b="0" i="1"/>
            </a:lvl2pPr>
            <a:lvl3pPr marL="2116" indent="381874">
              <a:spcBef>
                <a:spcPts val="0"/>
              </a:spcBef>
              <a:buSzTx/>
              <a:buNone/>
              <a:defRPr sz="900" b="0" i="1"/>
            </a:lvl3pPr>
            <a:lvl4pPr marL="2116" indent="573868">
              <a:spcBef>
                <a:spcPts val="0"/>
              </a:spcBef>
              <a:buSzTx/>
              <a:buNone/>
              <a:defRPr sz="900" b="0" i="1"/>
            </a:lvl4pPr>
            <a:lvl5pPr marL="2116" indent="-2116">
              <a:spcBef>
                <a:spcPts val="0"/>
              </a:spcBef>
              <a:defRPr sz="900" b="0" i="1"/>
            </a:lvl5pPr>
          </a:lstStyle>
          <a:p>
            <a:r>
              <a:t>Click to add sources</a:t>
            </a:r>
          </a:p>
          <a:p>
            <a:pPr lvl="1"/>
            <a:endParaRPr/>
          </a:p>
          <a:p>
            <a:pPr lvl="2"/>
            <a:endParaRPr/>
          </a:p>
          <a:p>
            <a:pPr lvl="3"/>
            <a:endParaRPr/>
          </a:p>
          <a:p>
            <a:pPr lvl="4"/>
            <a:endParaRPr/>
          </a:p>
        </p:txBody>
      </p:sp>
      <p:sp>
        <p:nvSpPr>
          <p:cNvPr id="101" name="Rectangle 9"/>
          <p:cNvSpPr/>
          <p:nvPr/>
        </p:nvSpPr>
        <p:spPr>
          <a:xfrm>
            <a:off x="191999" y="863999"/>
            <a:ext cx="2688002" cy="72001"/>
          </a:xfrm>
          <a:prstGeom prst="rect">
            <a:avLst/>
          </a:prstGeom>
          <a:solidFill>
            <a:srgbClr val="E9041E"/>
          </a:solidFill>
          <a:ln w="12700">
            <a:miter lim="400000"/>
          </a:ln>
        </p:spPr>
        <p:txBody>
          <a:bodyPr lIns="0" tIns="0" rIns="0" bIns="0" anchor="ctr"/>
          <a:lstStyle/>
          <a:p>
            <a:pPr algn="ctr">
              <a:defRPr sz="1200">
                <a:solidFill>
                  <a:srgbClr val="FFFFFF"/>
                </a:solidFill>
                <a:latin typeface="Quicksand Medium"/>
                <a:ea typeface="Quicksand Medium"/>
                <a:cs typeface="Quicksand Medium"/>
                <a:sym typeface="Quicksand Light"/>
              </a:defRPr>
            </a:pPr>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Slide_Chart">
    <p:spTree>
      <p:nvGrpSpPr>
        <p:cNvPr id="1" name=""/>
        <p:cNvGrpSpPr/>
        <p:nvPr/>
      </p:nvGrpSpPr>
      <p:grpSpPr>
        <a:xfrm>
          <a:off x="0" y="0"/>
          <a:ext cx="0" cy="0"/>
          <a:chOff x="0" y="0"/>
          <a:chExt cx="0" cy="0"/>
        </a:xfrm>
      </p:grpSpPr>
      <p:sp>
        <p:nvSpPr>
          <p:cNvPr id="108" name="Numéro de diapositive"/>
          <p:cNvSpPr txBox="1">
            <a:spLocks noGrp="1"/>
          </p:cNvSpPr>
          <p:nvPr>
            <p:ph type="sldNum" sz="quarter" idx="2"/>
          </p:nvPr>
        </p:nvSpPr>
        <p:spPr>
          <a:prstGeom prst="rect">
            <a:avLst/>
          </a:prstGeom>
        </p:spPr>
        <p:txBody>
          <a:bodyPr/>
          <a:lstStyle/>
          <a:p>
            <a:fld id="{86CB4B4D-7CA3-9044-876B-883B54F8677D}" type="slidenum">
              <a:rPr/>
              <a:t>‹#›</a:t>
            </a:fld>
            <a:endParaRPr/>
          </a:p>
        </p:txBody>
      </p:sp>
      <p:pic>
        <p:nvPicPr>
          <p:cNvPr id="109" name="Logo SG" descr="Logo SG"/>
          <p:cNvPicPr>
            <a:picLocks noChangeAspect="1"/>
          </p:cNvPicPr>
          <p:nvPr/>
        </p:nvPicPr>
        <p:blipFill>
          <a:blip r:embed="rId2"/>
          <a:stretch>
            <a:fillRect/>
          </a:stretch>
        </p:blipFill>
        <p:spPr>
          <a:xfrm>
            <a:off x="433917" y="6264564"/>
            <a:ext cx="1467909" cy="299201"/>
          </a:xfrm>
          <a:prstGeom prst="rect">
            <a:avLst/>
          </a:prstGeom>
          <a:ln w="12700">
            <a:miter lim="400000"/>
          </a:ln>
        </p:spPr>
      </p:pic>
      <p:sp>
        <p:nvSpPr>
          <p:cNvPr id="110" name="Click to add title"/>
          <p:cNvSpPr txBox="1">
            <a:spLocks noGrp="1"/>
          </p:cNvSpPr>
          <p:nvPr>
            <p:ph type="title" hasCustomPrompt="1"/>
          </p:nvPr>
        </p:nvSpPr>
        <p:spPr>
          <a:xfrm>
            <a:off x="433914" y="472753"/>
            <a:ext cx="11328404" cy="321179"/>
          </a:xfrm>
          <a:prstGeom prst="rect">
            <a:avLst/>
          </a:prstGeom>
        </p:spPr>
        <p:txBody>
          <a:bodyPr>
            <a:normAutofit/>
          </a:bodyPr>
          <a:lstStyle/>
          <a:p>
            <a:r>
              <a:t>Click to add title</a:t>
            </a:r>
          </a:p>
        </p:txBody>
      </p:sp>
      <p:sp>
        <p:nvSpPr>
          <p:cNvPr id="111" name="Texte niveau 1…"/>
          <p:cNvSpPr txBox="1">
            <a:spLocks noGrp="1"/>
          </p:cNvSpPr>
          <p:nvPr>
            <p:ph type="body" sz="quarter" idx="1" hasCustomPrompt="1"/>
          </p:nvPr>
        </p:nvSpPr>
        <p:spPr>
          <a:xfrm>
            <a:off x="431999" y="6026544"/>
            <a:ext cx="11329920" cy="165555"/>
          </a:xfrm>
          <a:prstGeom prst="rect">
            <a:avLst/>
          </a:prstGeom>
        </p:spPr>
        <p:txBody>
          <a:bodyPr anchor="b"/>
          <a:lstStyle>
            <a:lvl1pPr marL="2116" indent="-2116">
              <a:spcBef>
                <a:spcPts val="0"/>
              </a:spcBef>
              <a:defRPr sz="900" b="0" i="1"/>
            </a:lvl1pPr>
            <a:lvl2pPr marL="2116" indent="-2116">
              <a:spcBef>
                <a:spcPts val="0"/>
              </a:spcBef>
              <a:buSzTx/>
              <a:buNone/>
              <a:defRPr sz="900" b="0" i="1"/>
            </a:lvl2pPr>
            <a:lvl3pPr marL="2116" indent="381874">
              <a:spcBef>
                <a:spcPts val="0"/>
              </a:spcBef>
              <a:buSzTx/>
              <a:buNone/>
              <a:defRPr sz="900" b="0" i="1"/>
            </a:lvl3pPr>
            <a:lvl4pPr marL="2116" indent="573868">
              <a:spcBef>
                <a:spcPts val="0"/>
              </a:spcBef>
              <a:buSzTx/>
              <a:buNone/>
              <a:defRPr sz="900" b="0" i="1"/>
            </a:lvl4pPr>
            <a:lvl5pPr marL="2116" indent="-2116">
              <a:spcBef>
                <a:spcPts val="0"/>
              </a:spcBef>
              <a:defRPr sz="900" b="0" i="1"/>
            </a:lvl5pPr>
          </a:lstStyle>
          <a:p>
            <a:r>
              <a:t>Click to add sources</a:t>
            </a:r>
          </a:p>
          <a:p>
            <a:pPr lvl="1"/>
            <a:endParaRPr/>
          </a:p>
          <a:p>
            <a:pPr lvl="2"/>
            <a:endParaRPr/>
          </a:p>
          <a:p>
            <a:pPr lvl="3"/>
            <a:endParaRPr/>
          </a:p>
          <a:p>
            <a:pPr lvl="4"/>
            <a:endParaRPr/>
          </a:p>
        </p:txBody>
      </p:sp>
      <p:sp>
        <p:nvSpPr>
          <p:cNvPr id="112" name="Rectangle 15"/>
          <p:cNvSpPr/>
          <p:nvPr/>
        </p:nvSpPr>
        <p:spPr>
          <a:xfrm>
            <a:off x="191999" y="863999"/>
            <a:ext cx="2688002" cy="72001"/>
          </a:xfrm>
          <a:prstGeom prst="rect">
            <a:avLst/>
          </a:prstGeom>
          <a:solidFill>
            <a:srgbClr val="E9041E"/>
          </a:solidFill>
          <a:ln w="12700">
            <a:miter lim="400000"/>
          </a:ln>
        </p:spPr>
        <p:txBody>
          <a:bodyPr lIns="0" tIns="0" rIns="0" bIns="0" anchor="ctr"/>
          <a:lstStyle/>
          <a:p>
            <a:pPr algn="ctr">
              <a:defRPr sz="1200">
                <a:solidFill>
                  <a:srgbClr val="FFFFFF"/>
                </a:solidFill>
                <a:latin typeface="Quicksand Medium"/>
                <a:ea typeface="Quicksand Medium"/>
                <a:cs typeface="Quicksand Medium"/>
                <a:sym typeface="Quicksand Light"/>
              </a:defRPr>
            </a:pPr>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x">
  <p:cSld name="Slide_Right side Color">
    <p:spTree>
      <p:nvGrpSpPr>
        <p:cNvPr id="1" name=""/>
        <p:cNvGrpSpPr/>
        <p:nvPr/>
      </p:nvGrpSpPr>
      <p:grpSpPr>
        <a:xfrm>
          <a:off x="0" y="0"/>
          <a:ext cx="0" cy="0"/>
          <a:chOff x="0" y="0"/>
          <a:chExt cx="0" cy="0"/>
        </a:xfrm>
      </p:grpSpPr>
      <p:sp>
        <p:nvSpPr>
          <p:cNvPr id="119" name="Numéro de diapositive"/>
          <p:cNvSpPr txBox="1">
            <a:spLocks noGrp="1"/>
          </p:cNvSpPr>
          <p:nvPr>
            <p:ph type="sldNum" sz="quarter" idx="2"/>
          </p:nvPr>
        </p:nvSpPr>
        <p:spPr>
          <a:prstGeom prst="rect">
            <a:avLst/>
          </a:prstGeom>
        </p:spPr>
        <p:txBody>
          <a:bodyPr/>
          <a:lstStyle/>
          <a:p>
            <a:fld id="{86CB4B4D-7CA3-9044-876B-883B54F8677D}" type="slidenum">
              <a:rPr/>
              <a:t>‹#›</a:t>
            </a:fld>
            <a:endParaRPr/>
          </a:p>
        </p:txBody>
      </p:sp>
      <p:pic>
        <p:nvPicPr>
          <p:cNvPr id="120" name="Logo SG" descr="Logo SG"/>
          <p:cNvPicPr>
            <a:picLocks noChangeAspect="1"/>
          </p:cNvPicPr>
          <p:nvPr/>
        </p:nvPicPr>
        <p:blipFill>
          <a:blip r:embed="rId2"/>
          <a:stretch>
            <a:fillRect/>
          </a:stretch>
        </p:blipFill>
        <p:spPr>
          <a:xfrm>
            <a:off x="433917" y="6264564"/>
            <a:ext cx="1467909" cy="299201"/>
          </a:xfrm>
          <a:prstGeom prst="rect">
            <a:avLst/>
          </a:prstGeom>
          <a:ln w="12700">
            <a:miter lim="400000"/>
          </a:ln>
        </p:spPr>
      </p:pic>
      <p:sp>
        <p:nvSpPr>
          <p:cNvPr id="121" name="Click to add title"/>
          <p:cNvSpPr txBox="1">
            <a:spLocks noGrp="1"/>
          </p:cNvSpPr>
          <p:nvPr>
            <p:ph type="title" hasCustomPrompt="1"/>
          </p:nvPr>
        </p:nvSpPr>
        <p:spPr>
          <a:xfrm>
            <a:off x="433914" y="472753"/>
            <a:ext cx="7437968" cy="321179"/>
          </a:xfrm>
          <a:prstGeom prst="rect">
            <a:avLst/>
          </a:prstGeom>
        </p:spPr>
        <p:txBody>
          <a:bodyPr>
            <a:normAutofit/>
          </a:bodyPr>
          <a:lstStyle/>
          <a:p>
            <a:r>
              <a:t>Click to add title</a:t>
            </a:r>
          </a:p>
        </p:txBody>
      </p:sp>
      <p:sp>
        <p:nvSpPr>
          <p:cNvPr id="122" name="Texte niveau 1…"/>
          <p:cNvSpPr txBox="1">
            <a:spLocks noGrp="1"/>
          </p:cNvSpPr>
          <p:nvPr>
            <p:ph type="body" sz="quarter" idx="1" hasCustomPrompt="1"/>
          </p:nvPr>
        </p:nvSpPr>
        <p:spPr>
          <a:xfrm>
            <a:off x="431999" y="6026544"/>
            <a:ext cx="7439882" cy="165555"/>
          </a:xfrm>
          <a:prstGeom prst="rect">
            <a:avLst/>
          </a:prstGeom>
        </p:spPr>
        <p:txBody>
          <a:bodyPr anchor="b"/>
          <a:lstStyle>
            <a:lvl1pPr marL="2116" indent="-2116">
              <a:spcBef>
                <a:spcPts val="0"/>
              </a:spcBef>
              <a:defRPr sz="900" b="0" i="1"/>
            </a:lvl1pPr>
            <a:lvl2pPr marL="2116" indent="-2116">
              <a:spcBef>
                <a:spcPts val="0"/>
              </a:spcBef>
              <a:buSzTx/>
              <a:buNone/>
              <a:defRPr sz="900" b="0" i="1"/>
            </a:lvl2pPr>
            <a:lvl3pPr marL="2116" indent="381874">
              <a:spcBef>
                <a:spcPts val="0"/>
              </a:spcBef>
              <a:buSzTx/>
              <a:buNone/>
              <a:defRPr sz="900" b="0" i="1"/>
            </a:lvl3pPr>
            <a:lvl4pPr marL="2116" indent="573868">
              <a:spcBef>
                <a:spcPts val="0"/>
              </a:spcBef>
              <a:buSzTx/>
              <a:buNone/>
              <a:defRPr sz="900" b="0" i="1"/>
            </a:lvl4pPr>
            <a:lvl5pPr marL="2116" indent="-2116">
              <a:spcBef>
                <a:spcPts val="0"/>
              </a:spcBef>
              <a:defRPr sz="900" b="0" i="1"/>
            </a:lvl5pPr>
          </a:lstStyle>
          <a:p>
            <a:r>
              <a:t>Click to add sources</a:t>
            </a:r>
          </a:p>
          <a:p>
            <a:pPr lvl="1"/>
            <a:endParaRPr/>
          </a:p>
          <a:p>
            <a:pPr lvl="2"/>
            <a:endParaRPr/>
          </a:p>
          <a:p>
            <a:pPr lvl="3"/>
            <a:endParaRPr/>
          </a:p>
          <a:p>
            <a:pPr lvl="4"/>
            <a:endParaRPr/>
          </a:p>
        </p:txBody>
      </p:sp>
      <p:sp>
        <p:nvSpPr>
          <p:cNvPr id="123" name="Rectangle 15"/>
          <p:cNvSpPr/>
          <p:nvPr/>
        </p:nvSpPr>
        <p:spPr>
          <a:xfrm>
            <a:off x="191999" y="863999"/>
            <a:ext cx="2688002" cy="72001"/>
          </a:xfrm>
          <a:prstGeom prst="rect">
            <a:avLst/>
          </a:prstGeom>
          <a:solidFill>
            <a:srgbClr val="E9041E"/>
          </a:solidFill>
          <a:ln w="12700">
            <a:miter lim="400000"/>
          </a:ln>
        </p:spPr>
        <p:txBody>
          <a:bodyPr lIns="0" tIns="0" rIns="0" bIns="0" anchor="ctr"/>
          <a:lstStyle/>
          <a:p>
            <a:pPr algn="ctr">
              <a:defRPr sz="1200">
                <a:solidFill>
                  <a:srgbClr val="FFFFFF"/>
                </a:solidFill>
                <a:latin typeface="Quicksand Medium"/>
                <a:ea typeface="Quicksand Medium"/>
                <a:cs typeface="Quicksand Medium"/>
                <a:sym typeface="Quicksand Light"/>
              </a:defRPr>
            </a:pPr>
            <a:endParaRPr/>
          </a:p>
        </p:txBody>
      </p:sp>
      <p:sp>
        <p:nvSpPr>
          <p:cNvPr id="124" name="Text Placeholder 3"/>
          <p:cNvSpPr>
            <a:spLocks noGrp="1"/>
          </p:cNvSpPr>
          <p:nvPr>
            <p:ph type="body" sz="quarter" idx="21"/>
          </p:nvPr>
        </p:nvSpPr>
        <p:spPr>
          <a:xfrm>
            <a:off x="431799" y="1534584"/>
            <a:ext cx="7440002" cy="1748172"/>
          </a:xfrm>
          <a:prstGeom prst="rect">
            <a:avLst/>
          </a:prstGeom>
        </p:spPr>
        <p:txBody>
          <a:bodyPr/>
          <a:lstStyle/>
          <a:p>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x">
  <p:cSld name="Slide_Left side Color">
    <p:spTree>
      <p:nvGrpSpPr>
        <p:cNvPr id="1" name=""/>
        <p:cNvGrpSpPr/>
        <p:nvPr/>
      </p:nvGrpSpPr>
      <p:grpSpPr>
        <a:xfrm>
          <a:off x="0" y="0"/>
          <a:ext cx="0" cy="0"/>
          <a:chOff x="0" y="0"/>
          <a:chExt cx="0" cy="0"/>
        </a:xfrm>
      </p:grpSpPr>
      <p:sp>
        <p:nvSpPr>
          <p:cNvPr id="131" name="Numéro de diapositive"/>
          <p:cNvSpPr txBox="1">
            <a:spLocks noGrp="1"/>
          </p:cNvSpPr>
          <p:nvPr>
            <p:ph type="sldNum" sz="quarter" idx="2"/>
          </p:nvPr>
        </p:nvSpPr>
        <p:spPr>
          <a:prstGeom prst="rect">
            <a:avLst/>
          </a:prstGeom>
        </p:spPr>
        <p:txBody>
          <a:bodyPr/>
          <a:lstStyle/>
          <a:p>
            <a:fld id="{86CB4B4D-7CA3-9044-876B-883B54F8677D}" type="slidenum">
              <a:rPr/>
              <a:t>‹#›</a:t>
            </a:fld>
            <a:endParaRPr/>
          </a:p>
        </p:txBody>
      </p:sp>
      <p:pic>
        <p:nvPicPr>
          <p:cNvPr id="132" name="Logo SG" descr="Logo SG"/>
          <p:cNvPicPr>
            <a:picLocks noChangeAspect="1"/>
          </p:cNvPicPr>
          <p:nvPr/>
        </p:nvPicPr>
        <p:blipFill>
          <a:blip r:embed="rId2"/>
          <a:stretch>
            <a:fillRect/>
          </a:stretch>
        </p:blipFill>
        <p:spPr>
          <a:xfrm>
            <a:off x="433917" y="6264564"/>
            <a:ext cx="1467909" cy="299201"/>
          </a:xfrm>
          <a:prstGeom prst="rect">
            <a:avLst/>
          </a:prstGeom>
          <a:ln w="12700">
            <a:miter lim="400000"/>
          </a:ln>
        </p:spPr>
      </p:pic>
      <p:sp>
        <p:nvSpPr>
          <p:cNvPr id="133" name="Texte niveau 1…"/>
          <p:cNvSpPr txBox="1">
            <a:spLocks noGrp="1"/>
          </p:cNvSpPr>
          <p:nvPr>
            <p:ph type="body" sz="quarter" idx="1" hasCustomPrompt="1"/>
          </p:nvPr>
        </p:nvSpPr>
        <p:spPr>
          <a:xfrm>
            <a:off x="4737232" y="6026544"/>
            <a:ext cx="7027201" cy="165555"/>
          </a:xfrm>
          <a:prstGeom prst="rect">
            <a:avLst/>
          </a:prstGeom>
        </p:spPr>
        <p:txBody>
          <a:bodyPr anchor="b"/>
          <a:lstStyle>
            <a:lvl1pPr marL="2116" indent="-2116">
              <a:spcBef>
                <a:spcPts val="0"/>
              </a:spcBef>
              <a:defRPr sz="900" b="0" i="1"/>
            </a:lvl1pPr>
            <a:lvl2pPr marL="2116" indent="-2116">
              <a:spcBef>
                <a:spcPts val="0"/>
              </a:spcBef>
              <a:buSzTx/>
              <a:buNone/>
              <a:defRPr sz="900" b="0" i="1"/>
            </a:lvl2pPr>
            <a:lvl3pPr marL="2116" indent="381874">
              <a:spcBef>
                <a:spcPts val="0"/>
              </a:spcBef>
              <a:buSzTx/>
              <a:buNone/>
              <a:defRPr sz="900" b="0" i="1"/>
            </a:lvl3pPr>
            <a:lvl4pPr marL="2116" indent="573868">
              <a:spcBef>
                <a:spcPts val="0"/>
              </a:spcBef>
              <a:buSzTx/>
              <a:buNone/>
              <a:defRPr sz="900" b="0" i="1"/>
            </a:lvl4pPr>
            <a:lvl5pPr marL="2116" indent="-2116">
              <a:spcBef>
                <a:spcPts val="0"/>
              </a:spcBef>
              <a:defRPr sz="900" b="0" i="1"/>
            </a:lvl5pPr>
          </a:lstStyle>
          <a:p>
            <a:r>
              <a:t>Click to add sources</a:t>
            </a:r>
          </a:p>
          <a:p>
            <a:pPr lvl="1"/>
            <a:endParaRPr/>
          </a:p>
          <a:p>
            <a:pPr lvl="2"/>
            <a:endParaRPr/>
          </a:p>
          <a:p>
            <a:pPr lvl="3"/>
            <a:endParaRPr/>
          </a:p>
          <a:p>
            <a:pPr lvl="4"/>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cSld name="Table of Contents">
    <p:spTree>
      <p:nvGrpSpPr>
        <p:cNvPr id="1" name=""/>
        <p:cNvGrpSpPr/>
        <p:nvPr/>
      </p:nvGrpSpPr>
      <p:grpSpPr>
        <a:xfrm>
          <a:off x="0" y="0"/>
          <a:ext cx="0" cy="0"/>
          <a:chOff x="0" y="0"/>
          <a:chExt cx="0" cy="0"/>
        </a:xfrm>
      </p:grpSpPr>
      <p:sp>
        <p:nvSpPr>
          <p:cNvPr id="140" name="Numéro de diapositive"/>
          <p:cNvSpPr txBox="1">
            <a:spLocks noGrp="1"/>
          </p:cNvSpPr>
          <p:nvPr>
            <p:ph type="sldNum" sz="quarter" idx="2"/>
          </p:nvPr>
        </p:nvSpPr>
        <p:spPr>
          <a:prstGeom prst="rect">
            <a:avLst/>
          </a:prstGeom>
        </p:spPr>
        <p:txBody>
          <a:bodyPr/>
          <a:lstStyle/>
          <a:p>
            <a:fld id="{86CB4B4D-7CA3-9044-876B-883B54F8677D}" type="slidenum">
              <a:rPr/>
              <a:t>‹#›</a:t>
            </a:fld>
            <a:endParaRPr/>
          </a:p>
        </p:txBody>
      </p:sp>
      <p:pic>
        <p:nvPicPr>
          <p:cNvPr id="141" name="Logo SG" descr="Logo SG"/>
          <p:cNvPicPr>
            <a:picLocks noChangeAspect="1"/>
          </p:cNvPicPr>
          <p:nvPr/>
        </p:nvPicPr>
        <p:blipFill>
          <a:blip r:embed="rId2"/>
          <a:stretch>
            <a:fillRect/>
          </a:stretch>
        </p:blipFill>
        <p:spPr>
          <a:xfrm>
            <a:off x="433917" y="6264564"/>
            <a:ext cx="1467909" cy="299201"/>
          </a:xfrm>
          <a:prstGeom prst="rect">
            <a:avLst/>
          </a:prstGeom>
          <a:ln w="12700">
            <a:miter lim="400000"/>
          </a:ln>
        </p:spPr>
      </p:pic>
      <p:sp>
        <p:nvSpPr>
          <p:cNvPr id="142" name="Click to add title"/>
          <p:cNvSpPr txBox="1">
            <a:spLocks noGrp="1"/>
          </p:cNvSpPr>
          <p:nvPr>
            <p:ph type="title" hasCustomPrompt="1"/>
          </p:nvPr>
        </p:nvSpPr>
        <p:spPr>
          <a:xfrm>
            <a:off x="433917" y="472753"/>
            <a:ext cx="11328001" cy="321179"/>
          </a:xfrm>
          <a:prstGeom prst="rect">
            <a:avLst/>
          </a:prstGeom>
        </p:spPr>
        <p:txBody>
          <a:bodyPr>
            <a:normAutofit/>
          </a:bodyPr>
          <a:lstStyle/>
          <a:p>
            <a:r>
              <a:t>Click to add title</a:t>
            </a:r>
          </a:p>
        </p:txBody>
      </p:sp>
      <p:sp>
        <p:nvSpPr>
          <p:cNvPr id="143" name="Texte niveau 1…"/>
          <p:cNvSpPr txBox="1">
            <a:spLocks noGrp="1"/>
          </p:cNvSpPr>
          <p:nvPr>
            <p:ph type="body" sz="quarter" idx="1" hasCustomPrompt="1"/>
          </p:nvPr>
        </p:nvSpPr>
        <p:spPr>
          <a:xfrm>
            <a:off x="433917" y="1536000"/>
            <a:ext cx="11330518" cy="667941"/>
          </a:xfrm>
          <a:prstGeom prst="rect">
            <a:avLst/>
          </a:prstGeom>
        </p:spPr>
        <p:txBody>
          <a:bodyPr/>
          <a:lstStyle>
            <a:lvl1pPr marL="479987" indent="-479987">
              <a:spcBef>
                <a:spcPts val="1300"/>
              </a:spcBef>
              <a:tabLst>
                <a:tab pos="11226800" algn="r"/>
              </a:tabLst>
              <a:defRPr sz="2400" cap="all">
                <a:solidFill>
                  <a:srgbClr val="E60028"/>
                </a:solidFill>
              </a:defRPr>
            </a:lvl1pPr>
            <a:lvl2pPr marL="1119971" indent="-639983">
              <a:spcBef>
                <a:spcPts val="1300"/>
              </a:spcBef>
              <a:buAutoNum type="alphaUcPeriod"/>
              <a:tabLst>
                <a:tab pos="11226800" algn="r"/>
              </a:tabLst>
              <a:defRPr sz="2400" cap="all">
                <a:solidFill>
                  <a:srgbClr val="E60028"/>
                </a:solidFill>
              </a:defRPr>
            </a:lvl2pPr>
            <a:lvl3pPr marL="479987" indent="0">
              <a:spcBef>
                <a:spcPts val="1300"/>
              </a:spcBef>
              <a:buSzTx/>
              <a:buNone/>
              <a:tabLst>
                <a:tab pos="11226800" algn="r"/>
              </a:tabLst>
              <a:defRPr sz="2400" cap="all">
                <a:solidFill>
                  <a:srgbClr val="E60028"/>
                </a:solidFill>
              </a:defRPr>
            </a:lvl3pPr>
            <a:lvl4pPr marL="1199969" indent="-719981">
              <a:spcBef>
                <a:spcPts val="1300"/>
              </a:spcBef>
              <a:buAutoNum type="alphaUcPeriod"/>
              <a:tabLst>
                <a:tab pos="11226800" algn="r"/>
              </a:tabLst>
              <a:defRPr sz="2400" cap="all">
                <a:solidFill>
                  <a:srgbClr val="E60028"/>
                </a:solidFill>
              </a:defRPr>
            </a:lvl4pPr>
            <a:lvl5pPr marL="479987" indent="239994">
              <a:spcBef>
                <a:spcPts val="1300"/>
              </a:spcBef>
              <a:tabLst>
                <a:tab pos="11226800" algn="r"/>
              </a:tabLst>
              <a:defRPr sz="2400" cap="all">
                <a:solidFill>
                  <a:srgbClr val="E60028"/>
                </a:solidFill>
              </a:defRPr>
            </a:lvl5pPr>
          </a:lstStyle>
          <a:p>
            <a:r>
              <a:t>CLICK TO add section title</a:t>
            </a:r>
          </a:p>
          <a:p>
            <a:pPr lvl="1"/>
            <a:endParaRPr/>
          </a:p>
          <a:p>
            <a:pPr lvl="2"/>
            <a:endParaRPr/>
          </a:p>
          <a:p>
            <a:pPr lvl="3"/>
            <a:endParaRPr/>
          </a:p>
          <a:p>
            <a:pPr lvl="4"/>
            <a:endParaRPr/>
          </a:p>
        </p:txBody>
      </p:sp>
      <p:sp>
        <p:nvSpPr>
          <p:cNvPr id="144" name="Rectangle 6"/>
          <p:cNvSpPr/>
          <p:nvPr/>
        </p:nvSpPr>
        <p:spPr>
          <a:xfrm>
            <a:off x="191999" y="863999"/>
            <a:ext cx="2688002" cy="72001"/>
          </a:xfrm>
          <a:prstGeom prst="rect">
            <a:avLst/>
          </a:prstGeom>
          <a:solidFill>
            <a:srgbClr val="E9041E"/>
          </a:solidFill>
          <a:ln w="12700">
            <a:miter lim="400000"/>
          </a:ln>
        </p:spPr>
        <p:txBody>
          <a:bodyPr lIns="0" tIns="0" rIns="0" bIns="0" anchor="ctr"/>
          <a:lstStyle/>
          <a:p>
            <a:pPr algn="ctr">
              <a:defRPr sz="1200">
                <a:solidFill>
                  <a:srgbClr val="FFFFFF"/>
                </a:solidFill>
                <a:latin typeface="Quicksand Medium"/>
                <a:ea typeface="Quicksand Medium"/>
                <a:cs typeface="Quicksand Medium"/>
                <a:sym typeface="Quicksand Light"/>
              </a:defRPr>
            </a:pPr>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x">
  <p:cSld name="Disclaimer">
    <p:spTree>
      <p:nvGrpSpPr>
        <p:cNvPr id="1" name=""/>
        <p:cNvGrpSpPr/>
        <p:nvPr/>
      </p:nvGrpSpPr>
      <p:grpSpPr>
        <a:xfrm>
          <a:off x="0" y="0"/>
          <a:ext cx="0" cy="0"/>
          <a:chOff x="0" y="0"/>
          <a:chExt cx="0" cy="0"/>
        </a:xfrm>
      </p:grpSpPr>
      <p:sp>
        <p:nvSpPr>
          <p:cNvPr id="151" name="Numéro de diapositive"/>
          <p:cNvSpPr txBox="1">
            <a:spLocks noGrp="1"/>
          </p:cNvSpPr>
          <p:nvPr>
            <p:ph type="sldNum" sz="quarter" idx="2"/>
          </p:nvPr>
        </p:nvSpPr>
        <p:spPr>
          <a:prstGeom prst="rect">
            <a:avLst/>
          </a:prstGeom>
        </p:spPr>
        <p:txBody>
          <a:bodyPr/>
          <a:lstStyle/>
          <a:p>
            <a:fld id="{86CB4B4D-7CA3-9044-876B-883B54F8677D}" type="slidenum">
              <a:rPr/>
              <a:t>‹#›</a:t>
            </a:fld>
            <a:endParaRPr/>
          </a:p>
        </p:txBody>
      </p:sp>
      <p:pic>
        <p:nvPicPr>
          <p:cNvPr id="152" name="Logo SG" descr="Logo SG"/>
          <p:cNvPicPr>
            <a:picLocks noChangeAspect="1"/>
          </p:cNvPicPr>
          <p:nvPr/>
        </p:nvPicPr>
        <p:blipFill>
          <a:blip r:embed="rId2"/>
          <a:stretch>
            <a:fillRect/>
          </a:stretch>
        </p:blipFill>
        <p:spPr>
          <a:xfrm>
            <a:off x="433917" y="6264564"/>
            <a:ext cx="1467909" cy="299201"/>
          </a:xfrm>
          <a:prstGeom prst="rect">
            <a:avLst/>
          </a:prstGeom>
          <a:ln w="12700">
            <a:miter lim="400000"/>
          </a:ln>
        </p:spPr>
      </p:pic>
      <p:sp>
        <p:nvSpPr>
          <p:cNvPr id="153" name="Texte niveau 1…"/>
          <p:cNvSpPr txBox="1">
            <a:spLocks noGrp="1"/>
          </p:cNvSpPr>
          <p:nvPr>
            <p:ph type="body" sz="quarter" idx="1" hasCustomPrompt="1"/>
          </p:nvPr>
        </p:nvSpPr>
        <p:spPr>
          <a:xfrm>
            <a:off x="433917" y="1534584"/>
            <a:ext cx="11330518" cy="175433"/>
          </a:xfrm>
          <a:prstGeom prst="rect">
            <a:avLst/>
          </a:prstGeom>
        </p:spPr>
        <p:txBody>
          <a:bodyPr/>
          <a:lstStyle>
            <a:lvl1pPr>
              <a:lnSpc>
                <a:spcPct val="95000"/>
              </a:lnSpc>
              <a:spcBef>
                <a:spcPts val="800"/>
              </a:spcBef>
              <a:defRPr sz="1200" b="0"/>
            </a:lvl1pPr>
            <a:lvl2pPr marL="205709" indent="-205709">
              <a:lnSpc>
                <a:spcPct val="95000"/>
              </a:lnSpc>
              <a:spcBef>
                <a:spcPts val="800"/>
              </a:spcBef>
              <a:buChar char="-"/>
              <a:defRPr sz="1200" b="0"/>
            </a:lvl2pPr>
            <a:lvl3pPr marL="445703" indent="-205709">
              <a:lnSpc>
                <a:spcPct val="95000"/>
              </a:lnSpc>
              <a:spcBef>
                <a:spcPts val="800"/>
              </a:spcBef>
              <a:buChar char="-"/>
              <a:defRPr sz="1200" b="0"/>
            </a:lvl3pPr>
            <a:lvl4pPr marL="315421" indent="-123425">
              <a:lnSpc>
                <a:spcPct val="95000"/>
              </a:lnSpc>
              <a:spcBef>
                <a:spcPts val="800"/>
              </a:spcBef>
              <a:buSzPct val="90000"/>
              <a:buChar char="●"/>
              <a:defRPr sz="1200" b="0"/>
            </a:lvl4pPr>
            <a:lvl5pPr marL="459417" indent="-123425">
              <a:lnSpc>
                <a:spcPct val="95000"/>
              </a:lnSpc>
              <a:spcBef>
                <a:spcPts val="800"/>
              </a:spcBef>
              <a:buSzPct val="90000"/>
              <a:buChar char=""/>
              <a:defRPr sz="1200" b="0"/>
            </a:lvl5pPr>
          </a:lstStyle>
          <a:p>
            <a:r>
              <a:t>Click to edit Master text styles</a:t>
            </a:r>
          </a:p>
          <a:p>
            <a:pPr lvl="1"/>
            <a:endParaRPr/>
          </a:p>
          <a:p>
            <a:pPr lvl="2"/>
            <a:endParaRPr/>
          </a:p>
          <a:p>
            <a:pPr lvl="3"/>
            <a:endParaRPr/>
          </a:p>
          <a:p>
            <a:pPr lvl="4"/>
            <a:endParaRPr/>
          </a:p>
        </p:txBody>
      </p:sp>
      <p:sp>
        <p:nvSpPr>
          <p:cNvPr id="154" name="Click to add title"/>
          <p:cNvSpPr txBox="1">
            <a:spLocks noGrp="1"/>
          </p:cNvSpPr>
          <p:nvPr>
            <p:ph type="title" hasCustomPrompt="1"/>
          </p:nvPr>
        </p:nvSpPr>
        <p:spPr>
          <a:xfrm>
            <a:off x="433917" y="472753"/>
            <a:ext cx="11328001" cy="321179"/>
          </a:xfrm>
          <a:prstGeom prst="rect">
            <a:avLst/>
          </a:prstGeom>
        </p:spPr>
        <p:txBody>
          <a:bodyPr>
            <a:normAutofit/>
          </a:bodyPr>
          <a:lstStyle/>
          <a:p>
            <a:r>
              <a:t>Click to add title</a:t>
            </a:r>
          </a:p>
        </p:txBody>
      </p:sp>
      <p:sp>
        <p:nvSpPr>
          <p:cNvPr id="155" name="Sources"/>
          <p:cNvSpPr>
            <a:spLocks noGrp="1"/>
          </p:cNvSpPr>
          <p:nvPr>
            <p:ph type="body" sz="quarter" idx="21" hasCustomPrompt="1"/>
          </p:nvPr>
        </p:nvSpPr>
        <p:spPr>
          <a:xfrm>
            <a:off x="431999" y="6026544"/>
            <a:ext cx="11328002" cy="165555"/>
          </a:xfrm>
          <a:prstGeom prst="rect">
            <a:avLst/>
          </a:prstGeom>
        </p:spPr>
        <p:txBody>
          <a:bodyPr anchor="b"/>
          <a:lstStyle/>
          <a:p>
            <a:pPr marL="239993" lvl="1" indent="-239993">
              <a:spcBef>
                <a:spcPts val="0"/>
              </a:spcBef>
              <a:buSzTx/>
              <a:buNone/>
              <a:defRPr sz="900" b="0" i="1"/>
            </a:pPr>
            <a:r>
              <a:t>Click to add sources</a:t>
            </a:r>
          </a:p>
        </p:txBody>
      </p:sp>
      <p:sp>
        <p:nvSpPr>
          <p:cNvPr id="156" name="Rectangle 7"/>
          <p:cNvSpPr/>
          <p:nvPr/>
        </p:nvSpPr>
        <p:spPr>
          <a:xfrm>
            <a:off x="191999" y="863999"/>
            <a:ext cx="2688002" cy="72001"/>
          </a:xfrm>
          <a:prstGeom prst="rect">
            <a:avLst/>
          </a:prstGeom>
          <a:solidFill>
            <a:srgbClr val="E9041E"/>
          </a:solidFill>
          <a:ln w="12700">
            <a:miter lim="400000"/>
          </a:ln>
        </p:spPr>
        <p:txBody>
          <a:bodyPr lIns="0" tIns="0" rIns="0" bIns="0" anchor="ctr"/>
          <a:lstStyle/>
          <a:p>
            <a:pPr algn="ctr">
              <a:defRPr sz="1200">
                <a:solidFill>
                  <a:srgbClr val="FFFFFF"/>
                </a:solidFill>
                <a:latin typeface="Quicksand Medium"/>
                <a:ea typeface="Quicksand Medium"/>
                <a:cs typeface="Quicksand Medium"/>
                <a:sym typeface="Quicksand Light"/>
              </a:defRPr>
            </a:pPr>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Blank slide">
    <p:spTree>
      <p:nvGrpSpPr>
        <p:cNvPr id="1" name=""/>
        <p:cNvGrpSpPr/>
        <p:nvPr/>
      </p:nvGrpSpPr>
      <p:grpSpPr>
        <a:xfrm>
          <a:off x="0" y="0"/>
          <a:ext cx="0" cy="0"/>
          <a:chOff x="0" y="0"/>
          <a:chExt cx="0" cy="0"/>
        </a:xfrm>
      </p:grpSpPr>
      <p:sp>
        <p:nvSpPr>
          <p:cNvPr id="163" name="Numéro de diapositive"/>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x">
  <p:cSld name="End Slide_Black">
    <p:spTree>
      <p:nvGrpSpPr>
        <p:cNvPr id="1" name=""/>
        <p:cNvGrpSpPr/>
        <p:nvPr/>
      </p:nvGrpSpPr>
      <p:grpSpPr>
        <a:xfrm>
          <a:off x="0" y="0"/>
          <a:ext cx="0" cy="0"/>
          <a:chOff x="0" y="0"/>
          <a:chExt cx="0" cy="0"/>
        </a:xfrm>
      </p:grpSpPr>
      <p:pic>
        <p:nvPicPr>
          <p:cNvPr id="170" name="Picture 5" descr="Picture 5"/>
          <p:cNvPicPr>
            <a:picLocks noChangeAspect="1"/>
          </p:cNvPicPr>
          <p:nvPr/>
        </p:nvPicPr>
        <p:blipFill>
          <a:blip r:embed="rId2"/>
          <a:stretch>
            <a:fillRect/>
          </a:stretch>
        </p:blipFill>
        <p:spPr>
          <a:xfrm>
            <a:off x="2441861" y="2914839"/>
            <a:ext cx="7308814" cy="1028393"/>
          </a:xfrm>
          <a:prstGeom prst="rect">
            <a:avLst/>
          </a:prstGeom>
          <a:ln w="12700">
            <a:miter lim="400000"/>
          </a:ln>
        </p:spPr>
      </p:pic>
      <p:sp>
        <p:nvSpPr>
          <p:cNvPr id="171" name="Numéro de diapositive"/>
          <p:cNvSpPr txBox="1">
            <a:spLocks noGrp="1"/>
          </p:cNvSpPr>
          <p:nvPr>
            <p:ph type="sldNum" sz="quarter" idx="2"/>
          </p:nvPr>
        </p:nvSpPr>
        <p:spPr>
          <a:xfrm>
            <a:off x="5892800" y="6172200"/>
            <a:ext cx="2844800" cy="368301"/>
          </a:xfrm>
          <a:prstGeom prst="rect">
            <a:avLst/>
          </a:prstGeom>
        </p:spPr>
        <p:txBody>
          <a:bodyPr lIns="45719" tIns="45719" rIns="45719" bIns="45719"/>
          <a:lstStyle>
            <a:lvl1pPr algn="r">
              <a:defRPr sz="1200"/>
            </a:lvl1pPr>
          </a:lstStyle>
          <a:p>
            <a:fld id="{86CB4B4D-7CA3-9044-876B-883B54F8677D}" type="slidenum">
              <a:rPr/>
              <a:t>‹#›</a:t>
            </a:fld>
            <a:endParaRPr/>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x">
  <p:cSld name="1_End Slide_Black">
    <p:bg>
      <p:bgPr>
        <a:solidFill>
          <a:srgbClr val="010101"/>
        </a:solidFill>
        <a:effectLst/>
      </p:bgPr>
    </p:bg>
    <p:spTree>
      <p:nvGrpSpPr>
        <p:cNvPr id="1" name=""/>
        <p:cNvGrpSpPr/>
        <p:nvPr/>
      </p:nvGrpSpPr>
      <p:grpSpPr>
        <a:xfrm>
          <a:off x="0" y="0"/>
          <a:ext cx="0" cy="0"/>
          <a:chOff x="0" y="0"/>
          <a:chExt cx="0" cy="0"/>
        </a:xfrm>
      </p:grpSpPr>
      <p:pic>
        <p:nvPicPr>
          <p:cNvPr id="178" name="Picture 5" descr="Picture 5"/>
          <p:cNvPicPr>
            <a:picLocks noChangeAspect="1"/>
          </p:cNvPicPr>
          <p:nvPr/>
        </p:nvPicPr>
        <p:blipFill>
          <a:blip r:embed="rId2"/>
          <a:stretch>
            <a:fillRect/>
          </a:stretch>
        </p:blipFill>
        <p:spPr>
          <a:xfrm>
            <a:off x="2441856" y="2914841"/>
            <a:ext cx="7308824" cy="1028394"/>
          </a:xfrm>
          <a:prstGeom prst="rect">
            <a:avLst/>
          </a:prstGeom>
          <a:ln w="12700">
            <a:miter lim="400000"/>
          </a:ln>
        </p:spPr>
      </p:pic>
      <p:sp>
        <p:nvSpPr>
          <p:cNvPr id="179" name="Numéro de diapositive"/>
          <p:cNvSpPr txBox="1">
            <a:spLocks noGrp="1"/>
          </p:cNvSpPr>
          <p:nvPr>
            <p:ph type="sldNum" sz="quarter" idx="2"/>
          </p:nvPr>
        </p:nvSpPr>
        <p:spPr>
          <a:xfrm>
            <a:off x="5892800" y="6172200"/>
            <a:ext cx="2844800" cy="368301"/>
          </a:xfrm>
          <a:prstGeom prst="rect">
            <a:avLst/>
          </a:prstGeom>
        </p:spPr>
        <p:txBody>
          <a:bodyPr lIns="45719" tIns="45719" rIns="45719" bIns="45719"/>
          <a:lstStyle>
            <a:lvl1pPr algn="r">
              <a:defRPr sz="1200"/>
            </a:lvl1pPr>
          </a:lstStyle>
          <a:p>
            <a:fld id="{86CB4B4D-7CA3-9044-876B-883B54F8677D}" type="slidenum">
              <a:rPr/>
              <a:t>‹#›</a:t>
            </a:fld>
            <a:endParaRPr/>
          </a:p>
        </p:txBody>
      </p:sp>
    </p:spTree>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x">
  <p:cSld name="End Slide_Red">
    <p:bg>
      <p:bgPr>
        <a:solidFill>
          <a:srgbClr val="E9041E"/>
        </a:solidFill>
        <a:effectLst/>
      </p:bgPr>
    </p:bg>
    <p:spTree>
      <p:nvGrpSpPr>
        <p:cNvPr id="1" name=""/>
        <p:cNvGrpSpPr/>
        <p:nvPr/>
      </p:nvGrpSpPr>
      <p:grpSpPr>
        <a:xfrm>
          <a:off x="0" y="0"/>
          <a:ext cx="0" cy="0"/>
          <a:chOff x="0" y="0"/>
          <a:chExt cx="0" cy="0"/>
        </a:xfrm>
      </p:grpSpPr>
      <p:pic>
        <p:nvPicPr>
          <p:cNvPr id="186" name="Picture 5" descr="Picture 5"/>
          <p:cNvPicPr>
            <a:picLocks noChangeAspect="1"/>
          </p:cNvPicPr>
          <p:nvPr/>
        </p:nvPicPr>
        <p:blipFill>
          <a:blip r:embed="rId2"/>
          <a:stretch>
            <a:fillRect/>
          </a:stretch>
        </p:blipFill>
        <p:spPr>
          <a:xfrm>
            <a:off x="2441856" y="2914841"/>
            <a:ext cx="7308824" cy="1028394"/>
          </a:xfrm>
          <a:prstGeom prst="rect">
            <a:avLst/>
          </a:prstGeom>
          <a:ln w="12700">
            <a:miter lim="400000"/>
          </a:ln>
        </p:spPr>
      </p:pic>
      <p:sp>
        <p:nvSpPr>
          <p:cNvPr id="187" name="Numéro de diapositive"/>
          <p:cNvSpPr txBox="1">
            <a:spLocks noGrp="1"/>
          </p:cNvSpPr>
          <p:nvPr>
            <p:ph type="sldNum" sz="quarter" idx="2"/>
          </p:nvPr>
        </p:nvSpPr>
        <p:spPr>
          <a:xfrm>
            <a:off x="5892800" y="6172200"/>
            <a:ext cx="2844800" cy="368301"/>
          </a:xfrm>
          <a:prstGeom prst="rect">
            <a:avLst/>
          </a:prstGeom>
        </p:spPr>
        <p:txBody>
          <a:bodyPr lIns="45719" tIns="45719" rIns="45719" bIns="45719"/>
          <a:lstStyle>
            <a:lvl1pPr algn="r">
              <a:defRPr sz="1200"/>
            </a:lvl1pPr>
          </a:lstStyle>
          <a:p>
            <a:fld id="{86CB4B4D-7CA3-9044-876B-883B54F8677D}" type="slidenum">
              <a:rPr/>
              <a:t>‹#›</a:t>
            </a:fld>
            <a:endParaRPr/>
          </a:p>
        </p:txBody>
      </p:sp>
    </p:spTree>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x">
  <p:cSld name="Diapositive de titre">
    <p:spTree>
      <p:nvGrpSpPr>
        <p:cNvPr id="1" name=""/>
        <p:cNvGrpSpPr/>
        <p:nvPr/>
      </p:nvGrpSpPr>
      <p:grpSpPr>
        <a:xfrm>
          <a:off x="0" y="0"/>
          <a:ext cx="0" cy="0"/>
          <a:chOff x="0" y="0"/>
          <a:chExt cx="0" cy="0"/>
        </a:xfrm>
      </p:grpSpPr>
      <p:sp>
        <p:nvSpPr>
          <p:cNvPr id="194" name="Texte du titre"/>
          <p:cNvSpPr txBox="1">
            <a:spLocks noGrp="1"/>
          </p:cNvSpPr>
          <p:nvPr>
            <p:ph type="title"/>
          </p:nvPr>
        </p:nvSpPr>
        <p:spPr>
          <a:xfrm rot="21420000">
            <a:off x="891201" y="662656"/>
            <a:ext cx="9755187" cy="2766529"/>
          </a:xfrm>
          <a:prstGeom prst="rect">
            <a:avLst/>
          </a:prstGeom>
        </p:spPr>
        <p:txBody>
          <a:bodyPr>
            <a:normAutofit/>
          </a:bodyPr>
          <a:lstStyle>
            <a:lvl1pPr algn="r">
              <a:defRPr sz="8000"/>
            </a:lvl1pPr>
          </a:lstStyle>
          <a:p>
            <a:r>
              <a:t>Texte du titre</a:t>
            </a:r>
          </a:p>
        </p:txBody>
      </p:sp>
      <p:sp>
        <p:nvSpPr>
          <p:cNvPr id="195" name="Texte niveau 1…"/>
          <p:cNvSpPr txBox="1">
            <a:spLocks noGrp="1"/>
          </p:cNvSpPr>
          <p:nvPr>
            <p:ph type="body" sz="quarter" idx="1"/>
          </p:nvPr>
        </p:nvSpPr>
        <p:spPr>
          <a:xfrm rot="21420000">
            <a:off x="983061" y="3505208"/>
            <a:ext cx="9755188" cy="550334"/>
          </a:xfrm>
          <a:prstGeom prst="rect">
            <a:avLst/>
          </a:prstGeom>
        </p:spPr>
        <p:txBody>
          <a:bodyPr/>
          <a:lstStyle>
            <a:lvl1pPr algn="r">
              <a:defRPr sz="2800">
                <a:solidFill>
                  <a:srgbClr val="808080"/>
                </a:solidFill>
              </a:defRPr>
            </a:lvl1pPr>
            <a:lvl2pPr marL="0" indent="457200" algn="r">
              <a:buSzTx/>
              <a:buNone/>
              <a:defRPr sz="2800">
                <a:solidFill>
                  <a:srgbClr val="808080"/>
                </a:solidFill>
              </a:defRPr>
            </a:lvl2pPr>
            <a:lvl3pPr marL="0" indent="914400" algn="r">
              <a:buSzTx/>
              <a:buNone/>
              <a:defRPr sz="2800">
                <a:solidFill>
                  <a:srgbClr val="808080"/>
                </a:solidFill>
              </a:defRPr>
            </a:lvl3pPr>
            <a:lvl4pPr marL="0" indent="1371600" algn="r">
              <a:buSzTx/>
              <a:buNone/>
              <a:defRPr sz="2800">
                <a:solidFill>
                  <a:srgbClr val="808080"/>
                </a:solidFill>
              </a:defRPr>
            </a:lvl4pPr>
            <a:lvl5pPr indent="1828800" algn="r">
              <a:defRPr sz="2800">
                <a:solidFill>
                  <a:srgbClr val="808080"/>
                </a:solidFill>
              </a:defRPr>
            </a:lvl5pPr>
          </a:lstStyle>
          <a:p>
            <a:r>
              <a:t>Texte niveau 1</a:t>
            </a:r>
          </a:p>
          <a:p>
            <a:pPr lvl="1"/>
            <a:r>
              <a:t>Texte niveau 2</a:t>
            </a:r>
          </a:p>
          <a:p>
            <a:pPr lvl="2"/>
            <a:r>
              <a:t>Texte niveau 3</a:t>
            </a:r>
          </a:p>
          <a:p>
            <a:pPr lvl="3"/>
            <a:r>
              <a:t>Texte niveau 4</a:t>
            </a:r>
          </a:p>
          <a:p>
            <a:pPr lvl="4"/>
            <a:r>
              <a:t>Texte niveau 5</a:t>
            </a:r>
          </a:p>
        </p:txBody>
      </p:sp>
      <p:sp>
        <p:nvSpPr>
          <p:cNvPr id="196" name="Numéro de diapositive"/>
          <p:cNvSpPr txBox="1">
            <a:spLocks noGrp="1"/>
          </p:cNvSpPr>
          <p:nvPr>
            <p:ph type="sldNum" sz="quarter" idx="2"/>
          </p:nvPr>
        </p:nvSpPr>
        <p:spPr>
          <a:xfrm rot="21420000">
            <a:off x="9851062" y="3844816"/>
            <a:ext cx="443172" cy="459741"/>
          </a:xfrm>
          <a:prstGeom prst="rect">
            <a:avLst/>
          </a:prstGeom>
        </p:spPr>
        <p:txBody>
          <a:bodyPr lIns="45719" tIns="45719" rIns="45719" bIns="45719" anchor="t"/>
          <a:lstStyle>
            <a:lvl1pPr>
              <a:defRPr sz="2400">
                <a:solidFill>
                  <a:srgbClr val="414141"/>
                </a:solidFill>
              </a:defRPr>
            </a:lvl1pPr>
          </a:lstStyle>
          <a:p>
            <a:fld id="{86CB4B4D-7CA3-9044-876B-883B54F8677D}" type="slidenum">
              <a:rPr/>
              <a:t>‹#›</a:t>
            </a:fld>
            <a:endParaRPr/>
          </a:p>
        </p:txBody>
      </p:sp>
    </p:spTree>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tx">
  <p:cSld name="Diapositive image et titre">
    <p:spTree>
      <p:nvGrpSpPr>
        <p:cNvPr id="1" name=""/>
        <p:cNvGrpSpPr/>
        <p:nvPr/>
      </p:nvGrpSpPr>
      <p:grpSpPr>
        <a:xfrm>
          <a:off x="0" y="0"/>
          <a:ext cx="0" cy="0"/>
          <a:chOff x="0" y="0"/>
          <a:chExt cx="0" cy="0"/>
        </a:xfrm>
      </p:grpSpPr>
      <p:sp>
        <p:nvSpPr>
          <p:cNvPr id="203" name="Numéro de diapositive"/>
          <p:cNvSpPr txBox="1">
            <a:spLocks noGrp="1"/>
          </p:cNvSpPr>
          <p:nvPr>
            <p:ph type="sldNum" sz="quarter" idx="2"/>
          </p:nvPr>
        </p:nvSpPr>
        <p:spPr>
          <a:prstGeom prst="rect">
            <a:avLst/>
          </a:prstGeom>
        </p:spPr>
        <p:txBody>
          <a:bodyPr/>
          <a:lstStyle/>
          <a:p>
            <a:fld id="{86CB4B4D-7CA3-9044-876B-883B54F8677D}" type="slidenum">
              <a:rPr/>
              <a:t>‹#›</a:t>
            </a:fld>
            <a:endParaRPr/>
          </a:p>
        </p:txBody>
      </p:sp>
      <p:pic>
        <p:nvPicPr>
          <p:cNvPr id="204" name="Logo SG" descr="Logo SG"/>
          <p:cNvPicPr>
            <a:picLocks noChangeAspect="1"/>
          </p:cNvPicPr>
          <p:nvPr/>
        </p:nvPicPr>
        <p:blipFill>
          <a:blip r:embed="rId2"/>
          <a:stretch>
            <a:fillRect/>
          </a:stretch>
        </p:blipFill>
        <p:spPr>
          <a:xfrm>
            <a:off x="433917" y="6264564"/>
            <a:ext cx="1467909" cy="299201"/>
          </a:xfrm>
          <a:prstGeom prst="rect">
            <a:avLst/>
          </a:prstGeom>
          <a:ln w="12700">
            <a:miter lim="400000"/>
          </a:ln>
        </p:spPr>
      </p:pic>
      <p:sp>
        <p:nvSpPr>
          <p:cNvPr id="205" name="Espace réservé d’image 24"/>
          <p:cNvSpPr>
            <a:spLocks noGrp="1"/>
          </p:cNvSpPr>
          <p:nvPr>
            <p:ph type="pic" idx="21"/>
          </p:nvPr>
        </p:nvSpPr>
        <p:spPr>
          <a:xfrm>
            <a:off x="12701" y="0"/>
            <a:ext cx="12161519" cy="6858000"/>
          </a:xfrm>
          <a:prstGeom prst="rect">
            <a:avLst/>
          </a:prstGeom>
        </p:spPr>
        <p:txBody>
          <a:bodyPr lIns="91439" tIns="45719" rIns="91439" bIns="45719">
            <a:noAutofit/>
          </a:bodyPr>
          <a:lstStyle/>
          <a:p>
            <a:endParaRPr/>
          </a:p>
        </p:txBody>
      </p:sp>
      <p:sp>
        <p:nvSpPr>
          <p:cNvPr id="206" name="DIAPOSITIVE GRANDE IMAGE"/>
          <p:cNvSpPr txBox="1">
            <a:spLocks noGrp="1"/>
          </p:cNvSpPr>
          <p:nvPr>
            <p:ph type="title" hasCustomPrompt="1"/>
          </p:nvPr>
        </p:nvSpPr>
        <p:spPr>
          <a:xfrm>
            <a:off x="774032" y="1033272"/>
            <a:ext cx="10514998" cy="782638"/>
          </a:xfrm>
          <a:prstGeom prst="rect">
            <a:avLst/>
          </a:prstGeom>
        </p:spPr>
        <p:txBody>
          <a:bodyPr>
            <a:normAutofit/>
          </a:bodyPr>
          <a:lstStyle>
            <a:lvl1pPr>
              <a:defRPr sz="4000" b="1">
                <a:solidFill>
                  <a:srgbClr val="FFFFFF"/>
                </a:solidFill>
              </a:defRPr>
            </a:lvl1pPr>
          </a:lstStyle>
          <a:p>
            <a:r>
              <a:t>DIAPOSITIVE GRANDE IMAGE</a:t>
            </a:r>
          </a:p>
        </p:txBody>
      </p:sp>
      <p:sp>
        <p:nvSpPr>
          <p:cNvPr id="207" name="Texte niveau 1…"/>
          <p:cNvSpPr txBox="1">
            <a:spLocks noGrp="1"/>
          </p:cNvSpPr>
          <p:nvPr>
            <p:ph type="body" sz="quarter" idx="1" hasCustomPrompt="1"/>
          </p:nvPr>
        </p:nvSpPr>
        <p:spPr>
          <a:xfrm>
            <a:off x="774032" y="1880793"/>
            <a:ext cx="10518599" cy="782640"/>
          </a:xfrm>
          <a:prstGeom prst="rect">
            <a:avLst/>
          </a:prstGeom>
        </p:spPr>
        <p:txBody>
          <a:bodyPr/>
          <a:lstStyle>
            <a:lvl1pPr>
              <a:defRPr sz="2200">
                <a:solidFill>
                  <a:srgbClr val="E55F50"/>
                </a:solidFill>
              </a:defRPr>
            </a:lvl1pPr>
            <a:lvl2pPr marL="426655" indent="-234660">
              <a:defRPr sz="2200">
                <a:solidFill>
                  <a:srgbClr val="E55F50"/>
                </a:solidFill>
              </a:defRPr>
            </a:lvl2pPr>
            <a:lvl3pPr marL="618651" indent="-234660">
              <a:defRPr sz="2200">
                <a:solidFill>
                  <a:srgbClr val="E55F50"/>
                </a:solidFill>
              </a:defRPr>
            </a:lvl3pPr>
            <a:lvl4pPr marL="810646" indent="-234660">
              <a:defRPr sz="2200">
                <a:solidFill>
                  <a:srgbClr val="E55F50"/>
                </a:solidFill>
              </a:defRPr>
            </a:lvl4pPr>
            <a:lvl5pPr>
              <a:defRPr sz="2200">
                <a:solidFill>
                  <a:srgbClr val="E55F50"/>
                </a:solidFill>
              </a:defRPr>
            </a:lvl5pPr>
          </a:lstStyle>
          <a:p>
            <a:r>
              <a:t>Modifiez les styles du texte du masque</a:t>
            </a:r>
          </a:p>
          <a:p>
            <a:pPr lvl="1"/>
            <a:endParaRPr/>
          </a:p>
          <a:p>
            <a:pPr lvl="2"/>
            <a:endParaRPr/>
          </a:p>
          <a:p>
            <a:pPr lvl="3"/>
            <a:endParaRPr/>
          </a:p>
          <a:p>
            <a:pPr lvl="4"/>
            <a:endParaRPr/>
          </a:p>
        </p:txBody>
      </p:sp>
      <p:sp>
        <p:nvSpPr>
          <p:cNvPr id="208" name="Graphisme 4"/>
          <p:cNvSpPr/>
          <p:nvPr/>
        </p:nvSpPr>
        <p:spPr>
          <a:xfrm>
            <a:off x="11301987" y="6112003"/>
            <a:ext cx="893334" cy="136801"/>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21600" y="21600"/>
                </a:lnTo>
                <a:lnTo>
                  <a:pt x="2263" y="21600"/>
                </a:lnTo>
                <a:lnTo>
                  <a:pt x="0" y="0"/>
                </a:lnTo>
                <a:close/>
              </a:path>
            </a:pathLst>
          </a:custGeom>
          <a:solidFill>
            <a:srgbClr val="E9041E"/>
          </a:solidFill>
          <a:ln w="12700">
            <a:miter lim="400000"/>
          </a:ln>
        </p:spPr>
        <p:txBody>
          <a:bodyPr lIns="0" tIns="0" rIns="0" bIns="0" anchor="ctr"/>
          <a:lstStyle/>
          <a:p>
            <a:endParaRPr/>
          </a:p>
        </p:txBody>
      </p:sp>
    </p:spTree>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tx">
  <p:cSld name="Titre et puces">
    <p:spTree>
      <p:nvGrpSpPr>
        <p:cNvPr id="1" name=""/>
        <p:cNvGrpSpPr/>
        <p:nvPr/>
      </p:nvGrpSpPr>
      <p:grpSpPr>
        <a:xfrm>
          <a:off x="0" y="0"/>
          <a:ext cx="0" cy="0"/>
          <a:chOff x="0" y="0"/>
          <a:chExt cx="0" cy="0"/>
        </a:xfrm>
      </p:grpSpPr>
      <p:sp>
        <p:nvSpPr>
          <p:cNvPr id="215" name="Titre de diapositive"/>
          <p:cNvSpPr txBox="1">
            <a:spLocks noGrp="1"/>
          </p:cNvSpPr>
          <p:nvPr>
            <p:ph type="title" hasCustomPrompt="1"/>
          </p:nvPr>
        </p:nvSpPr>
        <p:spPr>
          <a:xfrm>
            <a:off x="603250" y="539750"/>
            <a:ext cx="10985500" cy="716582"/>
          </a:xfrm>
          <a:prstGeom prst="rect">
            <a:avLst/>
          </a:prstGeom>
        </p:spPr>
        <p:txBody>
          <a:bodyPr lIns="25400" tIns="25400" rIns="25400" bIns="25400" anchor="t">
            <a:normAutofit/>
          </a:bodyPr>
          <a:lstStyle>
            <a:lvl1pPr defTabSz="1219169">
              <a:lnSpc>
                <a:spcPct val="80000"/>
              </a:lnSpc>
              <a:defRPr sz="4200" b="1" cap="none" spc="-84">
                <a:solidFill>
                  <a:srgbClr val="000000"/>
                </a:solidFill>
                <a:latin typeface="Helvetica Neue"/>
                <a:ea typeface="Helvetica Neue"/>
                <a:cs typeface="Helvetica Neue"/>
                <a:sym typeface="Helvetica Neue"/>
              </a:defRPr>
            </a:lvl1pPr>
          </a:lstStyle>
          <a:p>
            <a:r>
              <a:t>Titre de diapositive</a:t>
            </a:r>
          </a:p>
        </p:txBody>
      </p:sp>
      <p:sp>
        <p:nvSpPr>
          <p:cNvPr id="216" name="Sous-titre de diapositive"/>
          <p:cNvSpPr txBox="1">
            <a:spLocks noGrp="1"/>
          </p:cNvSpPr>
          <p:nvPr>
            <p:ph type="body" sz="quarter" idx="21" hasCustomPrompt="1"/>
          </p:nvPr>
        </p:nvSpPr>
        <p:spPr>
          <a:xfrm>
            <a:off x="603250" y="1186481"/>
            <a:ext cx="10985500" cy="467390"/>
          </a:xfrm>
          <a:prstGeom prst="rect">
            <a:avLst/>
          </a:prstGeom>
          <a:ln w="3175"/>
        </p:spPr>
        <p:txBody>
          <a:bodyPr lIns="22859" tIns="22859" rIns="22859" bIns="22859"/>
          <a:lstStyle>
            <a:lvl1pPr defTabSz="412750">
              <a:lnSpc>
                <a:spcPct val="100000"/>
              </a:lnSpc>
              <a:spcBef>
                <a:spcPts val="0"/>
              </a:spcBef>
              <a:defRPr sz="2600">
                <a:solidFill>
                  <a:srgbClr val="000000"/>
                </a:solidFill>
                <a:latin typeface="Helvetica Neue"/>
                <a:ea typeface="Helvetica Neue"/>
                <a:cs typeface="Helvetica Neue"/>
                <a:sym typeface="Helvetica Neue"/>
              </a:defRPr>
            </a:lvl1pPr>
          </a:lstStyle>
          <a:p>
            <a:r>
              <a:t>Sous-titre de diapositive</a:t>
            </a:r>
          </a:p>
        </p:txBody>
      </p:sp>
      <p:sp>
        <p:nvSpPr>
          <p:cNvPr id="217" name="Texte niveau 1…"/>
          <p:cNvSpPr txBox="1">
            <a:spLocks noGrp="1"/>
          </p:cNvSpPr>
          <p:nvPr>
            <p:ph type="body" idx="1" hasCustomPrompt="1"/>
          </p:nvPr>
        </p:nvSpPr>
        <p:spPr>
          <a:xfrm>
            <a:off x="603250" y="2124252"/>
            <a:ext cx="10985500" cy="4128006"/>
          </a:xfrm>
          <a:prstGeom prst="rect">
            <a:avLst/>
          </a:prstGeom>
        </p:spPr>
        <p:txBody>
          <a:bodyPr lIns="25400" tIns="25400" rIns="25400" bIns="25400"/>
          <a:lstStyle>
            <a:lvl1pPr marL="304800" indent="-304800" defTabSz="1219169">
              <a:spcBef>
                <a:spcPts val="2200"/>
              </a:spcBef>
              <a:buSzPct val="123000"/>
              <a:buChar char="•"/>
              <a:defRPr sz="2400" b="0">
                <a:solidFill>
                  <a:srgbClr val="000000"/>
                </a:solidFill>
                <a:latin typeface="Helvetica Neue"/>
                <a:ea typeface="Helvetica Neue"/>
                <a:cs typeface="Helvetica Neue"/>
                <a:sym typeface="Helvetica Neue"/>
              </a:defRPr>
            </a:lvl1pPr>
            <a:lvl2pPr marL="914400" indent="-304800" defTabSz="1219169">
              <a:spcBef>
                <a:spcPts val="2200"/>
              </a:spcBef>
              <a:buSzPct val="123000"/>
              <a:defRPr sz="2400" b="0">
                <a:solidFill>
                  <a:srgbClr val="000000"/>
                </a:solidFill>
                <a:latin typeface="Helvetica Neue"/>
                <a:ea typeface="Helvetica Neue"/>
                <a:cs typeface="Helvetica Neue"/>
                <a:sym typeface="Helvetica Neue"/>
              </a:defRPr>
            </a:lvl2pPr>
            <a:lvl3pPr marL="1524000" indent="-304800" defTabSz="1219169">
              <a:spcBef>
                <a:spcPts val="2200"/>
              </a:spcBef>
              <a:buSzPct val="123000"/>
              <a:buChar char="•"/>
              <a:defRPr sz="2400" b="0">
                <a:solidFill>
                  <a:srgbClr val="000000"/>
                </a:solidFill>
                <a:latin typeface="Helvetica Neue"/>
                <a:ea typeface="Helvetica Neue"/>
                <a:cs typeface="Helvetica Neue"/>
                <a:sym typeface="Helvetica Neue"/>
              </a:defRPr>
            </a:lvl3pPr>
            <a:lvl4pPr marL="2133600" indent="-304800" defTabSz="1219169">
              <a:spcBef>
                <a:spcPts val="2200"/>
              </a:spcBef>
              <a:buSzPct val="123000"/>
              <a:buChar char="•"/>
              <a:defRPr sz="2400" b="0">
                <a:solidFill>
                  <a:srgbClr val="000000"/>
                </a:solidFill>
                <a:latin typeface="Helvetica Neue"/>
                <a:ea typeface="Helvetica Neue"/>
                <a:cs typeface="Helvetica Neue"/>
                <a:sym typeface="Helvetica Neue"/>
              </a:defRPr>
            </a:lvl4pPr>
            <a:lvl5pPr marL="2743200" indent="-304800" defTabSz="1219169">
              <a:spcBef>
                <a:spcPts val="2200"/>
              </a:spcBef>
              <a:buSzPct val="123000"/>
              <a:buChar char="•"/>
              <a:defRPr sz="2400" b="0">
                <a:solidFill>
                  <a:srgbClr val="000000"/>
                </a:solidFill>
                <a:latin typeface="Helvetica Neue"/>
                <a:ea typeface="Helvetica Neue"/>
                <a:cs typeface="Helvetica Neue"/>
                <a:sym typeface="Helvetica Neue"/>
              </a:defRPr>
            </a:lvl5pPr>
          </a:lstStyle>
          <a:p>
            <a:r>
              <a:t>Texte de puce de diapositive</a:t>
            </a:r>
          </a:p>
          <a:p>
            <a:pPr lvl="1"/>
            <a:endParaRPr/>
          </a:p>
          <a:p>
            <a:pPr lvl="2"/>
            <a:endParaRPr/>
          </a:p>
          <a:p>
            <a:pPr lvl="3"/>
            <a:endParaRPr/>
          </a:p>
          <a:p>
            <a:pPr lvl="4"/>
            <a:endParaRPr/>
          </a:p>
        </p:txBody>
      </p:sp>
      <p:sp>
        <p:nvSpPr>
          <p:cNvPr id="218" name="Numéro de diapositive"/>
          <p:cNvSpPr txBox="1">
            <a:spLocks noGrp="1"/>
          </p:cNvSpPr>
          <p:nvPr>
            <p:ph type="sldNum" sz="quarter" idx="2"/>
          </p:nvPr>
        </p:nvSpPr>
        <p:spPr>
          <a:xfrm>
            <a:off x="5997574" y="6540499"/>
            <a:ext cx="190603" cy="187301"/>
          </a:xfrm>
          <a:prstGeom prst="rect">
            <a:avLst/>
          </a:prstGeom>
        </p:spPr>
        <p:txBody>
          <a:bodyPr lIns="25400" tIns="25400" rIns="25400" bIns="25400" anchor="b"/>
          <a:lstStyle>
            <a:lvl1pPr algn="ctr" defTabSz="292100">
              <a:defRPr sz="900">
                <a:solidFill>
                  <a:srgbClr val="000000"/>
                </a:solidFill>
                <a:latin typeface="Helvetica Neue"/>
                <a:ea typeface="Helvetica Neue"/>
                <a:cs typeface="Helvetica Neue"/>
                <a:sym typeface="Helvetica Neue"/>
              </a:defRPr>
            </a:lvl1pPr>
          </a:lstStyle>
          <a:p>
            <a:fld id="{86CB4B4D-7CA3-9044-876B-883B54F8677D}" type="slidenum">
              <a:rPr/>
              <a:t>‹#›</a:t>
            </a:fld>
            <a:endParaRPr/>
          </a:p>
        </p:txBody>
      </p:sp>
    </p:spTree>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tx">
  <p:cSld name="Slide_Title">
    <p:spTree>
      <p:nvGrpSpPr>
        <p:cNvPr id="1" name=""/>
        <p:cNvGrpSpPr/>
        <p:nvPr/>
      </p:nvGrpSpPr>
      <p:grpSpPr>
        <a:xfrm>
          <a:off x="0" y="0"/>
          <a:ext cx="0" cy="0"/>
          <a:chOff x="0" y="0"/>
          <a:chExt cx="0" cy="0"/>
        </a:xfrm>
      </p:grpSpPr>
      <p:sp>
        <p:nvSpPr>
          <p:cNvPr id="225" name="Numéro de diapositive"/>
          <p:cNvSpPr txBox="1">
            <a:spLocks noGrp="1"/>
          </p:cNvSpPr>
          <p:nvPr>
            <p:ph type="sldNum" sz="quarter" idx="2"/>
          </p:nvPr>
        </p:nvSpPr>
        <p:spPr>
          <a:xfrm>
            <a:off x="4441705" y="6328998"/>
            <a:ext cx="351731" cy="368301"/>
          </a:xfrm>
          <a:prstGeom prst="rect">
            <a:avLst/>
          </a:prstGeom>
        </p:spPr>
        <p:txBody>
          <a:bodyPr/>
          <a:lstStyle>
            <a:lvl1pPr defTabSz="1219200">
              <a:defRPr sz="2400"/>
            </a:lvl1pPr>
          </a:lstStyle>
          <a:p>
            <a:fld id="{86CB4B4D-7CA3-9044-876B-883B54F8677D}" type="slidenum">
              <a:rPr/>
              <a:t>‹#›</a:t>
            </a:fld>
            <a:endParaRPr/>
          </a:p>
        </p:txBody>
      </p:sp>
      <p:pic>
        <p:nvPicPr>
          <p:cNvPr id="226" name="Logo SG" descr="Logo SG"/>
          <p:cNvPicPr>
            <a:picLocks noChangeAspect="1"/>
          </p:cNvPicPr>
          <p:nvPr/>
        </p:nvPicPr>
        <p:blipFill>
          <a:blip r:embed="rId2"/>
          <a:stretch>
            <a:fillRect/>
          </a:stretch>
        </p:blipFill>
        <p:spPr>
          <a:xfrm>
            <a:off x="433917" y="6264564"/>
            <a:ext cx="1467909" cy="299201"/>
          </a:xfrm>
          <a:prstGeom prst="rect">
            <a:avLst/>
          </a:prstGeom>
          <a:ln w="12700">
            <a:miter lim="400000"/>
          </a:ln>
        </p:spPr>
      </p:pic>
      <p:sp>
        <p:nvSpPr>
          <p:cNvPr id="227" name="Click to add title"/>
          <p:cNvSpPr txBox="1">
            <a:spLocks noGrp="1"/>
          </p:cNvSpPr>
          <p:nvPr>
            <p:ph type="title" hasCustomPrompt="1"/>
          </p:nvPr>
        </p:nvSpPr>
        <p:spPr>
          <a:xfrm>
            <a:off x="433915" y="486155"/>
            <a:ext cx="11328001" cy="307777"/>
          </a:xfrm>
          <a:prstGeom prst="rect">
            <a:avLst/>
          </a:prstGeom>
        </p:spPr>
        <p:txBody>
          <a:bodyPr>
            <a:normAutofit/>
          </a:bodyPr>
          <a:lstStyle>
            <a:lvl1pPr defTabSz="1219200"/>
          </a:lstStyle>
          <a:p>
            <a:r>
              <a:t>Click to add title</a:t>
            </a:r>
          </a:p>
        </p:txBody>
      </p:sp>
      <p:sp>
        <p:nvSpPr>
          <p:cNvPr id="228" name="Texte niveau 1…"/>
          <p:cNvSpPr txBox="1">
            <a:spLocks noGrp="1"/>
          </p:cNvSpPr>
          <p:nvPr>
            <p:ph type="body" sz="quarter" idx="1" hasCustomPrompt="1"/>
          </p:nvPr>
        </p:nvSpPr>
        <p:spPr>
          <a:xfrm>
            <a:off x="431999" y="6014362"/>
            <a:ext cx="11328001" cy="177736"/>
          </a:xfrm>
          <a:prstGeom prst="rect">
            <a:avLst/>
          </a:prstGeom>
        </p:spPr>
        <p:txBody>
          <a:bodyPr anchor="b"/>
          <a:lstStyle>
            <a:lvl1pPr marL="2117" indent="-2117" defTabSz="1219200">
              <a:spcBef>
                <a:spcPts val="0"/>
              </a:spcBef>
              <a:defRPr sz="900" b="0" i="1"/>
            </a:lvl1pPr>
            <a:lvl2pPr marL="2117" indent="-2117" defTabSz="1219200">
              <a:spcBef>
                <a:spcPts val="0"/>
              </a:spcBef>
              <a:buSzTx/>
              <a:buNone/>
              <a:defRPr sz="900" b="0" i="1"/>
            </a:lvl2pPr>
            <a:lvl3pPr marL="2117" indent="285882" defTabSz="1219200">
              <a:spcBef>
                <a:spcPts val="0"/>
              </a:spcBef>
              <a:buSzTx/>
              <a:buNone/>
              <a:defRPr sz="900" b="0" i="1"/>
            </a:lvl3pPr>
            <a:lvl4pPr marL="2117" indent="429882" defTabSz="1219200">
              <a:spcBef>
                <a:spcPts val="0"/>
              </a:spcBef>
              <a:buSzTx/>
              <a:buNone/>
              <a:defRPr sz="900" b="0" i="1"/>
            </a:lvl4pPr>
            <a:lvl5pPr marL="2117" indent="-2117" defTabSz="1219200">
              <a:spcBef>
                <a:spcPts val="0"/>
              </a:spcBef>
              <a:defRPr sz="900" b="0" i="1"/>
            </a:lvl5pPr>
          </a:lstStyle>
          <a:p>
            <a:r>
              <a:t>Click to add sources</a:t>
            </a:r>
          </a:p>
          <a:p>
            <a:pPr lvl="1"/>
            <a:endParaRPr/>
          </a:p>
          <a:p>
            <a:pPr lvl="2"/>
            <a:endParaRPr/>
          </a:p>
          <a:p>
            <a:pPr lvl="3"/>
            <a:endParaRPr/>
          </a:p>
          <a:p>
            <a:pPr lvl="4"/>
            <a:endParaRPr/>
          </a:p>
        </p:txBody>
      </p:sp>
      <p:sp>
        <p:nvSpPr>
          <p:cNvPr id="229" name="Rectangle 6"/>
          <p:cNvSpPr/>
          <p:nvPr/>
        </p:nvSpPr>
        <p:spPr>
          <a:xfrm>
            <a:off x="191999" y="863999"/>
            <a:ext cx="2688001" cy="72001"/>
          </a:xfrm>
          <a:prstGeom prst="rect">
            <a:avLst/>
          </a:prstGeom>
          <a:solidFill>
            <a:srgbClr val="E9041E"/>
          </a:solidFill>
          <a:ln w="12700">
            <a:miter lim="400000"/>
          </a:ln>
        </p:spPr>
        <p:txBody>
          <a:bodyPr lIns="0" tIns="0" rIns="0" bIns="0" anchor="ctr"/>
          <a:lstStyle/>
          <a:p>
            <a:pPr algn="ctr" defTabSz="1219200">
              <a:defRPr sz="1200">
                <a:solidFill>
                  <a:srgbClr val="FFFFFF"/>
                </a:solidFill>
                <a:latin typeface="Quicksand Medium"/>
                <a:ea typeface="Quicksand Medium"/>
                <a:cs typeface="Quicksand Medium"/>
                <a:sym typeface="Quicksand Light"/>
              </a:defRPr>
            </a:pPr>
            <a:endParaRPr/>
          </a:p>
        </p:txBody>
      </p:sp>
    </p:spTree>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tx">
  <p:cSld name="Title and Six Columns">
    <p:spTree>
      <p:nvGrpSpPr>
        <p:cNvPr id="1" name=""/>
        <p:cNvGrpSpPr/>
        <p:nvPr/>
      </p:nvGrpSpPr>
      <p:grpSpPr>
        <a:xfrm>
          <a:off x="0" y="0"/>
          <a:ext cx="0" cy="0"/>
          <a:chOff x="0" y="0"/>
          <a:chExt cx="0" cy="0"/>
        </a:xfrm>
      </p:grpSpPr>
      <p:sp>
        <p:nvSpPr>
          <p:cNvPr id="236" name="Texte niveau 1…"/>
          <p:cNvSpPr txBox="1">
            <a:spLocks noGrp="1"/>
          </p:cNvSpPr>
          <p:nvPr>
            <p:ph type="body" sz="quarter" idx="1"/>
          </p:nvPr>
        </p:nvSpPr>
        <p:spPr>
          <a:xfrm>
            <a:off x="8555632" y="3044167"/>
            <a:ext cx="2527601" cy="885601"/>
          </a:xfrm>
          <a:prstGeom prst="rect">
            <a:avLst/>
          </a:prstGeom>
        </p:spPr>
        <p:txBody>
          <a:bodyPr lIns="91424" tIns="91424" rIns="91424" bIns="91424"/>
          <a:lstStyle>
            <a:lvl1pPr marL="228600" indent="-228600" algn="ctr" defTabSz="914400">
              <a:lnSpc>
                <a:spcPct val="100000"/>
              </a:lnSpc>
              <a:spcBef>
                <a:spcPts val="0"/>
              </a:spcBef>
              <a:defRPr sz="1800" b="0">
                <a:solidFill>
                  <a:srgbClr val="000000"/>
                </a:solidFill>
                <a:latin typeface="+mj-lt"/>
                <a:ea typeface="+mj-ea"/>
                <a:cs typeface="+mj-cs"/>
                <a:sym typeface="Calibri"/>
              </a:defRPr>
            </a:lvl1pPr>
            <a:lvl2pPr marL="228600" indent="228600" algn="ctr" defTabSz="914400">
              <a:lnSpc>
                <a:spcPct val="100000"/>
              </a:lnSpc>
              <a:spcBef>
                <a:spcPts val="0"/>
              </a:spcBef>
              <a:buSzTx/>
              <a:buNone/>
              <a:defRPr sz="1800" b="0">
                <a:solidFill>
                  <a:srgbClr val="000000"/>
                </a:solidFill>
                <a:latin typeface="+mj-lt"/>
                <a:ea typeface="+mj-ea"/>
                <a:cs typeface="+mj-cs"/>
                <a:sym typeface="Calibri"/>
              </a:defRPr>
            </a:lvl2pPr>
            <a:lvl3pPr marL="228600" indent="685800" algn="ctr" defTabSz="914400">
              <a:lnSpc>
                <a:spcPct val="100000"/>
              </a:lnSpc>
              <a:spcBef>
                <a:spcPts val="0"/>
              </a:spcBef>
              <a:buSzTx/>
              <a:buNone/>
              <a:defRPr sz="1800" b="0">
                <a:solidFill>
                  <a:srgbClr val="000000"/>
                </a:solidFill>
                <a:latin typeface="+mj-lt"/>
                <a:ea typeface="+mj-ea"/>
                <a:cs typeface="+mj-cs"/>
                <a:sym typeface="Calibri"/>
              </a:defRPr>
            </a:lvl3pPr>
            <a:lvl4pPr marL="228600" indent="1143000" algn="ctr" defTabSz="914400">
              <a:lnSpc>
                <a:spcPct val="100000"/>
              </a:lnSpc>
              <a:spcBef>
                <a:spcPts val="0"/>
              </a:spcBef>
              <a:buSzTx/>
              <a:buNone/>
              <a:defRPr sz="1800" b="0">
                <a:solidFill>
                  <a:srgbClr val="000000"/>
                </a:solidFill>
                <a:latin typeface="+mj-lt"/>
                <a:ea typeface="+mj-ea"/>
                <a:cs typeface="+mj-cs"/>
                <a:sym typeface="Calibri"/>
              </a:defRPr>
            </a:lvl4pPr>
            <a:lvl5pPr marL="228600" indent="1600200" algn="ctr" defTabSz="914400">
              <a:lnSpc>
                <a:spcPct val="100000"/>
              </a:lnSpc>
              <a:spcBef>
                <a:spcPts val="0"/>
              </a:spcBef>
              <a:defRPr sz="1800" b="0">
                <a:solidFill>
                  <a:srgbClr val="000000"/>
                </a:solidFill>
                <a:latin typeface="+mj-lt"/>
                <a:ea typeface="+mj-ea"/>
                <a:cs typeface="+mj-cs"/>
                <a:sym typeface="Calibri"/>
              </a:defRPr>
            </a:lvl5pPr>
          </a:lstStyle>
          <a:p>
            <a:r>
              <a:t>Texte niveau 1</a:t>
            </a:r>
          </a:p>
          <a:p>
            <a:pPr lvl="1"/>
            <a:r>
              <a:t>Texte niveau 2</a:t>
            </a:r>
          </a:p>
          <a:p>
            <a:pPr lvl="2"/>
            <a:r>
              <a:t>Texte niveau 3</a:t>
            </a:r>
          </a:p>
          <a:p>
            <a:pPr lvl="3"/>
            <a:r>
              <a:t>Texte niveau 4</a:t>
            </a:r>
          </a:p>
          <a:p>
            <a:pPr lvl="4"/>
            <a:r>
              <a:t>Texte niveau 5</a:t>
            </a:r>
          </a:p>
        </p:txBody>
      </p:sp>
      <p:sp>
        <p:nvSpPr>
          <p:cNvPr id="237" name="Texte du titre"/>
          <p:cNvSpPr txBox="1">
            <a:spLocks noGrp="1"/>
          </p:cNvSpPr>
          <p:nvPr>
            <p:ph type="title"/>
          </p:nvPr>
        </p:nvSpPr>
        <p:spPr>
          <a:xfrm>
            <a:off x="8514464" y="2337766"/>
            <a:ext cx="2610001" cy="706401"/>
          </a:xfrm>
          <a:prstGeom prst="rect">
            <a:avLst/>
          </a:prstGeom>
          <a:solidFill>
            <a:srgbClr val="44546A"/>
          </a:solidFill>
        </p:spPr>
        <p:txBody>
          <a:bodyPr lIns="91424" tIns="91424" rIns="91424" bIns="91424">
            <a:normAutofit/>
          </a:bodyPr>
          <a:lstStyle>
            <a:lvl1pPr algn="ctr" defTabSz="914400">
              <a:lnSpc>
                <a:spcPct val="90000"/>
              </a:lnSpc>
              <a:defRPr sz="2900" cap="none">
                <a:solidFill>
                  <a:srgbClr val="000000"/>
                </a:solidFill>
                <a:latin typeface="Calibri Light"/>
                <a:ea typeface="Calibri Light"/>
                <a:cs typeface="Calibri Light"/>
                <a:sym typeface="Calibri Light"/>
              </a:defRPr>
            </a:lvl1pPr>
          </a:lstStyle>
          <a:p>
            <a:r>
              <a:t>Texte du titre</a:t>
            </a:r>
          </a:p>
        </p:txBody>
      </p:sp>
      <p:sp>
        <p:nvSpPr>
          <p:cNvPr id="238" name="Google Shape;301;p22"/>
          <p:cNvSpPr/>
          <p:nvPr/>
        </p:nvSpPr>
        <p:spPr>
          <a:xfrm flipH="1">
            <a:off x="-54" y="2603094"/>
            <a:ext cx="10386939" cy="175745"/>
          </a:xfrm>
          <a:prstGeom prst="rect">
            <a:avLst/>
          </a:prstGeom>
          <a:solidFill>
            <a:srgbClr val="FFFFFF">
              <a:alpha val="6270"/>
            </a:srgbClr>
          </a:solidFill>
          <a:ln w="12700">
            <a:miter lim="400000"/>
          </a:ln>
        </p:spPr>
        <p:txBody>
          <a:bodyPr lIns="45719" rIns="45719" anchor="ctr"/>
          <a:lstStyle/>
          <a:p>
            <a:pPr>
              <a:defRPr sz="2400">
                <a:solidFill>
                  <a:srgbClr val="000000"/>
                </a:solidFill>
                <a:latin typeface="+mj-lt"/>
                <a:ea typeface="+mj-ea"/>
                <a:cs typeface="+mj-cs"/>
                <a:sym typeface="Calibri"/>
              </a:defRPr>
            </a:pPr>
            <a:endParaRPr/>
          </a:p>
        </p:txBody>
      </p:sp>
      <p:sp>
        <p:nvSpPr>
          <p:cNvPr id="239" name="Google Shape;302;p22"/>
          <p:cNvSpPr/>
          <p:nvPr/>
        </p:nvSpPr>
        <p:spPr>
          <a:xfrm flipH="1">
            <a:off x="1244527" y="4660843"/>
            <a:ext cx="10947453" cy="175717"/>
          </a:xfrm>
          <a:prstGeom prst="rect">
            <a:avLst/>
          </a:prstGeom>
          <a:solidFill>
            <a:srgbClr val="FFFFFF">
              <a:alpha val="6270"/>
            </a:srgbClr>
          </a:solidFill>
          <a:ln w="12700">
            <a:miter lim="400000"/>
          </a:ln>
        </p:spPr>
        <p:txBody>
          <a:bodyPr lIns="45719" rIns="45719" anchor="ctr"/>
          <a:lstStyle/>
          <a:p>
            <a:pPr>
              <a:defRPr sz="2400">
                <a:solidFill>
                  <a:srgbClr val="000000"/>
                </a:solidFill>
                <a:latin typeface="+mj-lt"/>
                <a:ea typeface="+mj-ea"/>
                <a:cs typeface="+mj-cs"/>
                <a:sym typeface="Calibri"/>
              </a:defRPr>
            </a:pPr>
            <a:endParaRPr/>
          </a:p>
        </p:txBody>
      </p:sp>
      <p:sp>
        <p:nvSpPr>
          <p:cNvPr id="240" name="Numéro de diapositive"/>
          <p:cNvSpPr txBox="1">
            <a:spLocks noGrp="1"/>
          </p:cNvSpPr>
          <p:nvPr>
            <p:ph type="sldNum" sz="quarter" idx="2"/>
          </p:nvPr>
        </p:nvSpPr>
        <p:spPr>
          <a:xfrm>
            <a:off x="5892800" y="6172200"/>
            <a:ext cx="2844800" cy="368301"/>
          </a:xfrm>
          <a:prstGeom prst="rect">
            <a:avLst/>
          </a:prstGeom>
        </p:spPr>
        <p:txBody>
          <a:bodyPr lIns="45719" tIns="45719" rIns="45719" bIns="45719"/>
          <a:lstStyle>
            <a:lvl1pPr algn="r">
              <a:defRPr sz="1200">
                <a:solidFill>
                  <a:srgbClr val="888888"/>
                </a:solidFill>
                <a:latin typeface="+mj-lt"/>
                <a:ea typeface="+mj-ea"/>
                <a:cs typeface="+mj-cs"/>
                <a:sym typeface="Calibri"/>
              </a:defRPr>
            </a:lvl1pPr>
          </a:lstStyle>
          <a:p>
            <a:fld id="{86CB4B4D-7CA3-9044-876B-883B54F8677D}" type="slidenum">
              <a:rPr/>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Numéro de diapositive"/>
          <p:cNvSpPr txBox="1">
            <a:spLocks noGrp="1"/>
          </p:cNvSpPr>
          <p:nvPr>
            <p:ph type="sldNum" sz="quarter" idx="2"/>
          </p:nvPr>
        </p:nvSpPr>
        <p:spPr>
          <a:xfrm>
            <a:off x="4425675" y="6373448"/>
            <a:ext cx="266974" cy="279401"/>
          </a:xfrm>
          <a:prstGeom prst="rect">
            <a:avLst/>
          </a:prstGeom>
          <a:ln w="12700">
            <a:miter lim="400000"/>
          </a:ln>
        </p:spPr>
        <p:txBody>
          <a:bodyPr wrap="none" lIns="0" tIns="0" rIns="0" bIns="0" anchor="ctr">
            <a:spAutoFit/>
          </a:bodyPr>
          <a:lstStyle/>
          <a:p>
            <a:fld id="{86CB4B4D-7CA3-9044-876B-883B54F8677D}" type="slidenum">
              <a:rPr/>
              <a:t>‹#›</a:t>
            </a:fld>
            <a:endParaRPr/>
          </a:p>
        </p:txBody>
      </p:sp>
      <p:pic>
        <p:nvPicPr>
          <p:cNvPr id="3" name="Logo SG" descr="Logo SG"/>
          <p:cNvPicPr>
            <a:picLocks noChangeAspect="1"/>
          </p:cNvPicPr>
          <p:nvPr/>
        </p:nvPicPr>
        <p:blipFill>
          <a:blip r:embed="rId24"/>
          <a:stretch>
            <a:fillRect/>
          </a:stretch>
        </p:blipFill>
        <p:spPr>
          <a:xfrm>
            <a:off x="433917" y="6264564"/>
            <a:ext cx="1467909" cy="299201"/>
          </a:xfrm>
          <a:prstGeom prst="rect">
            <a:avLst/>
          </a:prstGeom>
          <a:ln w="12700">
            <a:miter lim="400000"/>
          </a:ln>
        </p:spPr>
      </p:pic>
      <p:sp>
        <p:nvSpPr>
          <p:cNvPr id="4" name="Texte du titre"/>
          <p:cNvSpPr txBox="1">
            <a:spLocks noGrp="1"/>
          </p:cNvSpPr>
          <p:nvPr>
            <p:ph type="title"/>
          </p:nvPr>
        </p:nvSpPr>
        <p:spPr>
          <a:xfrm>
            <a:off x="609600" y="0"/>
            <a:ext cx="10972800" cy="141763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b"/>
          <a:lstStyle/>
          <a:p>
            <a:r>
              <a:t>Texte du titre</a:t>
            </a:r>
          </a:p>
        </p:txBody>
      </p:sp>
      <p:sp>
        <p:nvSpPr>
          <p:cNvPr id="5" name="Texte niveau 1…"/>
          <p:cNvSpPr txBox="1">
            <a:spLocks noGrp="1"/>
          </p:cNvSpPr>
          <p:nvPr>
            <p:ph type="body" idx="1"/>
          </p:nvPr>
        </p:nvSpPr>
        <p:spPr>
          <a:xfrm>
            <a:off x="609600" y="1600200"/>
            <a:ext cx="10972800" cy="52578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rmAutofit/>
          </a:bodyPr>
          <a:lstStyle/>
          <a:p>
            <a:r>
              <a:t>Texte niveau 1</a:t>
            </a:r>
          </a:p>
          <a:p>
            <a:pPr lvl="1"/>
            <a:r>
              <a:t>Texte niveau 2</a:t>
            </a:r>
          </a:p>
          <a:p>
            <a:pPr lvl="2"/>
            <a:r>
              <a:t>Texte niveau 3</a:t>
            </a:r>
          </a:p>
          <a:p>
            <a:pPr lvl="3"/>
            <a:r>
              <a:t>Texte niveau 4</a:t>
            </a:r>
          </a:p>
          <a:p>
            <a:pPr lvl="4"/>
            <a:r>
              <a:t>Texte niveau 5</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Lst>
  <p:transition spd="med"/>
  <p:txStyles>
    <p:titleStyle>
      <a:lvl1pPr marL="0" marR="0" indent="0" algn="l" defTabSz="1219169" rtl="0" latinLnBrk="0">
        <a:lnSpc>
          <a:spcPct val="75000"/>
        </a:lnSpc>
        <a:spcBef>
          <a:spcPts val="0"/>
        </a:spcBef>
        <a:spcAft>
          <a:spcPts val="0"/>
        </a:spcAft>
        <a:buClrTx/>
        <a:buSzTx/>
        <a:buFontTx/>
        <a:buNone/>
        <a:tabLst/>
        <a:defRPr sz="2600" b="0" i="0" u="none" strike="noStrike" cap="all" spc="0" baseline="0">
          <a:solidFill>
            <a:srgbClr val="E9041E"/>
          </a:solidFill>
          <a:uFillTx/>
          <a:latin typeface="Montserrat ExtraBold"/>
          <a:ea typeface="Montserrat ExtraBold"/>
          <a:cs typeface="Montserrat ExtraBold"/>
          <a:sym typeface="Montserrat ExtraBold"/>
        </a:defRPr>
      </a:lvl1pPr>
      <a:lvl2pPr marL="0" marR="0" indent="0" algn="l" defTabSz="1219169" rtl="0" latinLnBrk="0">
        <a:lnSpc>
          <a:spcPct val="75000"/>
        </a:lnSpc>
        <a:spcBef>
          <a:spcPts val="0"/>
        </a:spcBef>
        <a:spcAft>
          <a:spcPts val="0"/>
        </a:spcAft>
        <a:buClrTx/>
        <a:buSzTx/>
        <a:buFontTx/>
        <a:buNone/>
        <a:tabLst/>
        <a:defRPr sz="2600" b="0" i="0" u="none" strike="noStrike" cap="all" spc="0" baseline="0">
          <a:solidFill>
            <a:srgbClr val="E9041E"/>
          </a:solidFill>
          <a:uFillTx/>
          <a:latin typeface="Montserrat ExtraBold"/>
          <a:ea typeface="Montserrat ExtraBold"/>
          <a:cs typeface="Montserrat ExtraBold"/>
          <a:sym typeface="Montserrat ExtraBold"/>
        </a:defRPr>
      </a:lvl2pPr>
      <a:lvl3pPr marL="0" marR="0" indent="0" algn="l" defTabSz="1219169" rtl="0" latinLnBrk="0">
        <a:lnSpc>
          <a:spcPct val="75000"/>
        </a:lnSpc>
        <a:spcBef>
          <a:spcPts val="0"/>
        </a:spcBef>
        <a:spcAft>
          <a:spcPts val="0"/>
        </a:spcAft>
        <a:buClrTx/>
        <a:buSzTx/>
        <a:buFontTx/>
        <a:buNone/>
        <a:tabLst/>
        <a:defRPr sz="2600" b="0" i="0" u="none" strike="noStrike" cap="all" spc="0" baseline="0">
          <a:solidFill>
            <a:srgbClr val="E9041E"/>
          </a:solidFill>
          <a:uFillTx/>
          <a:latin typeface="Montserrat ExtraBold"/>
          <a:ea typeface="Montserrat ExtraBold"/>
          <a:cs typeface="Montserrat ExtraBold"/>
          <a:sym typeface="Montserrat ExtraBold"/>
        </a:defRPr>
      </a:lvl3pPr>
      <a:lvl4pPr marL="0" marR="0" indent="0" algn="l" defTabSz="1219169" rtl="0" latinLnBrk="0">
        <a:lnSpc>
          <a:spcPct val="75000"/>
        </a:lnSpc>
        <a:spcBef>
          <a:spcPts val="0"/>
        </a:spcBef>
        <a:spcAft>
          <a:spcPts val="0"/>
        </a:spcAft>
        <a:buClrTx/>
        <a:buSzTx/>
        <a:buFontTx/>
        <a:buNone/>
        <a:tabLst/>
        <a:defRPr sz="2600" b="0" i="0" u="none" strike="noStrike" cap="all" spc="0" baseline="0">
          <a:solidFill>
            <a:srgbClr val="E9041E"/>
          </a:solidFill>
          <a:uFillTx/>
          <a:latin typeface="Montserrat ExtraBold"/>
          <a:ea typeface="Montserrat ExtraBold"/>
          <a:cs typeface="Montserrat ExtraBold"/>
          <a:sym typeface="Montserrat ExtraBold"/>
        </a:defRPr>
      </a:lvl4pPr>
      <a:lvl5pPr marL="0" marR="0" indent="0" algn="l" defTabSz="1219169" rtl="0" latinLnBrk="0">
        <a:lnSpc>
          <a:spcPct val="75000"/>
        </a:lnSpc>
        <a:spcBef>
          <a:spcPts val="0"/>
        </a:spcBef>
        <a:spcAft>
          <a:spcPts val="0"/>
        </a:spcAft>
        <a:buClrTx/>
        <a:buSzTx/>
        <a:buFontTx/>
        <a:buNone/>
        <a:tabLst/>
        <a:defRPr sz="2600" b="0" i="0" u="none" strike="noStrike" cap="all" spc="0" baseline="0">
          <a:solidFill>
            <a:srgbClr val="E9041E"/>
          </a:solidFill>
          <a:uFillTx/>
          <a:latin typeface="Montserrat ExtraBold"/>
          <a:ea typeface="Montserrat ExtraBold"/>
          <a:cs typeface="Montserrat ExtraBold"/>
          <a:sym typeface="Montserrat ExtraBold"/>
        </a:defRPr>
      </a:lvl5pPr>
      <a:lvl6pPr marL="0" marR="0" indent="0" algn="l" defTabSz="1219169" rtl="0" latinLnBrk="0">
        <a:lnSpc>
          <a:spcPct val="75000"/>
        </a:lnSpc>
        <a:spcBef>
          <a:spcPts val="0"/>
        </a:spcBef>
        <a:spcAft>
          <a:spcPts val="0"/>
        </a:spcAft>
        <a:buClrTx/>
        <a:buSzTx/>
        <a:buFontTx/>
        <a:buNone/>
        <a:tabLst/>
        <a:defRPr sz="2600" b="0" i="0" u="none" strike="noStrike" cap="all" spc="0" baseline="0">
          <a:solidFill>
            <a:srgbClr val="E9041E"/>
          </a:solidFill>
          <a:uFillTx/>
          <a:latin typeface="Montserrat ExtraBold"/>
          <a:ea typeface="Montserrat ExtraBold"/>
          <a:cs typeface="Montserrat ExtraBold"/>
          <a:sym typeface="Montserrat ExtraBold"/>
        </a:defRPr>
      </a:lvl6pPr>
      <a:lvl7pPr marL="0" marR="0" indent="0" algn="l" defTabSz="1219169" rtl="0" latinLnBrk="0">
        <a:lnSpc>
          <a:spcPct val="75000"/>
        </a:lnSpc>
        <a:spcBef>
          <a:spcPts val="0"/>
        </a:spcBef>
        <a:spcAft>
          <a:spcPts val="0"/>
        </a:spcAft>
        <a:buClrTx/>
        <a:buSzTx/>
        <a:buFontTx/>
        <a:buNone/>
        <a:tabLst/>
        <a:defRPr sz="2600" b="0" i="0" u="none" strike="noStrike" cap="all" spc="0" baseline="0">
          <a:solidFill>
            <a:srgbClr val="E9041E"/>
          </a:solidFill>
          <a:uFillTx/>
          <a:latin typeface="Montserrat ExtraBold"/>
          <a:ea typeface="Montserrat ExtraBold"/>
          <a:cs typeface="Montserrat ExtraBold"/>
          <a:sym typeface="Montserrat ExtraBold"/>
        </a:defRPr>
      </a:lvl7pPr>
      <a:lvl8pPr marL="0" marR="0" indent="0" algn="l" defTabSz="1219169" rtl="0" latinLnBrk="0">
        <a:lnSpc>
          <a:spcPct val="75000"/>
        </a:lnSpc>
        <a:spcBef>
          <a:spcPts val="0"/>
        </a:spcBef>
        <a:spcAft>
          <a:spcPts val="0"/>
        </a:spcAft>
        <a:buClrTx/>
        <a:buSzTx/>
        <a:buFontTx/>
        <a:buNone/>
        <a:tabLst/>
        <a:defRPr sz="2600" b="0" i="0" u="none" strike="noStrike" cap="all" spc="0" baseline="0">
          <a:solidFill>
            <a:srgbClr val="E9041E"/>
          </a:solidFill>
          <a:uFillTx/>
          <a:latin typeface="Montserrat ExtraBold"/>
          <a:ea typeface="Montserrat ExtraBold"/>
          <a:cs typeface="Montserrat ExtraBold"/>
          <a:sym typeface="Montserrat ExtraBold"/>
        </a:defRPr>
      </a:lvl8pPr>
      <a:lvl9pPr marL="0" marR="0" indent="0" algn="l" defTabSz="1219169" rtl="0" latinLnBrk="0">
        <a:lnSpc>
          <a:spcPct val="75000"/>
        </a:lnSpc>
        <a:spcBef>
          <a:spcPts val="0"/>
        </a:spcBef>
        <a:spcAft>
          <a:spcPts val="0"/>
        </a:spcAft>
        <a:buClrTx/>
        <a:buSzTx/>
        <a:buFontTx/>
        <a:buNone/>
        <a:tabLst/>
        <a:defRPr sz="2600" b="0" i="0" u="none" strike="noStrike" cap="all" spc="0" baseline="0">
          <a:solidFill>
            <a:srgbClr val="E9041E"/>
          </a:solidFill>
          <a:uFillTx/>
          <a:latin typeface="Montserrat ExtraBold"/>
          <a:ea typeface="Montserrat ExtraBold"/>
          <a:cs typeface="Montserrat ExtraBold"/>
          <a:sym typeface="Montserrat ExtraBold"/>
        </a:defRPr>
      </a:lvl9pPr>
    </p:titleStyle>
    <p:bodyStyle>
      <a:lvl1pPr marL="0" marR="0" indent="0" algn="l" defTabSz="1219169" rtl="0" latinLnBrk="0">
        <a:lnSpc>
          <a:spcPct val="90000"/>
        </a:lnSpc>
        <a:spcBef>
          <a:spcPts val="1000"/>
        </a:spcBef>
        <a:spcAft>
          <a:spcPts val="0"/>
        </a:spcAft>
        <a:buClrTx/>
        <a:buSzTx/>
        <a:buFontTx/>
        <a:buNone/>
        <a:tabLst/>
        <a:defRPr sz="1600" b="1" i="0" u="none" strike="noStrike" cap="none" spc="0" baseline="0">
          <a:solidFill>
            <a:srgbClr val="010101"/>
          </a:solidFill>
          <a:uFillTx/>
          <a:latin typeface="Source Sans Pro"/>
          <a:ea typeface="Source Sans Pro"/>
          <a:cs typeface="Source Sans Pro"/>
          <a:sym typeface="Source Sans Pro"/>
        </a:defRPr>
      </a:lvl1pPr>
      <a:lvl2pPr marL="383990" marR="0" indent="-191995" algn="l" defTabSz="1219169" rtl="0" latinLnBrk="0">
        <a:lnSpc>
          <a:spcPct val="90000"/>
        </a:lnSpc>
        <a:spcBef>
          <a:spcPts val="1000"/>
        </a:spcBef>
        <a:spcAft>
          <a:spcPts val="0"/>
        </a:spcAft>
        <a:buClrTx/>
        <a:buSzPct val="100000"/>
        <a:buFontTx/>
        <a:buChar char="•"/>
        <a:tabLst/>
        <a:defRPr sz="1600" b="1" i="0" u="none" strike="noStrike" cap="none" spc="0" baseline="0">
          <a:solidFill>
            <a:srgbClr val="010101"/>
          </a:solidFill>
          <a:uFillTx/>
          <a:latin typeface="Source Sans Pro"/>
          <a:ea typeface="Source Sans Pro"/>
          <a:cs typeface="Source Sans Pro"/>
          <a:sym typeface="Source Sans Pro"/>
        </a:defRPr>
      </a:lvl2pPr>
      <a:lvl3pPr marL="575986" marR="0" indent="-191995" algn="l" defTabSz="1219169" rtl="0" latinLnBrk="0">
        <a:lnSpc>
          <a:spcPct val="90000"/>
        </a:lnSpc>
        <a:spcBef>
          <a:spcPts val="1000"/>
        </a:spcBef>
        <a:spcAft>
          <a:spcPts val="0"/>
        </a:spcAft>
        <a:buClrTx/>
        <a:buSzPct val="100000"/>
        <a:buFontTx/>
        <a:buChar char="–"/>
        <a:tabLst/>
        <a:defRPr sz="1600" b="1" i="0" u="none" strike="noStrike" cap="none" spc="0" baseline="0">
          <a:solidFill>
            <a:srgbClr val="010101"/>
          </a:solidFill>
          <a:uFillTx/>
          <a:latin typeface="Source Sans Pro"/>
          <a:ea typeface="Source Sans Pro"/>
          <a:cs typeface="Source Sans Pro"/>
          <a:sym typeface="Source Sans Pro"/>
        </a:defRPr>
      </a:lvl3pPr>
      <a:lvl4pPr marL="767980" marR="0" indent="-191995" algn="l" defTabSz="1219169" rtl="0" latinLnBrk="0">
        <a:lnSpc>
          <a:spcPct val="90000"/>
        </a:lnSpc>
        <a:spcBef>
          <a:spcPts val="1000"/>
        </a:spcBef>
        <a:spcAft>
          <a:spcPts val="0"/>
        </a:spcAft>
        <a:buClrTx/>
        <a:buSzPct val="100000"/>
        <a:buFontTx/>
        <a:buChar char="-"/>
        <a:tabLst/>
        <a:defRPr sz="1600" b="1" i="0" u="none" strike="noStrike" cap="none" spc="0" baseline="0">
          <a:solidFill>
            <a:srgbClr val="010101"/>
          </a:solidFill>
          <a:uFillTx/>
          <a:latin typeface="Source Sans Pro"/>
          <a:ea typeface="Source Sans Pro"/>
          <a:cs typeface="Source Sans Pro"/>
          <a:sym typeface="Source Sans Pro"/>
        </a:defRPr>
      </a:lvl4pPr>
      <a:lvl5pPr marL="0" marR="0" indent="0" algn="l" defTabSz="1219169" rtl="0" latinLnBrk="0">
        <a:lnSpc>
          <a:spcPct val="90000"/>
        </a:lnSpc>
        <a:spcBef>
          <a:spcPts val="1000"/>
        </a:spcBef>
        <a:spcAft>
          <a:spcPts val="0"/>
        </a:spcAft>
        <a:buClrTx/>
        <a:buSzTx/>
        <a:buFontTx/>
        <a:buNone/>
        <a:tabLst/>
        <a:defRPr sz="1600" b="1" i="0" u="none" strike="noStrike" cap="none" spc="0" baseline="0">
          <a:solidFill>
            <a:srgbClr val="010101"/>
          </a:solidFill>
          <a:uFillTx/>
          <a:latin typeface="Source Sans Pro"/>
          <a:ea typeface="Source Sans Pro"/>
          <a:cs typeface="Source Sans Pro"/>
          <a:sym typeface="Source Sans Pro"/>
        </a:defRPr>
      </a:lvl5pPr>
      <a:lvl6pPr marL="0" marR="0" indent="3047923" algn="l" defTabSz="1219169" rtl="0" latinLnBrk="0">
        <a:lnSpc>
          <a:spcPct val="90000"/>
        </a:lnSpc>
        <a:spcBef>
          <a:spcPts val="1000"/>
        </a:spcBef>
        <a:spcAft>
          <a:spcPts val="0"/>
        </a:spcAft>
        <a:buClrTx/>
        <a:buSzTx/>
        <a:buFontTx/>
        <a:buNone/>
        <a:tabLst/>
        <a:defRPr sz="1600" b="1" i="0" u="none" strike="noStrike" cap="none" spc="0" baseline="0">
          <a:solidFill>
            <a:srgbClr val="010101"/>
          </a:solidFill>
          <a:uFillTx/>
          <a:latin typeface="Source Sans Pro"/>
          <a:ea typeface="Source Sans Pro"/>
          <a:cs typeface="Source Sans Pro"/>
          <a:sym typeface="Source Sans Pro"/>
        </a:defRPr>
      </a:lvl6pPr>
      <a:lvl7pPr marL="3845073" marR="0" indent="-187564" algn="l" defTabSz="1219169" rtl="0" latinLnBrk="0">
        <a:lnSpc>
          <a:spcPct val="90000"/>
        </a:lnSpc>
        <a:spcBef>
          <a:spcPts val="1000"/>
        </a:spcBef>
        <a:spcAft>
          <a:spcPts val="0"/>
        </a:spcAft>
        <a:buClrTx/>
        <a:buSzPct val="100000"/>
        <a:buFontTx/>
        <a:buChar char="•"/>
        <a:tabLst/>
        <a:defRPr sz="1600" b="1" i="0" u="none" strike="noStrike" cap="none" spc="0" baseline="0">
          <a:solidFill>
            <a:srgbClr val="010101"/>
          </a:solidFill>
          <a:uFillTx/>
          <a:latin typeface="Source Sans Pro"/>
          <a:ea typeface="Source Sans Pro"/>
          <a:cs typeface="Source Sans Pro"/>
          <a:sym typeface="Source Sans Pro"/>
        </a:defRPr>
      </a:lvl7pPr>
      <a:lvl8pPr marL="4454658" marR="0" indent="-187564" algn="l" defTabSz="1219169" rtl="0" latinLnBrk="0">
        <a:lnSpc>
          <a:spcPct val="90000"/>
        </a:lnSpc>
        <a:spcBef>
          <a:spcPts val="1000"/>
        </a:spcBef>
        <a:spcAft>
          <a:spcPts val="0"/>
        </a:spcAft>
        <a:buClrTx/>
        <a:buSzPct val="100000"/>
        <a:buFontTx/>
        <a:buChar char="•"/>
        <a:tabLst/>
        <a:defRPr sz="1600" b="1" i="0" u="none" strike="noStrike" cap="none" spc="0" baseline="0">
          <a:solidFill>
            <a:srgbClr val="010101"/>
          </a:solidFill>
          <a:uFillTx/>
          <a:latin typeface="Source Sans Pro"/>
          <a:ea typeface="Source Sans Pro"/>
          <a:cs typeface="Source Sans Pro"/>
          <a:sym typeface="Source Sans Pro"/>
        </a:defRPr>
      </a:lvl8pPr>
      <a:lvl9pPr marL="5064242" marR="0" indent="-187564" algn="l" defTabSz="1219169" rtl="0" latinLnBrk="0">
        <a:lnSpc>
          <a:spcPct val="90000"/>
        </a:lnSpc>
        <a:spcBef>
          <a:spcPts val="1000"/>
        </a:spcBef>
        <a:spcAft>
          <a:spcPts val="0"/>
        </a:spcAft>
        <a:buClrTx/>
        <a:buSzPct val="100000"/>
        <a:buFontTx/>
        <a:buChar char="•"/>
        <a:tabLst/>
        <a:defRPr sz="1600" b="1" i="0" u="none" strike="noStrike" cap="none" spc="0" baseline="0">
          <a:solidFill>
            <a:srgbClr val="010101"/>
          </a:solidFill>
          <a:uFillTx/>
          <a:latin typeface="Source Sans Pro"/>
          <a:ea typeface="Source Sans Pro"/>
          <a:cs typeface="Source Sans Pro"/>
          <a:sym typeface="Source Sans Pro"/>
        </a:defRPr>
      </a:lvl9pPr>
    </p:bodyStyle>
    <p:otherStyle>
      <a:lvl1pPr marL="0" marR="0" indent="0" algn="l" defTabSz="9144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Source Sans Pro"/>
        </a:defRPr>
      </a:lvl1pPr>
      <a:lvl2pPr marL="0" marR="0" indent="457200" algn="l" defTabSz="9144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Source Sans Pro"/>
        </a:defRPr>
      </a:lvl2pPr>
      <a:lvl3pPr marL="0" marR="0" indent="914400" algn="l" defTabSz="9144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Source Sans Pro"/>
        </a:defRPr>
      </a:lvl3pPr>
      <a:lvl4pPr marL="0" marR="0" indent="1371600" algn="l" defTabSz="9144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Source Sans Pro"/>
        </a:defRPr>
      </a:lvl4pPr>
      <a:lvl5pPr marL="0" marR="0" indent="1828800" algn="l" defTabSz="9144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Source Sans Pro"/>
        </a:defRPr>
      </a:lvl5pPr>
      <a:lvl6pPr marL="0" marR="0" indent="2286000" algn="l" defTabSz="9144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Source Sans Pro"/>
        </a:defRPr>
      </a:lvl6pPr>
      <a:lvl7pPr marL="0" marR="0" indent="2743200" algn="l" defTabSz="9144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Source Sans Pro"/>
        </a:defRPr>
      </a:lvl7pPr>
      <a:lvl8pPr marL="0" marR="0" indent="3200400" algn="l" defTabSz="9144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Source Sans Pro"/>
        </a:defRPr>
      </a:lvl8pPr>
      <a:lvl9pPr marL="0" marR="0" indent="3657600" algn="l" defTabSz="9144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Source Sans Pro"/>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8.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8.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5.png"/><Relationship Id="rId7"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18.xml"/><Relationship Id="rId6" Type="http://schemas.openxmlformats.org/officeDocument/2006/relationships/image" Target="../media/image12.png"/><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18.xml"/><Relationship Id="rId5" Type="http://schemas.openxmlformats.org/officeDocument/2006/relationships/image" Target="../media/image22.png"/><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18.xml"/><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18.xml"/><Relationship Id="rId5" Type="http://schemas.openxmlformats.org/officeDocument/2006/relationships/image" Target="../media/image28.png"/><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2.xml"/><Relationship Id="rId1" Type="http://schemas.openxmlformats.org/officeDocument/2006/relationships/slideLayout" Target="../slideLayouts/slideLayout18.xml"/><Relationship Id="rId4" Type="http://schemas.openxmlformats.org/officeDocument/2006/relationships/image" Target="../media/image30.png"/></Relationships>
</file>

<file path=ppt/slides/_rels/slide1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9.xml"/><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0.xml"/><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1.xml"/><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3.xml"/><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4.xml"/><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5.xml"/><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6.xml"/><Relationship Id="rId1" Type="http://schemas.openxmlformats.org/officeDocument/2006/relationships/slideLayout" Target="../slideLayouts/slideLayout18.xml"/><Relationship Id="rId4" Type="http://schemas.openxmlformats.org/officeDocument/2006/relationships/image" Target="../media/image41.png"/></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8.xml"/><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9.xml"/><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8" Type="http://schemas.openxmlformats.org/officeDocument/2006/relationships/image" Target="../media/image49.png"/><Relationship Id="rId13" Type="http://schemas.openxmlformats.org/officeDocument/2006/relationships/image" Target="../media/image54.png"/><Relationship Id="rId18" Type="http://schemas.openxmlformats.org/officeDocument/2006/relationships/image" Target="../media/image59.png"/><Relationship Id="rId3" Type="http://schemas.openxmlformats.org/officeDocument/2006/relationships/image" Target="../media/image44.png"/><Relationship Id="rId7" Type="http://schemas.openxmlformats.org/officeDocument/2006/relationships/image" Target="../media/image48.png"/><Relationship Id="rId12" Type="http://schemas.openxmlformats.org/officeDocument/2006/relationships/image" Target="../media/image53.png"/><Relationship Id="rId17" Type="http://schemas.openxmlformats.org/officeDocument/2006/relationships/image" Target="../media/image58.png"/><Relationship Id="rId2" Type="http://schemas.openxmlformats.org/officeDocument/2006/relationships/notesSlide" Target="../notesSlides/notesSlide30.xml"/><Relationship Id="rId16" Type="http://schemas.openxmlformats.org/officeDocument/2006/relationships/image" Target="../media/image57.png"/><Relationship Id="rId20" Type="http://schemas.openxmlformats.org/officeDocument/2006/relationships/image" Target="../media/image61.png"/><Relationship Id="rId1" Type="http://schemas.openxmlformats.org/officeDocument/2006/relationships/slideLayout" Target="../slideLayouts/slideLayout18.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png"/><Relationship Id="rId15" Type="http://schemas.openxmlformats.org/officeDocument/2006/relationships/image" Target="../media/image56.png"/><Relationship Id="rId10" Type="http://schemas.openxmlformats.org/officeDocument/2006/relationships/image" Target="../media/image51.png"/><Relationship Id="rId19" Type="http://schemas.openxmlformats.org/officeDocument/2006/relationships/image" Target="../media/image60.png"/><Relationship Id="rId4" Type="http://schemas.openxmlformats.org/officeDocument/2006/relationships/image" Target="../media/image45.png"/><Relationship Id="rId9" Type="http://schemas.openxmlformats.org/officeDocument/2006/relationships/image" Target="../media/image50.png"/><Relationship Id="rId14" Type="http://schemas.openxmlformats.org/officeDocument/2006/relationships/image" Target="../media/image55.png"/></Relationships>
</file>

<file path=ppt/slides/_rels/slide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32.xml"/><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33.xml"/><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4.xml"/><Relationship Id="rId1" Type="http://schemas.openxmlformats.org/officeDocument/2006/relationships/slideLayout" Target="../slideLayouts/slideLayout18.xm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9" name="Picture 13" descr="Picture 13"/>
          <p:cNvPicPr>
            <a:picLocks noChangeAspect="1"/>
          </p:cNvPicPr>
          <p:nvPr/>
        </p:nvPicPr>
        <p:blipFill>
          <a:blip r:embed="rId3"/>
          <a:stretch>
            <a:fillRect/>
          </a:stretch>
        </p:blipFill>
        <p:spPr>
          <a:xfrm>
            <a:off x="10023565" y="224988"/>
            <a:ext cx="1941507" cy="645870"/>
          </a:xfrm>
          <a:prstGeom prst="rect">
            <a:avLst/>
          </a:prstGeom>
          <a:ln w="12700">
            <a:miter lim="400000"/>
          </a:ln>
        </p:spPr>
      </p:pic>
      <p:sp>
        <p:nvSpPr>
          <p:cNvPr id="250" name="TextBox 9"/>
          <p:cNvSpPr txBox="1"/>
          <p:nvPr/>
        </p:nvSpPr>
        <p:spPr>
          <a:xfrm>
            <a:off x="3799114" y="4711181"/>
            <a:ext cx="3133898" cy="9592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defTabSz="1219169">
              <a:spcBef>
                <a:spcPts val="1000"/>
              </a:spcBef>
              <a:defRPr sz="2400" u="sng">
                <a:latin typeface="Source Sans Pro SemiBold"/>
                <a:ea typeface="Source Sans Pro SemiBold"/>
                <a:cs typeface="Source Sans Pro SemiBold"/>
                <a:sym typeface="Source Sans Pro SemiBold"/>
              </a:defRPr>
            </a:pPr>
            <a:r>
              <a:rPr dirty="0"/>
              <a:t>Soutenu par:</a:t>
            </a:r>
            <a:endParaRPr lang="fr-FR" dirty="0"/>
          </a:p>
          <a:p>
            <a:pPr defTabSz="1219169">
              <a:spcBef>
                <a:spcPts val="1000"/>
              </a:spcBef>
              <a:defRPr sz="2400" u="sng">
                <a:latin typeface="Source Sans Pro SemiBold"/>
                <a:ea typeface="Source Sans Pro SemiBold"/>
                <a:cs typeface="Source Sans Pro SemiBold"/>
                <a:sym typeface="Source Sans Pro SemiBold"/>
              </a:defRPr>
            </a:pPr>
            <a:r>
              <a:rPr lang="en-MA" dirty="0"/>
              <a:t>MBACKE OUSMANE</a:t>
            </a:r>
            <a:endParaRPr dirty="0"/>
          </a:p>
        </p:txBody>
      </p:sp>
      <p:sp>
        <p:nvSpPr>
          <p:cNvPr id="251" name="TextBox 10"/>
          <p:cNvSpPr txBox="1"/>
          <p:nvPr/>
        </p:nvSpPr>
        <p:spPr>
          <a:xfrm>
            <a:off x="7444930" y="4711181"/>
            <a:ext cx="4474422" cy="129266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defTabSz="1219169">
              <a:spcBef>
                <a:spcPts val="1000"/>
              </a:spcBef>
              <a:defRPr sz="2400" u="sng">
                <a:latin typeface="Source Sans Pro SemiBold"/>
                <a:ea typeface="Source Sans Pro SemiBold"/>
                <a:cs typeface="Source Sans Pro SemiBold"/>
                <a:sym typeface="Source Sans Pro SemiBold"/>
              </a:defRPr>
            </a:pPr>
            <a:r>
              <a:rPr lang="fr-FR" dirty="0"/>
              <a:t>Encadrants</a:t>
            </a:r>
            <a:r>
              <a:rPr dirty="0"/>
              <a:t>:</a:t>
            </a:r>
            <a:endParaRPr sz="2000" dirty="0"/>
          </a:p>
          <a:p>
            <a:pPr defTabSz="1219169">
              <a:defRPr>
                <a:latin typeface="Times New Roman"/>
                <a:ea typeface="Times New Roman"/>
                <a:cs typeface="Times New Roman"/>
                <a:sym typeface="Times New Roman"/>
              </a:defRPr>
            </a:pPr>
            <a:r>
              <a:rPr dirty="0"/>
              <a:t>Pr. </a:t>
            </a:r>
            <a:r>
              <a:rPr lang="fr-FR" dirty="0"/>
              <a:t>BOUCHRA HONNIT</a:t>
            </a:r>
            <a:r>
              <a:rPr lang="en-GB" dirty="0"/>
              <a:t> </a:t>
            </a:r>
          </a:p>
          <a:p>
            <a:pPr defTabSz="1219169">
              <a:defRPr>
                <a:latin typeface="Times New Roman"/>
                <a:ea typeface="Times New Roman"/>
                <a:cs typeface="Times New Roman"/>
                <a:sym typeface="Times New Roman"/>
              </a:defRPr>
            </a:pPr>
            <a:r>
              <a:rPr lang="fr-FR" dirty="0">
                <a:sym typeface="Times New Roman"/>
              </a:rPr>
              <a:t>EL ARABAOUI Fatima-</a:t>
            </a:r>
            <a:r>
              <a:rPr lang="fr-FR" dirty="0" err="1">
                <a:sym typeface="Times New Roman"/>
              </a:rPr>
              <a:t>Ezzahra</a:t>
            </a:r>
            <a:r>
              <a:rPr lang="en-MA" dirty="0">
                <a:sym typeface="Times New Roman"/>
              </a:rPr>
              <a:t> </a:t>
            </a:r>
            <a:r>
              <a:rPr lang="en-GB" dirty="0"/>
              <a:t>(</a:t>
            </a:r>
            <a:r>
              <a:rPr lang="en-GB" dirty="0" err="1"/>
              <a:t>Encadrant</a:t>
            </a:r>
            <a:r>
              <a:rPr lang="en-GB" dirty="0"/>
              <a:t> SGABS)</a:t>
            </a:r>
          </a:p>
        </p:txBody>
      </p:sp>
      <p:sp>
        <p:nvSpPr>
          <p:cNvPr id="252" name="Rectangle"/>
          <p:cNvSpPr/>
          <p:nvPr/>
        </p:nvSpPr>
        <p:spPr>
          <a:xfrm>
            <a:off x="3952952" y="97922"/>
            <a:ext cx="1643724" cy="900002"/>
          </a:xfrm>
          <a:prstGeom prst="rect">
            <a:avLst/>
          </a:prstGeom>
          <a:solidFill>
            <a:srgbClr val="FFFFFF"/>
          </a:solidFill>
          <a:ln w="12700" cap="flat">
            <a:noFill/>
            <a:miter lim="400000"/>
          </a:ln>
          <a:effectLst/>
        </p:spPr>
        <p:txBody>
          <a:bodyPr wrap="square" lIns="45719" tIns="45719" rIns="45719" bIns="45719" numCol="1" anchor="ctr">
            <a:noAutofit/>
          </a:bodyPr>
          <a:lstStyle/>
          <a:p>
            <a:pPr>
              <a:defRPr>
                <a:solidFill>
                  <a:srgbClr val="000000"/>
                </a:solidFill>
                <a:latin typeface="+mj-lt"/>
                <a:ea typeface="+mj-ea"/>
                <a:cs typeface="+mj-cs"/>
                <a:sym typeface="Calibri"/>
              </a:defRPr>
            </a:pPr>
            <a:endParaRPr/>
          </a:p>
        </p:txBody>
      </p:sp>
      <p:sp>
        <p:nvSpPr>
          <p:cNvPr id="259" name="Digitalisation du parcours de demande de crédit à la consommation (Web et Mobile)"/>
          <p:cNvSpPr txBox="1">
            <a:spLocks noGrp="1"/>
          </p:cNvSpPr>
          <p:nvPr>
            <p:ph type="ctrTitle"/>
          </p:nvPr>
        </p:nvSpPr>
        <p:spPr>
          <a:xfrm>
            <a:off x="3911219" y="2773622"/>
            <a:ext cx="8091363" cy="1527728"/>
          </a:xfrm>
          <a:prstGeom prst="rect">
            <a:avLst/>
          </a:prstGeom>
        </p:spPr>
        <p:txBody>
          <a:bodyPr anchor="ctr">
            <a:normAutofit fontScale="90000"/>
          </a:bodyPr>
          <a:lstStyle>
            <a:lvl1pPr algn="ctr">
              <a:lnSpc>
                <a:spcPct val="110000"/>
              </a:lnSpc>
              <a:defRPr sz="3400" b="0" spc="68">
                <a:latin typeface="Bernard MT Condensed"/>
                <a:ea typeface="Bernard MT Condensed"/>
                <a:cs typeface="Bernard MT Condensed"/>
                <a:sym typeface="Bernard MT Condensed"/>
              </a:defRPr>
            </a:lvl1pPr>
          </a:lstStyle>
          <a:p>
            <a:r>
              <a:rPr lang="en-GB" sz="2400" dirty="0"/>
              <a:t>Conception et </a:t>
            </a:r>
            <a:r>
              <a:rPr lang="en-GB" sz="2400" dirty="0" err="1"/>
              <a:t>implémentation</a:t>
            </a:r>
            <a:r>
              <a:rPr lang="en-GB" sz="2400" dirty="0"/>
              <a:t> </a:t>
            </a:r>
            <a:r>
              <a:rPr lang="en-GB" sz="2400" dirty="0" err="1"/>
              <a:t>d’une</a:t>
            </a:r>
            <a:r>
              <a:rPr lang="en-GB" sz="2400" dirty="0"/>
              <a:t> solution de gestion </a:t>
            </a:r>
            <a:r>
              <a:rPr lang="en-GB" sz="2400" dirty="0" err="1"/>
              <a:t>documentaire</a:t>
            </a:r>
            <a:r>
              <a:rPr lang="en-GB" sz="2400" dirty="0"/>
              <a:t> et de </a:t>
            </a:r>
            <a:r>
              <a:rPr lang="en-GB" sz="2400" dirty="0" err="1"/>
              <a:t>génération</a:t>
            </a:r>
            <a:r>
              <a:rPr lang="en-GB" sz="2400" dirty="0"/>
              <a:t> </a:t>
            </a:r>
            <a:r>
              <a:rPr lang="en-GB" sz="2400" dirty="0" err="1"/>
              <a:t>standardisée</a:t>
            </a:r>
            <a:r>
              <a:rPr lang="en-GB" sz="2400" dirty="0"/>
              <a:t> de </a:t>
            </a:r>
            <a:r>
              <a:rPr lang="en-GB" sz="2400" dirty="0" err="1"/>
              <a:t>projets</a:t>
            </a:r>
            <a:r>
              <a:rPr lang="en-GB" sz="2400" dirty="0"/>
              <a:t> Spring et React : Application </a:t>
            </a:r>
            <a:r>
              <a:rPr lang="en-GB" sz="2400" dirty="0" err="1"/>
              <a:t>conforme</a:t>
            </a:r>
            <a:r>
              <a:rPr lang="en-GB" sz="2400" dirty="0"/>
              <a:t> aux </a:t>
            </a:r>
            <a:r>
              <a:rPr lang="en-GB" sz="2400" dirty="0" err="1"/>
              <a:t>normes</a:t>
            </a:r>
            <a:r>
              <a:rPr lang="en-GB" sz="2400" dirty="0"/>
              <a:t> de la SGABs</a:t>
            </a:r>
          </a:p>
        </p:txBody>
      </p:sp>
      <p:sp>
        <p:nvSpPr>
          <p:cNvPr id="260" name="Numéro de diapositive"/>
          <p:cNvSpPr txBox="1">
            <a:spLocks noGrp="1"/>
          </p:cNvSpPr>
          <p:nvPr>
            <p:ph type="sldNum" sz="quarter" idx="4294967295"/>
          </p:nvPr>
        </p:nvSpPr>
        <p:spPr>
          <a:xfrm>
            <a:off x="6039757" y="6336580"/>
            <a:ext cx="920747" cy="383541"/>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a:lstStyle>
            <a:lvl1pPr algn="ctr">
              <a:defRPr sz="1900">
                <a:solidFill>
                  <a:srgbClr val="414141"/>
                </a:solidFill>
              </a:defRPr>
            </a:lvl1pPr>
          </a:lstStyle>
          <a:p>
            <a:fld id="{86CB4B4D-7CA3-9044-876B-883B54F8677D}" type="slidenum">
              <a:rPr/>
              <a:t>1</a:t>
            </a:fld>
            <a:endParaRPr/>
          </a:p>
        </p:txBody>
      </p:sp>
      <p:pic>
        <p:nvPicPr>
          <p:cNvPr id="15" name="image9.png">
            <a:extLst>
              <a:ext uri="{FF2B5EF4-FFF2-40B4-BE49-F238E27FC236}">
                <a16:creationId xmlns:a16="http://schemas.microsoft.com/office/drawing/2014/main" id="{13C4A740-5746-1646-8F19-DD32E847FD65}"/>
              </a:ext>
            </a:extLst>
          </p:cNvPr>
          <p:cNvPicPr/>
          <p:nvPr/>
        </p:nvPicPr>
        <p:blipFill>
          <a:blip r:embed="rId4"/>
          <a:srcRect/>
          <a:stretch>
            <a:fillRect/>
          </a:stretch>
        </p:blipFill>
        <p:spPr>
          <a:xfrm>
            <a:off x="3799114" y="224988"/>
            <a:ext cx="2565591" cy="949866"/>
          </a:xfrm>
          <a:prstGeom prst="rect">
            <a:avLst/>
          </a:prstGeom>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 name="ZoneTexte 5"/>
          <p:cNvSpPr/>
          <p:nvPr/>
        </p:nvSpPr>
        <p:spPr>
          <a:xfrm>
            <a:off x="-1" y="0"/>
            <a:ext cx="2120350" cy="6858000"/>
          </a:xfrm>
          <a:prstGeom prst="rect">
            <a:avLst/>
          </a:prstGeom>
          <a:solidFill>
            <a:srgbClr val="E9041E"/>
          </a:solidFill>
          <a:ln w="12700">
            <a:miter lim="400000"/>
          </a:ln>
        </p:spPr>
        <p:txBody>
          <a:bodyPr lIns="0" tIns="0" rIns="0" bIns="0"/>
          <a:lstStyle/>
          <a:p>
            <a:pPr>
              <a:defRPr sz="900">
                <a:latin typeface="Arial"/>
                <a:ea typeface="Arial"/>
                <a:cs typeface="Arial"/>
                <a:sym typeface="Arial"/>
              </a:defRPr>
            </a:pPr>
            <a:endParaRPr/>
          </a:p>
        </p:txBody>
      </p:sp>
      <p:sp>
        <p:nvSpPr>
          <p:cNvPr id="265" name="ZoneTexte 6"/>
          <p:cNvSpPr txBox="1"/>
          <p:nvPr/>
        </p:nvSpPr>
        <p:spPr>
          <a:xfrm>
            <a:off x="3016919" y="22210"/>
            <a:ext cx="1722784" cy="7705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6000" tIns="36000" rIns="36000" bIns="36000">
            <a:spAutoFit/>
          </a:bodyPr>
          <a:lstStyle>
            <a:lvl1pPr>
              <a:defRPr sz="4800">
                <a:solidFill>
                  <a:srgbClr val="212121"/>
                </a:solidFill>
                <a:latin typeface="Corbel"/>
                <a:ea typeface="Corbel"/>
                <a:cs typeface="Corbel"/>
                <a:sym typeface="Corbel"/>
              </a:defRPr>
            </a:lvl1pPr>
          </a:lstStyle>
          <a:p>
            <a:r>
              <a:t>Plan</a:t>
            </a:r>
          </a:p>
        </p:txBody>
      </p:sp>
      <p:sp>
        <p:nvSpPr>
          <p:cNvPr id="266" name="Arc plein 7"/>
          <p:cNvSpPr/>
          <p:nvPr/>
        </p:nvSpPr>
        <p:spPr>
          <a:xfrm>
            <a:off x="197007" y="684898"/>
            <a:ext cx="1366997" cy="5351064"/>
          </a:xfrm>
          <a:custGeom>
            <a:avLst/>
            <a:gdLst/>
            <a:ahLst/>
            <a:cxnLst>
              <a:cxn ang="0">
                <a:pos x="wd2" y="hd2"/>
              </a:cxn>
              <a:cxn ang="5400000">
                <a:pos x="wd2" y="hd2"/>
              </a:cxn>
              <a:cxn ang="10800000">
                <a:pos x="wd2" y="hd2"/>
              </a:cxn>
              <a:cxn ang="16200000">
                <a:pos x="wd2" y="hd2"/>
              </a:cxn>
            </a:cxnLst>
            <a:rect l="0" t="0" r="r" b="b"/>
            <a:pathLst>
              <a:path w="16335" h="21600" extrusionOk="0">
                <a:moveTo>
                  <a:pt x="2331" y="0"/>
                </a:moveTo>
                <a:lnTo>
                  <a:pt x="2331" y="0"/>
                </a:lnTo>
                <a:cubicBezTo>
                  <a:pt x="18913" y="4858"/>
                  <a:pt x="21077" y="13490"/>
                  <a:pt x="7163" y="19280"/>
                </a:cubicBezTo>
                <a:cubicBezTo>
                  <a:pt x="5062" y="20155"/>
                  <a:pt x="2655" y="20934"/>
                  <a:pt x="0" y="21600"/>
                </a:cubicBezTo>
                <a:lnTo>
                  <a:pt x="0" y="21600"/>
                </a:lnTo>
                <a:lnTo>
                  <a:pt x="0" y="21600"/>
                </a:lnTo>
                <a:cubicBezTo>
                  <a:pt x="17582" y="17191"/>
                  <a:pt x="21600" y="8640"/>
                  <a:pt x="8974" y="2501"/>
                </a:cubicBezTo>
                <a:cubicBezTo>
                  <a:pt x="7067" y="1574"/>
                  <a:pt x="4835" y="734"/>
                  <a:pt x="2331" y="0"/>
                </a:cubicBezTo>
                <a:close/>
              </a:path>
            </a:pathLst>
          </a:custGeom>
          <a:solidFill>
            <a:srgbClr val="010101"/>
          </a:solidFill>
          <a:ln w="25400">
            <a:solidFill>
              <a:srgbClr val="010101"/>
            </a:solidFill>
          </a:ln>
        </p:spPr>
        <p:txBody>
          <a:bodyPr lIns="0" tIns="0" rIns="0" bIns="0"/>
          <a:lstStyle/>
          <a:p>
            <a:endParaRPr/>
          </a:p>
        </p:txBody>
      </p:sp>
      <p:grpSp>
        <p:nvGrpSpPr>
          <p:cNvPr id="269" name="Forme libre : forme 14"/>
          <p:cNvGrpSpPr/>
          <p:nvPr/>
        </p:nvGrpSpPr>
        <p:grpSpPr>
          <a:xfrm>
            <a:off x="11544602" y="1076942"/>
            <a:ext cx="8605881" cy="504910"/>
            <a:chOff x="0" y="0"/>
            <a:chExt cx="8605880" cy="504909"/>
          </a:xfrm>
        </p:grpSpPr>
        <p:sp>
          <p:nvSpPr>
            <p:cNvPr id="267" name="Rectangle"/>
            <p:cNvSpPr/>
            <p:nvPr/>
          </p:nvSpPr>
          <p:spPr>
            <a:xfrm>
              <a:off x="0" y="-1"/>
              <a:ext cx="8605881" cy="504911"/>
            </a:xfrm>
            <a:prstGeom prst="rect">
              <a:avLst/>
            </a:prstGeom>
            <a:solidFill>
              <a:srgbClr val="010101"/>
            </a:solidFill>
            <a:ln w="12700" cap="flat">
              <a:noFill/>
              <a:miter lim="400000"/>
            </a:ln>
            <a:effectLst>
              <a:outerShdw blurRad="38100" dist="23000" dir="5400000" rotWithShape="0">
                <a:srgbClr val="000000">
                  <a:alpha val="35000"/>
                </a:srgbClr>
              </a:outerShdw>
            </a:effectLst>
          </p:spPr>
          <p:txBody>
            <a:bodyPr wrap="square" lIns="0" tIns="0" rIns="0" bIns="0" numCol="1" anchor="ctr">
              <a:noAutofit/>
            </a:bodyPr>
            <a:lstStyle/>
            <a:p>
              <a:pPr defTabSz="1200150">
                <a:lnSpc>
                  <a:spcPct val="90000"/>
                </a:lnSpc>
                <a:spcBef>
                  <a:spcPts val="700"/>
                </a:spcBef>
                <a:defRPr sz="2400">
                  <a:solidFill>
                    <a:srgbClr val="FFFFFF"/>
                  </a:solidFill>
                </a:defRPr>
              </a:pPr>
              <a:endParaRPr/>
            </a:p>
          </p:txBody>
        </p:sp>
        <p:sp>
          <p:nvSpPr>
            <p:cNvPr id="268" name="Introduction"/>
            <p:cNvSpPr txBox="1"/>
            <p:nvPr/>
          </p:nvSpPr>
          <p:spPr>
            <a:xfrm>
              <a:off x="335476" y="11829"/>
              <a:ext cx="8270405" cy="48125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68580" tIns="68580" rIns="68580" bIns="68580" numCol="1" anchor="ctr">
              <a:noAutofit/>
            </a:bodyPr>
            <a:lstStyle>
              <a:lvl1pPr defTabSz="1200150">
                <a:lnSpc>
                  <a:spcPct val="90000"/>
                </a:lnSpc>
                <a:spcBef>
                  <a:spcPts val="1000"/>
                </a:spcBef>
                <a:defRPr sz="2400">
                  <a:solidFill>
                    <a:srgbClr val="FFFFFF"/>
                  </a:solidFill>
                  <a:latin typeface="Agency FB"/>
                  <a:ea typeface="Agency FB"/>
                  <a:cs typeface="Agency FB"/>
                  <a:sym typeface="Agency FB"/>
                </a:defRPr>
              </a:lvl1pPr>
            </a:lstStyle>
            <a:p>
              <a:r>
                <a:t>Introduction</a:t>
              </a:r>
            </a:p>
          </p:txBody>
        </p:sp>
      </p:grpSp>
      <p:grpSp>
        <p:nvGrpSpPr>
          <p:cNvPr id="272" name="Forme libre : forme 15"/>
          <p:cNvGrpSpPr/>
          <p:nvPr/>
        </p:nvGrpSpPr>
        <p:grpSpPr>
          <a:xfrm>
            <a:off x="11544602" y="1693582"/>
            <a:ext cx="8605881" cy="504910"/>
            <a:chOff x="0" y="0"/>
            <a:chExt cx="8605880" cy="504909"/>
          </a:xfrm>
        </p:grpSpPr>
        <p:sp>
          <p:nvSpPr>
            <p:cNvPr id="270" name="Rectangle"/>
            <p:cNvSpPr/>
            <p:nvPr/>
          </p:nvSpPr>
          <p:spPr>
            <a:xfrm>
              <a:off x="0" y="-1"/>
              <a:ext cx="8605881" cy="504911"/>
            </a:xfrm>
            <a:prstGeom prst="rect">
              <a:avLst/>
            </a:prstGeom>
            <a:solidFill>
              <a:srgbClr val="010101"/>
            </a:solidFill>
            <a:ln w="12700" cap="flat">
              <a:noFill/>
              <a:miter lim="400000"/>
            </a:ln>
            <a:effectLst>
              <a:outerShdw blurRad="38100" dist="23000" dir="5400000" rotWithShape="0">
                <a:srgbClr val="000000">
                  <a:alpha val="35000"/>
                </a:srgbClr>
              </a:outerShdw>
            </a:effectLst>
          </p:spPr>
          <p:txBody>
            <a:bodyPr wrap="square" lIns="0" tIns="0" rIns="0" bIns="0" numCol="1" anchor="ctr">
              <a:noAutofit/>
            </a:bodyPr>
            <a:lstStyle/>
            <a:p>
              <a:pPr defTabSz="1200150">
                <a:lnSpc>
                  <a:spcPct val="90000"/>
                </a:lnSpc>
                <a:spcBef>
                  <a:spcPts val="700"/>
                </a:spcBef>
                <a:defRPr>
                  <a:solidFill>
                    <a:srgbClr val="E55F50"/>
                  </a:solidFill>
                </a:defRPr>
              </a:pPr>
              <a:endParaRPr/>
            </a:p>
          </p:txBody>
        </p:sp>
        <p:sp>
          <p:nvSpPr>
            <p:cNvPr id="271" name="Contexte général"/>
            <p:cNvSpPr txBox="1"/>
            <p:nvPr/>
          </p:nvSpPr>
          <p:spPr>
            <a:xfrm>
              <a:off x="335476" y="11829"/>
              <a:ext cx="8270405" cy="48125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68580" tIns="68580" rIns="68580" bIns="68580" numCol="1" anchor="ctr">
              <a:noAutofit/>
            </a:bodyPr>
            <a:lstStyle>
              <a:lvl1pPr defTabSz="1200150">
                <a:lnSpc>
                  <a:spcPct val="90000"/>
                </a:lnSpc>
                <a:spcBef>
                  <a:spcPts val="1000"/>
                </a:spcBef>
                <a:defRPr sz="2400">
                  <a:solidFill>
                    <a:srgbClr val="FFFFFF"/>
                  </a:solidFill>
                  <a:latin typeface="Agency FB"/>
                  <a:ea typeface="Agency FB"/>
                  <a:cs typeface="Agency FB"/>
                  <a:sym typeface="Agency FB"/>
                </a:defRPr>
              </a:lvl1pPr>
            </a:lstStyle>
            <a:p>
              <a:r>
                <a:t>Contexte général</a:t>
              </a:r>
            </a:p>
          </p:txBody>
        </p:sp>
      </p:grpSp>
      <p:grpSp>
        <p:nvGrpSpPr>
          <p:cNvPr id="275" name="Forme libre : forme 16"/>
          <p:cNvGrpSpPr/>
          <p:nvPr/>
        </p:nvGrpSpPr>
        <p:grpSpPr>
          <a:xfrm>
            <a:off x="11544602" y="2430745"/>
            <a:ext cx="8605881" cy="504910"/>
            <a:chOff x="0" y="0"/>
            <a:chExt cx="8605880" cy="504909"/>
          </a:xfrm>
        </p:grpSpPr>
        <p:sp>
          <p:nvSpPr>
            <p:cNvPr id="273" name="Rectangle"/>
            <p:cNvSpPr/>
            <p:nvPr/>
          </p:nvSpPr>
          <p:spPr>
            <a:xfrm>
              <a:off x="0" y="-1"/>
              <a:ext cx="8605881" cy="504911"/>
            </a:xfrm>
            <a:prstGeom prst="rect">
              <a:avLst/>
            </a:prstGeom>
            <a:solidFill>
              <a:srgbClr val="010101"/>
            </a:solidFill>
            <a:ln w="12700" cap="flat">
              <a:noFill/>
              <a:miter lim="400000"/>
            </a:ln>
            <a:effectLst>
              <a:outerShdw blurRad="38100" dist="23000" dir="5400000" rotWithShape="0">
                <a:srgbClr val="000000">
                  <a:alpha val="35000"/>
                </a:srgbClr>
              </a:outerShdw>
            </a:effectLst>
          </p:spPr>
          <p:txBody>
            <a:bodyPr wrap="square" lIns="0" tIns="0" rIns="0" bIns="0" numCol="1" anchor="ctr">
              <a:noAutofit/>
            </a:bodyPr>
            <a:lstStyle/>
            <a:p>
              <a:pPr defTabSz="1200150">
                <a:lnSpc>
                  <a:spcPct val="90000"/>
                </a:lnSpc>
                <a:spcBef>
                  <a:spcPts val="700"/>
                </a:spcBef>
                <a:defRPr>
                  <a:solidFill>
                    <a:srgbClr val="E55F50"/>
                  </a:solidFill>
                </a:defRPr>
              </a:pPr>
              <a:endParaRPr/>
            </a:p>
          </p:txBody>
        </p:sp>
        <p:sp>
          <p:nvSpPr>
            <p:cNvPr id="274" name="Conduite du projet"/>
            <p:cNvSpPr txBox="1"/>
            <p:nvPr/>
          </p:nvSpPr>
          <p:spPr>
            <a:xfrm>
              <a:off x="335476" y="11829"/>
              <a:ext cx="8270405" cy="48125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68580" tIns="68580" rIns="68580" bIns="68580" numCol="1" anchor="ctr">
              <a:noAutofit/>
            </a:bodyPr>
            <a:lstStyle>
              <a:lvl1pPr defTabSz="1200150">
                <a:lnSpc>
                  <a:spcPct val="90000"/>
                </a:lnSpc>
                <a:spcBef>
                  <a:spcPts val="1000"/>
                </a:spcBef>
                <a:defRPr sz="2400">
                  <a:solidFill>
                    <a:srgbClr val="FFFFFF"/>
                  </a:solidFill>
                  <a:latin typeface="Agency FB"/>
                  <a:ea typeface="Agency FB"/>
                  <a:cs typeface="Agency FB"/>
                  <a:sym typeface="Agency FB"/>
                </a:defRPr>
              </a:lvl1pPr>
            </a:lstStyle>
            <a:p>
              <a:r>
                <a:t>Conduite du projet</a:t>
              </a:r>
            </a:p>
          </p:txBody>
        </p:sp>
      </p:grpSp>
      <p:grpSp>
        <p:nvGrpSpPr>
          <p:cNvPr id="278" name="Forme libre : forme 17"/>
          <p:cNvGrpSpPr/>
          <p:nvPr/>
        </p:nvGrpSpPr>
        <p:grpSpPr>
          <a:xfrm>
            <a:off x="11544602" y="4585732"/>
            <a:ext cx="8605881" cy="504910"/>
            <a:chOff x="0" y="0"/>
            <a:chExt cx="8605880" cy="504909"/>
          </a:xfrm>
        </p:grpSpPr>
        <p:sp>
          <p:nvSpPr>
            <p:cNvPr id="276" name="Rectangle"/>
            <p:cNvSpPr/>
            <p:nvPr/>
          </p:nvSpPr>
          <p:spPr>
            <a:xfrm>
              <a:off x="0" y="-1"/>
              <a:ext cx="8605881" cy="504911"/>
            </a:xfrm>
            <a:prstGeom prst="rect">
              <a:avLst/>
            </a:prstGeom>
            <a:solidFill>
              <a:srgbClr val="010101"/>
            </a:solidFill>
            <a:ln w="12700" cap="flat">
              <a:noFill/>
              <a:miter lim="400000"/>
            </a:ln>
            <a:effectLst>
              <a:outerShdw blurRad="38100" dist="23000" dir="5400000" rotWithShape="0">
                <a:srgbClr val="000000">
                  <a:alpha val="35000"/>
                </a:srgbClr>
              </a:outerShdw>
            </a:effectLst>
          </p:spPr>
          <p:txBody>
            <a:bodyPr wrap="square" lIns="0" tIns="0" rIns="0" bIns="0" numCol="1" anchor="ctr">
              <a:noAutofit/>
            </a:bodyPr>
            <a:lstStyle/>
            <a:p>
              <a:pPr>
                <a:defRPr sz="2400">
                  <a:solidFill>
                    <a:srgbClr val="FFFFFF"/>
                  </a:solidFill>
                </a:defRPr>
              </a:pPr>
              <a:endParaRPr/>
            </a:p>
          </p:txBody>
        </p:sp>
        <p:sp>
          <p:nvSpPr>
            <p:cNvPr id="277" name="Réalisations"/>
            <p:cNvSpPr txBox="1"/>
            <p:nvPr/>
          </p:nvSpPr>
          <p:spPr>
            <a:xfrm>
              <a:off x="335476" y="11829"/>
              <a:ext cx="8270405" cy="48125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68580" tIns="68580" rIns="68580" bIns="68580" numCol="1" anchor="ctr">
              <a:noAutofit/>
            </a:bodyPr>
            <a:lstStyle>
              <a:lvl1pPr>
                <a:defRPr sz="2400">
                  <a:solidFill>
                    <a:srgbClr val="FFFFFF"/>
                  </a:solidFill>
                  <a:latin typeface="Agency FB"/>
                  <a:ea typeface="Agency FB"/>
                  <a:cs typeface="Agency FB"/>
                  <a:sym typeface="Agency FB"/>
                </a:defRPr>
              </a:lvl1pPr>
            </a:lstStyle>
            <a:p>
              <a:r>
                <a:t>Réalisations</a:t>
              </a:r>
            </a:p>
          </p:txBody>
        </p:sp>
      </p:grpSp>
      <p:grpSp>
        <p:nvGrpSpPr>
          <p:cNvPr id="281" name="Forme libre : forme 18"/>
          <p:cNvGrpSpPr/>
          <p:nvPr/>
        </p:nvGrpSpPr>
        <p:grpSpPr>
          <a:xfrm>
            <a:off x="11544602" y="5262456"/>
            <a:ext cx="8605881" cy="504910"/>
            <a:chOff x="0" y="0"/>
            <a:chExt cx="8605880" cy="504909"/>
          </a:xfrm>
        </p:grpSpPr>
        <p:sp>
          <p:nvSpPr>
            <p:cNvPr id="279" name="Rectangle"/>
            <p:cNvSpPr/>
            <p:nvPr/>
          </p:nvSpPr>
          <p:spPr>
            <a:xfrm>
              <a:off x="0" y="-1"/>
              <a:ext cx="8605881" cy="504911"/>
            </a:xfrm>
            <a:prstGeom prst="rect">
              <a:avLst/>
            </a:prstGeom>
            <a:solidFill>
              <a:srgbClr val="010101"/>
            </a:solidFill>
            <a:ln w="12700" cap="flat">
              <a:noFill/>
              <a:miter lim="400000"/>
            </a:ln>
            <a:effectLst>
              <a:outerShdw blurRad="38100" dist="23000" dir="5400000" rotWithShape="0">
                <a:srgbClr val="000000">
                  <a:alpha val="35000"/>
                </a:srgbClr>
              </a:outerShdw>
            </a:effectLst>
          </p:spPr>
          <p:txBody>
            <a:bodyPr wrap="square" lIns="0" tIns="0" rIns="0" bIns="0" numCol="1" anchor="ctr">
              <a:noAutofit/>
            </a:bodyPr>
            <a:lstStyle/>
            <a:p>
              <a:pPr>
                <a:defRPr>
                  <a:solidFill>
                    <a:srgbClr val="E55F50"/>
                  </a:solidFill>
                </a:defRPr>
              </a:pPr>
              <a:endParaRPr/>
            </a:p>
          </p:txBody>
        </p:sp>
        <p:sp>
          <p:nvSpPr>
            <p:cNvPr id="280" name="Conclusion et Perspective"/>
            <p:cNvSpPr txBox="1"/>
            <p:nvPr/>
          </p:nvSpPr>
          <p:spPr>
            <a:xfrm>
              <a:off x="335476" y="11829"/>
              <a:ext cx="8270405" cy="48125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68580" tIns="68580" rIns="68580" bIns="68580" numCol="1" anchor="ctr">
              <a:noAutofit/>
            </a:bodyPr>
            <a:lstStyle>
              <a:lvl1pPr>
                <a:defRPr sz="2400">
                  <a:solidFill>
                    <a:srgbClr val="FFFFFF"/>
                  </a:solidFill>
                  <a:latin typeface="Agency FB"/>
                  <a:ea typeface="Agency FB"/>
                  <a:cs typeface="Agency FB"/>
                  <a:sym typeface="Agency FB"/>
                </a:defRPr>
              </a:lvl1pPr>
            </a:lstStyle>
            <a:p>
              <a:r>
                <a:t>Conclusion et Perspective</a:t>
              </a:r>
            </a:p>
          </p:txBody>
        </p:sp>
      </p:grpSp>
      <p:grpSp>
        <p:nvGrpSpPr>
          <p:cNvPr id="284" name="Ellipse 19"/>
          <p:cNvGrpSpPr/>
          <p:nvPr/>
        </p:nvGrpSpPr>
        <p:grpSpPr>
          <a:xfrm>
            <a:off x="576107" y="1028959"/>
            <a:ext cx="600876" cy="600875"/>
            <a:chOff x="0" y="0"/>
            <a:chExt cx="600874" cy="600874"/>
          </a:xfrm>
        </p:grpSpPr>
        <p:sp>
          <p:nvSpPr>
            <p:cNvPr id="282" name="Cercle"/>
            <p:cNvSpPr/>
            <p:nvPr/>
          </p:nvSpPr>
          <p:spPr>
            <a:xfrm>
              <a:off x="-1" y="-1"/>
              <a:ext cx="600876" cy="600876"/>
            </a:xfrm>
            <a:prstGeom prst="ellipse">
              <a:avLst/>
            </a:prstGeom>
            <a:solidFill>
              <a:srgbClr val="FFFFFF"/>
            </a:solidFill>
            <a:ln w="9525" cap="flat">
              <a:solidFill>
                <a:srgbClr val="E55F50"/>
              </a:solidFill>
              <a:prstDash val="solid"/>
              <a:round/>
            </a:ln>
            <a:effectLst>
              <a:outerShdw blurRad="38100" dist="23000" dir="5400000" rotWithShape="0">
                <a:srgbClr val="000000">
                  <a:alpha val="35000"/>
                </a:srgbClr>
              </a:outerShdw>
            </a:effectLst>
          </p:spPr>
          <p:txBody>
            <a:bodyPr wrap="square" lIns="0" tIns="0" rIns="0" bIns="0" numCol="1" anchor="t">
              <a:noAutofit/>
            </a:bodyPr>
            <a:lstStyle/>
            <a:p>
              <a:pPr algn="ctr">
                <a:defRPr>
                  <a:solidFill>
                    <a:srgbClr val="E55F50"/>
                  </a:solidFill>
                </a:defRPr>
              </a:pPr>
              <a:endParaRPr/>
            </a:p>
          </p:txBody>
        </p:sp>
        <p:sp>
          <p:nvSpPr>
            <p:cNvPr id="283" name="1"/>
            <p:cNvSpPr txBox="1"/>
            <p:nvPr/>
          </p:nvSpPr>
          <p:spPr>
            <a:xfrm>
              <a:off x="138478" y="92758"/>
              <a:ext cx="323918" cy="421393"/>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spAutoFit/>
            </a:bodyPr>
            <a:lstStyle>
              <a:lvl1pPr algn="ctr">
                <a:defRPr sz="2400" b="1">
                  <a:solidFill>
                    <a:srgbClr val="44546A"/>
                  </a:solidFill>
                  <a:latin typeface="Times New Roman"/>
                  <a:ea typeface="Times New Roman"/>
                  <a:cs typeface="Times New Roman"/>
                  <a:sym typeface="Times New Roman"/>
                </a:defRPr>
              </a:lvl1pPr>
            </a:lstStyle>
            <a:p>
              <a:r>
                <a:t>1</a:t>
              </a:r>
            </a:p>
          </p:txBody>
        </p:sp>
      </p:grpSp>
      <p:grpSp>
        <p:nvGrpSpPr>
          <p:cNvPr id="287" name="Ellipse 20"/>
          <p:cNvGrpSpPr/>
          <p:nvPr/>
        </p:nvGrpSpPr>
        <p:grpSpPr>
          <a:xfrm>
            <a:off x="926333" y="1634793"/>
            <a:ext cx="600875" cy="600876"/>
            <a:chOff x="0" y="0"/>
            <a:chExt cx="600874" cy="600874"/>
          </a:xfrm>
        </p:grpSpPr>
        <p:sp>
          <p:nvSpPr>
            <p:cNvPr id="285" name="Cercle"/>
            <p:cNvSpPr/>
            <p:nvPr/>
          </p:nvSpPr>
          <p:spPr>
            <a:xfrm>
              <a:off x="-1" y="-1"/>
              <a:ext cx="600876" cy="600876"/>
            </a:xfrm>
            <a:prstGeom prst="ellipse">
              <a:avLst/>
            </a:prstGeom>
            <a:solidFill>
              <a:srgbClr val="FFFFFF"/>
            </a:solidFill>
            <a:ln w="9525" cap="flat">
              <a:solidFill>
                <a:srgbClr val="E55F50"/>
              </a:solidFill>
              <a:prstDash val="solid"/>
              <a:round/>
            </a:ln>
            <a:effectLst>
              <a:outerShdw blurRad="38100" dist="23000" dir="5400000" rotWithShape="0">
                <a:srgbClr val="000000">
                  <a:alpha val="35000"/>
                </a:srgbClr>
              </a:outerShdw>
            </a:effectLst>
          </p:spPr>
          <p:txBody>
            <a:bodyPr wrap="square" lIns="0" tIns="0" rIns="0" bIns="0" numCol="1" anchor="t">
              <a:noAutofit/>
            </a:bodyPr>
            <a:lstStyle/>
            <a:p>
              <a:pPr algn="ctr">
                <a:defRPr>
                  <a:solidFill>
                    <a:srgbClr val="E55F50"/>
                  </a:solidFill>
                </a:defRPr>
              </a:pPr>
              <a:endParaRPr/>
            </a:p>
          </p:txBody>
        </p:sp>
        <p:sp>
          <p:nvSpPr>
            <p:cNvPr id="286" name="2"/>
            <p:cNvSpPr txBox="1"/>
            <p:nvPr/>
          </p:nvSpPr>
          <p:spPr>
            <a:xfrm>
              <a:off x="138478" y="92758"/>
              <a:ext cx="323918" cy="421393"/>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spAutoFit/>
            </a:bodyPr>
            <a:lstStyle>
              <a:lvl1pPr algn="ctr">
                <a:defRPr sz="2400" b="1">
                  <a:solidFill>
                    <a:srgbClr val="44546A"/>
                  </a:solidFill>
                  <a:latin typeface="Times New Roman"/>
                  <a:ea typeface="Times New Roman"/>
                  <a:cs typeface="Times New Roman"/>
                  <a:sym typeface="Times New Roman"/>
                </a:defRPr>
              </a:lvl1pPr>
            </a:lstStyle>
            <a:p>
              <a:r>
                <a:t>2</a:t>
              </a:r>
            </a:p>
          </p:txBody>
        </p:sp>
      </p:grpSp>
      <p:grpSp>
        <p:nvGrpSpPr>
          <p:cNvPr id="290" name="Ellipse 21"/>
          <p:cNvGrpSpPr/>
          <p:nvPr/>
        </p:nvGrpSpPr>
        <p:grpSpPr>
          <a:xfrm>
            <a:off x="1156427" y="2367241"/>
            <a:ext cx="600875" cy="600875"/>
            <a:chOff x="0" y="0"/>
            <a:chExt cx="600874" cy="600874"/>
          </a:xfrm>
        </p:grpSpPr>
        <p:sp>
          <p:nvSpPr>
            <p:cNvPr id="288" name="Cercle"/>
            <p:cNvSpPr/>
            <p:nvPr/>
          </p:nvSpPr>
          <p:spPr>
            <a:xfrm>
              <a:off x="-1" y="-1"/>
              <a:ext cx="600876" cy="600876"/>
            </a:xfrm>
            <a:prstGeom prst="ellipse">
              <a:avLst/>
            </a:prstGeom>
            <a:solidFill>
              <a:srgbClr val="FFFFFF"/>
            </a:solidFill>
            <a:ln w="9525" cap="flat">
              <a:solidFill>
                <a:srgbClr val="E55F50"/>
              </a:solidFill>
              <a:prstDash val="solid"/>
              <a:round/>
            </a:ln>
            <a:effectLst>
              <a:outerShdw blurRad="38100" dist="23000" dir="5400000" rotWithShape="0">
                <a:srgbClr val="000000">
                  <a:alpha val="35000"/>
                </a:srgbClr>
              </a:outerShdw>
            </a:effectLst>
          </p:spPr>
          <p:txBody>
            <a:bodyPr wrap="square" lIns="0" tIns="0" rIns="0" bIns="0" numCol="1" anchor="t">
              <a:noAutofit/>
            </a:bodyPr>
            <a:lstStyle/>
            <a:p>
              <a:pPr algn="ctr">
                <a:defRPr>
                  <a:solidFill>
                    <a:srgbClr val="E55F50"/>
                  </a:solidFill>
                </a:defRPr>
              </a:pPr>
              <a:endParaRPr/>
            </a:p>
          </p:txBody>
        </p:sp>
        <p:sp>
          <p:nvSpPr>
            <p:cNvPr id="289" name="3"/>
            <p:cNvSpPr txBox="1"/>
            <p:nvPr/>
          </p:nvSpPr>
          <p:spPr>
            <a:xfrm>
              <a:off x="138478" y="92758"/>
              <a:ext cx="323918" cy="421393"/>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spAutoFit/>
            </a:bodyPr>
            <a:lstStyle>
              <a:lvl1pPr algn="ctr">
                <a:defRPr sz="2400" b="1">
                  <a:solidFill>
                    <a:srgbClr val="44546A"/>
                  </a:solidFill>
                  <a:latin typeface="Times New Roman"/>
                  <a:ea typeface="Times New Roman"/>
                  <a:cs typeface="Times New Roman"/>
                  <a:sym typeface="Times New Roman"/>
                </a:defRPr>
              </a:lvl1pPr>
            </a:lstStyle>
            <a:p>
              <a:r>
                <a:t>3</a:t>
              </a:r>
            </a:p>
          </p:txBody>
        </p:sp>
      </p:grpSp>
      <p:grpSp>
        <p:nvGrpSpPr>
          <p:cNvPr id="293" name="Forme libre : forme 16"/>
          <p:cNvGrpSpPr/>
          <p:nvPr/>
        </p:nvGrpSpPr>
        <p:grpSpPr>
          <a:xfrm>
            <a:off x="11544602" y="3176545"/>
            <a:ext cx="8605882" cy="504910"/>
            <a:chOff x="0" y="0"/>
            <a:chExt cx="8605881" cy="504909"/>
          </a:xfrm>
        </p:grpSpPr>
        <p:sp>
          <p:nvSpPr>
            <p:cNvPr id="291" name="Rectangle"/>
            <p:cNvSpPr/>
            <p:nvPr/>
          </p:nvSpPr>
          <p:spPr>
            <a:xfrm>
              <a:off x="-1" y="-1"/>
              <a:ext cx="8605883" cy="504911"/>
            </a:xfrm>
            <a:prstGeom prst="rect">
              <a:avLst/>
            </a:prstGeom>
            <a:solidFill>
              <a:srgbClr val="010101"/>
            </a:solidFill>
            <a:ln w="12700" cap="flat">
              <a:noFill/>
              <a:miter lim="400000"/>
            </a:ln>
            <a:effectLst>
              <a:outerShdw blurRad="38100" dist="23000" dir="5400000" rotWithShape="0">
                <a:srgbClr val="000000">
                  <a:alpha val="35000"/>
                </a:srgbClr>
              </a:outerShdw>
            </a:effectLst>
          </p:spPr>
          <p:txBody>
            <a:bodyPr wrap="square" lIns="0" tIns="0" rIns="0" bIns="0" numCol="1" anchor="ctr">
              <a:noAutofit/>
            </a:bodyPr>
            <a:lstStyle/>
            <a:p>
              <a:pPr defTabSz="1200150">
                <a:lnSpc>
                  <a:spcPct val="90000"/>
                </a:lnSpc>
                <a:spcBef>
                  <a:spcPts val="700"/>
                </a:spcBef>
                <a:defRPr>
                  <a:solidFill>
                    <a:srgbClr val="E55F50"/>
                  </a:solidFill>
                </a:defRPr>
              </a:pPr>
              <a:endParaRPr/>
            </a:p>
          </p:txBody>
        </p:sp>
        <p:sp>
          <p:nvSpPr>
            <p:cNvPr id="292" name="Analyse et Conception"/>
            <p:cNvSpPr txBox="1"/>
            <p:nvPr/>
          </p:nvSpPr>
          <p:spPr>
            <a:xfrm>
              <a:off x="335476" y="11829"/>
              <a:ext cx="8270406" cy="48125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68580" tIns="68580" rIns="68580" bIns="68580" numCol="1" anchor="ctr">
              <a:noAutofit/>
            </a:bodyPr>
            <a:lstStyle>
              <a:lvl1pPr defTabSz="1200150">
                <a:lnSpc>
                  <a:spcPct val="90000"/>
                </a:lnSpc>
                <a:spcBef>
                  <a:spcPts val="1000"/>
                </a:spcBef>
                <a:defRPr sz="2400">
                  <a:solidFill>
                    <a:srgbClr val="FFFFFF"/>
                  </a:solidFill>
                  <a:latin typeface="Agency FB"/>
                  <a:ea typeface="Agency FB"/>
                  <a:cs typeface="Agency FB"/>
                  <a:sym typeface="Agency FB"/>
                </a:defRPr>
              </a:lvl1pPr>
            </a:lstStyle>
            <a:p>
              <a:r>
                <a:t>Analyse et Conception</a:t>
              </a:r>
            </a:p>
          </p:txBody>
        </p:sp>
      </p:grpSp>
      <p:grpSp>
        <p:nvGrpSpPr>
          <p:cNvPr id="296" name="Ellipse 28"/>
          <p:cNvGrpSpPr/>
          <p:nvPr/>
        </p:nvGrpSpPr>
        <p:grpSpPr>
          <a:xfrm>
            <a:off x="938526" y="4537750"/>
            <a:ext cx="600875" cy="600875"/>
            <a:chOff x="0" y="0"/>
            <a:chExt cx="600874" cy="600874"/>
          </a:xfrm>
        </p:grpSpPr>
        <p:sp>
          <p:nvSpPr>
            <p:cNvPr id="294" name="Cercle"/>
            <p:cNvSpPr/>
            <p:nvPr/>
          </p:nvSpPr>
          <p:spPr>
            <a:xfrm>
              <a:off x="-1" y="-1"/>
              <a:ext cx="600876" cy="600876"/>
            </a:xfrm>
            <a:prstGeom prst="ellipse">
              <a:avLst/>
            </a:prstGeom>
            <a:solidFill>
              <a:srgbClr val="FFFFFF"/>
            </a:solidFill>
            <a:ln w="9525" cap="flat">
              <a:solidFill>
                <a:srgbClr val="E55F50"/>
              </a:solidFill>
              <a:prstDash val="solid"/>
              <a:round/>
            </a:ln>
            <a:effectLst>
              <a:outerShdw blurRad="38100" dist="23000" dir="5400000" rotWithShape="0">
                <a:srgbClr val="000000">
                  <a:alpha val="35000"/>
                </a:srgbClr>
              </a:outerShdw>
            </a:effectLst>
          </p:spPr>
          <p:txBody>
            <a:bodyPr wrap="square" lIns="0" tIns="0" rIns="0" bIns="0" numCol="1" anchor="t">
              <a:noAutofit/>
            </a:bodyPr>
            <a:lstStyle/>
            <a:p>
              <a:pPr algn="ctr">
                <a:defRPr sz="2400" b="1">
                  <a:solidFill>
                    <a:srgbClr val="44546A"/>
                  </a:solidFill>
                  <a:latin typeface="Times New Roman"/>
                  <a:ea typeface="Times New Roman"/>
                  <a:cs typeface="Times New Roman"/>
                  <a:sym typeface="Times New Roman"/>
                </a:defRPr>
              </a:pPr>
              <a:endParaRPr/>
            </a:p>
          </p:txBody>
        </p:sp>
        <p:sp>
          <p:nvSpPr>
            <p:cNvPr id="295" name="6"/>
            <p:cNvSpPr txBox="1"/>
            <p:nvPr/>
          </p:nvSpPr>
          <p:spPr>
            <a:xfrm>
              <a:off x="138478" y="92758"/>
              <a:ext cx="323918" cy="421393"/>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spAutoFit/>
            </a:bodyPr>
            <a:lstStyle>
              <a:lvl1pPr algn="ctr">
                <a:defRPr sz="2400" b="1">
                  <a:solidFill>
                    <a:srgbClr val="44546A"/>
                  </a:solidFill>
                  <a:latin typeface="Times New Roman"/>
                  <a:ea typeface="Times New Roman"/>
                  <a:cs typeface="Times New Roman"/>
                  <a:sym typeface="Times New Roman"/>
                </a:defRPr>
              </a:lvl1pPr>
            </a:lstStyle>
            <a:p>
              <a:r>
                <a:t>6</a:t>
              </a:r>
            </a:p>
          </p:txBody>
        </p:sp>
      </p:grpSp>
      <p:grpSp>
        <p:nvGrpSpPr>
          <p:cNvPr id="299" name="Ellipse 29"/>
          <p:cNvGrpSpPr/>
          <p:nvPr/>
        </p:nvGrpSpPr>
        <p:grpSpPr>
          <a:xfrm>
            <a:off x="491309" y="5214473"/>
            <a:ext cx="600875" cy="600875"/>
            <a:chOff x="0" y="0"/>
            <a:chExt cx="600874" cy="600874"/>
          </a:xfrm>
        </p:grpSpPr>
        <p:sp>
          <p:nvSpPr>
            <p:cNvPr id="297" name="Cercle"/>
            <p:cNvSpPr/>
            <p:nvPr/>
          </p:nvSpPr>
          <p:spPr>
            <a:xfrm>
              <a:off x="-1" y="-1"/>
              <a:ext cx="600876" cy="600876"/>
            </a:xfrm>
            <a:prstGeom prst="ellipse">
              <a:avLst/>
            </a:prstGeom>
            <a:solidFill>
              <a:srgbClr val="FFFFFF"/>
            </a:solidFill>
            <a:ln w="9525" cap="flat">
              <a:solidFill>
                <a:srgbClr val="E55F50"/>
              </a:solidFill>
              <a:prstDash val="solid"/>
              <a:round/>
            </a:ln>
            <a:effectLst>
              <a:outerShdw blurRad="38100" dist="23000" dir="5400000" rotWithShape="0">
                <a:srgbClr val="000000">
                  <a:alpha val="35000"/>
                </a:srgbClr>
              </a:outerShdw>
            </a:effectLst>
          </p:spPr>
          <p:txBody>
            <a:bodyPr wrap="square" lIns="0" tIns="0" rIns="0" bIns="0" numCol="1" anchor="t">
              <a:noAutofit/>
            </a:bodyPr>
            <a:lstStyle/>
            <a:p>
              <a:pPr algn="ctr">
                <a:defRPr sz="2400" b="1">
                  <a:solidFill>
                    <a:srgbClr val="44546A"/>
                  </a:solidFill>
                  <a:latin typeface="Times New Roman"/>
                  <a:ea typeface="Times New Roman"/>
                  <a:cs typeface="Times New Roman"/>
                  <a:sym typeface="Times New Roman"/>
                </a:defRPr>
              </a:pPr>
              <a:endParaRPr/>
            </a:p>
          </p:txBody>
        </p:sp>
        <p:sp>
          <p:nvSpPr>
            <p:cNvPr id="298" name="7"/>
            <p:cNvSpPr txBox="1"/>
            <p:nvPr/>
          </p:nvSpPr>
          <p:spPr>
            <a:xfrm>
              <a:off x="138478" y="92758"/>
              <a:ext cx="323918" cy="421393"/>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spAutoFit/>
            </a:bodyPr>
            <a:lstStyle>
              <a:lvl1pPr algn="ctr">
                <a:defRPr sz="2400" b="1">
                  <a:solidFill>
                    <a:srgbClr val="44546A"/>
                  </a:solidFill>
                  <a:latin typeface="Times New Roman"/>
                  <a:ea typeface="Times New Roman"/>
                  <a:cs typeface="Times New Roman"/>
                  <a:sym typeface="Times New Roman"/>
                </a:defRPr>
              </a:lvl1pPr>
            </a:lstStyle>
            <a:p>
              <a:r>
                <a:t>7</a:t>
              </a:r>
            </a:p>
          </p:txBody>
        </p:sp>
      </p:grpSp>
      <p:grpSp>
        <p:nvGrpSpPr>
          <p:cNvPr id="302" name="Forme libre : forme 16"/>
          <p:cNvGrpSpPr/>
          <p:nvPr/>
        </p:nvGrpSpPr>
        <p:grpSpPr>
          <a:xfrm>
            <a:off x="11544602" y="3896767"/>
            <a:ext cx="8605882" cy="504910"/>
            <a:chOff x="0" y="0"/>
            <a:chExt cx="8605881" cy="504909"/>
          </a:xfrm>
        </p:grpSpPr>
        <p:sp>
          <p:nvSpPr>
            <p:cNvPr id="300" name="Rectangle"/>
            <p:cNvSpPr/>
            <p:nvPr/>
          </p:nvSpPr>
          <p:spPr>
            <a:xfrm>
              <a:off x="-1" y="-1"/>
              <a:ext cx="8605883" cy="504911"/>
            </a:xfrm>
            <a:prstGeom prst="rect">
              <a:avLst/>
            </a:prstGeom>
            <a:solidFill>
              <a:srgbClr val="010101"/>
            </a:solidFill>
            <a:ln w="12700" cap="flat">
              <a:noFill/>
              <a:miter lim="400000"/>
            </a:ln>
            <a:effectLst>
              <a:outerShdw blurRad="38100" dist="23000" dir="5400000" rotWithShape="0">
                <a:srgbClr val="000000">
                  <a:alpha val="35000"/>
                </a:srgbClr>
              </a:outerShdw>
            </a:effectLst>
          </p:spPr>
          <p:txBody>
            <a:bodyPr wrap="square" lIns="0" tIns="0" rIns="0" bIns="0" numCol="1" anchor="ctr">
              <a:noAutofit/>
            </a:bodyPr>
            <a:lstStyle/>
            <a:p>
              <a:pPr defTabSz="1200150">
                <a:lnSpc>
                  <a:spcPct val="90000"/>
                </a:lnSpc>
                <a:spcBef>
                  <a:spcPts val="700"/>
                </a:spcBef>
                <a:defRPr>
                  <a:solidFill>
                    <a:srgbClr val="E55F50"/>
                  </a:solidFill>
                </a:defRPr>
              </a:pPr>
              <a:endParaRPr/>
            </a:p>
          </p:txBody>
        </p:sp>
        <p:sp>
          <p:nvSpPr>
            <p:cNvPr id="301" name="Étude technique du projet"/>
            <p:cNvSpPr txBox="1"/>
            <p:nvPr/>
          </p:nvSpPr>
          <p:spPr>
            <a:xfrm>
              <a:off x="335476" y="11829"/>
              <a:ext cx="8270406" cy="48125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68580" tIns="68580" rIns="68580" bIns="68580" numCol="1" anchor="ctr">
              <a:noAutofit/>
            </a:bodyPr>
            <a:lstStyle>
              <a:lvl1pPr defTabSz="1200150">
                <a:lnSpc>
                  <a:spcPct val="90000"/>
                </a:lnSpc>
                <a:spcBef>
                  <a:spcPts val="1000"/>
                </a:spcBef>
                <a:defRPr sz="2400">
                  <a:solidFill>
                    <a:srgbClr val="FFFFFF"/>
                  </a:solidFill>
                  <a:latin typeface="Agency FB"/>
                  <a:ea typeface="Agency FB"/>
                  <a:cs typeface="Agency FB"/>
                  <a:sym typeface="Agency FB"/>
                </a:defRPr>
              </a:lvl1pPr>
            </a:lstStyle>
            <a:p>
              <a:r>
                <a:rPr lang="en-GB" dirty="0"/>
                <a:t>Étude technique du </a:t>
              </a:r>
              <a:r>
                <a:rPr lang="en-GB" dirty="0" err="1"/>
                <a:t>projet</a:t>
              </a:r>
              <a:endParaRPr dirty="0"/>
            </a:p>
          </p:txBody>
        </p:sp>
      </p:grpSp>
      <p:grpSp>
        <p:nvGrpSpPr>
          <p:cNvPr id="305" name="Ellipse 23"/>
          <p:cNvGrpSpPr/>
          <p:nvPr/>
        </p:nvGrpSpPr>
        <p:grpSpPr>
          <a:xfrm>
            <a:off x="1152275" y="3828620"/>
            <a:ext cx="600875" cy="600875"/>
            <a:chOff x="0" y="0"/>
            <a:chExt cx="600874" cy="600874"/>
          </a:xfrm>
        </p:grpSpPr>
        <p:sp>
          <p:nvSpPr>
            <p:cNvPr id="303" name="Cercle"/>
            <p:cNvSpPr/>
            <p:nvPr/>
          </p:nvSpPr>
          <p:spPr>
            <a:xfrm>
              <a:off x="-1" y="-1"/>
              <a:ext cx="600876" cy="600876"/>
            </a:xfrm>
            <a:prstGeom prst="ellipse">
              <a:avLst/>
            </a:prstGeom>
            <a:solidFill>
              <a:srgbClr val="FFFFFF"/>
            </a:solidFill>
            <a:ln w="9525" cap="flat">
              <a:solidFill>
                <a:srgbClr val="E55F50"/>
              </a:solidFill>
              <a:prstDash val="solid"/>
              <a:round/>
            </a:ln>
            <a:effectLst>
              <a:outerShdw blurRad="38100" dist="23000" dir="5400000" rotWithShape="0">
                <a:srgbClr val="000000">
                  <a:alpha val="35000"/>
                </a:srgbClr>
              </a:outerShdw>
            </a:effectLst>
          </p:spPr>
          <p:txBody>
            <a:bodyPr wrap="square" lIns="0" tIns="0" rIns="0" bIns="0" numCol="1" anchor="t">
              <a:noAutofit/>
            </a:bodyPr>
            <a:lstStyle/>
            <a:p>
              <a:pPr algn="ctr">
                <a:defRPr>
                  <a:solidFill>
                    <a:srgbClr val="E55F50"/>
                  </a:solidFill>
                </a:defRPr>
              </a:pPr>
              <a:endParaRPr/>
            </a:p>
          </p:txBody>
        </p:sp>
        <p:sp>
          <p:nvSpPr>
            <p:cNvPr id="304" name="5"/>
            <p:cNvSpPr txBox="1"/>
            <p:nvPr/>
          </p:nvSpPr>
          <p:spPr>
            <a:xfrm>
              <a:off x="138478" y="92758"/>
              <a:ext cx="323918" cy="421393"/>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spAutoFit/>
            </a:bodyPr>
            <a:lstStyle>
              <a:lvl1pPr algn="ctr">
                <a:defRPr sz="2400" b="1">
                  <a:solidFill>
                    <a:srgbClr val="44546A"/>
                  </a:solidFill>
                  <a:latin typeface="Times New Roman"/>
                  <a:ea typeface="Times New Roman"/>
                  <a:cs typeface="Times New Roman"/>
                  <a:sym typeface="Times New Roman"/>
                </a:defRPr>
              </a:lvl1pPr>
            </a:lstStyle>
            <a:p>
              <a:r>
                <a:t>5</a:t>
              </a:r>
            </a:p>
          </p:txBody>
        </p:sp>
      </p:grpSp>
      <p:grpSp>
        <p:nvGrpSpPr>
          <p:cNvPr id="308" name="Ellipse 22"/>
          <p:cNvGrpSpPr/>
          <p:nvPr/>
        </p:nvGrpSpPr>
        <p:grpSpPr>
          <a:xfrm>
            <a:off x="1246215" y="3115661"/>
            <a:ext cx="600876" cy="600875"/>
            <a:chOff x="0" y="0"/>
            <a:chExt cx="600874" cy="600874"/>
          </a:xfrm>
        </p:grpSpPr>
        <p:sp>
          <p:nvSpPr>
            <p:cNvPr id="306" name="Cercle"/>
            <p:cNvSpPr/>
            <p:nvPr/>
          </p:nvSpPr>
          <p:spPr>
            <a:xfrm>
              <a:off x="-1" y="-1"/>
              <a:ext cx="600876" cy="600876"/>
            </a:xfrm>
            <a:prstGeom prst="ellipse">
              <a:avLst/>
            </a:prstGeom>
            <a:solidFill>
              <a:srgbClr val="FFFFFF"/>
            </a:solidFill>
            <a:ln w="9525" cap="flat">
              <a:solidFill>
                <a:srgbClr val="E55F50"/>
              </a:solidFill>
              <a:prstDash val="solid"/>
              <a:round/>
            </a:ln>
            <a:effectLst>
              <a:outerShdw blurRad="38100" dist="23000" dir="5400000" rotWithShape="0">
                <a:srgbClr val="000000">
                  <a:alpha val="35000"/>
                </a:srgbClr>
              </a:outerShdw>
            </a:effectLst>
          </p:spPr>
          <p:txBody>
            <a:bodyPr wrap="square" lIns="0" tIns="0" rIns="0" bIns="0" numCol="1" anchor="t">
              <a:noAutofit/>
            </a:bodyPr>
            <a:lstStyle/>
            <a:p>
              <a:pPr algn="ctr">
                <a:defRPr>
                  <a:solidFill>
                    <a:srgbClr val="E55F50"/>
                  </a:solidFill>
                </a:defRPr>
              </a:pPr>
              <a:endParaRPr/>
            </a:p>
          </p:txBody>
        </p:sp>
        <p:sp>
          <p:nvSpPr>
            <p:cNvPr id="307" name="4"/>
            <p:cNvSpPr txBox="1"/>
            <p:nvPr/>
          </p:nvSpPr>
          <p:spPr>
            <a:xfrm>
              <a:off x="138478" y="92758"/>
              <a:ext cx="323918" cy="421393"/>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spAutoFit/>
            </a:bodyPr>
            <a:lstStyle>
              <a:lvl1pPr algn="ctr">
                <a:defRPr sz="2400" b="1">
                  <a:solidFill>
                    <a:srgbClr val="44546A"/>
                  </a:solidFill>
                  <a:latin typeface="Times New Roman"/>
                  <a:ea typeface="Times New Roman"/>
                  <a:cs typeface="Times New Roman"/>
                  <a:sym typeface="Times New Roman"/>
                </a:defRPr>
              </a:lvl1pPr>
            </a:lstStyle>
            <a:p>
              <a:r>
                <a:t>4</a:t>
              </a:r>
            </a:p>
          </p:txBody>
        </p:sp>
      </p:grpSp>
      <p:sp>
        <p:nvSpPr>
          <p:cNvPr id="309" name="Numéro de diapositive"/>
          <p:cNvSpPr txBox="1">
            <a:spLocks noGrp="1"/>
          </p:cNvSpPr>
          <p:nvPr>
            <p:ph type="sldNum" sz="quarter" idx="2"/>
          </p:nvPr>
        </p:nvSpPr>
        <p:spPr>
          <a:xfrm>
            <a:off x="5976830" y="6318522"/>
            <a:ext cx="238340" cy="383541"/>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chor="ctr"/>
          <a:lstStyle>
            <a:lvl1pPr algn="ctr">
              <a:defRPr sz="1900"/>
            </a:lvl1pPr>
          </a:lstStyle>
          <a:p>
            <a:fld id="{86CB4B4D-7CA3-9044-876B-883B54F8677D}" type="slidenum">
              <a:rPr/>
              <a:t>2</a:t>
            </a:fld>
            <a:endParaRPr/>
          </a:p>
        </p:txBody>
      </p:sp>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0" presetClass="entr" fill="hold" grpId="1" nodeType="clickEffect">
                                  <p:stCondLst>
                                    <p:cond delay="0"/>
                                  </p:stCondLst>
                                  <p:iterate>
                                    <p:tmAbs val="0"/>
                                  </p:iterate>
                                  <p:childTnLst>
                                    <p:set>
                                      <p:cBhvr>
                                        <p:cTn id="6" fill="hold"/>
                                        <p:tgtEl>
                                          <p:spTgt spid="266"/>
                                        </p:tgtEl>
                                        <p:attrNameLst>
                                          <p:attrName>style.visibility</p:attrName>
                                        </p:attrNameLst>
                                      </p:cBhvr>
                                      <p:to>
                                        <p:strVal val="visible"/>
                                      </p:to>
                                    </p:set>
                                    <p:animEffect transition="in" filter="fade">
                                      <p:cBhvr>
                                        <p:cTn id="7" dur="1000"/>
                                        <p:tgtEl>
                                          <p:spTgt spid="266"/>
                                        </p:tgtEl>
                                      </p:cBhvr>
                                    </p:animEffect>
                                  </p:childTnLst>
                                </p:cTn>
                              </p:par>
                              <p:par>
                                <p:cTn id="8" presetID="10" presetClass="entr" fill="hold" grpId="2" nodeType="withEffect">
                                  <p:stCondLst>
                                    <p:cond delay="0"/>
                                  </p:stCondLst>
                                  <p:iterate>
                                    <p:tmAbs val="0"/>
                                  </p:iterate>
                                  <p:childTnLst>
                                    <p:set>
                                      <p:cBhvr>
                                        <p:cTn id="9" fill="hold"/>
                                        <p:tgtEl>
                                          <p:spTgt spid="284"/>
                                        </p:tgtEl>
                                        <p:attrNameLst>
                                          <p:attrName>style.visibility</p:attrName>
                                        </p:attrNameLst>
                                      </p:cBhvr>
                                      <p:to>
                                        <p:strVal val="visible"/>
                                      </p:to>
                                    </p:set>
                                    <p:animEffect transition="in" filter="fade">
                                      <p:cBhvr>
                                        <p:cTn id="10" dur="1000"/>
                                        <p:tgtEl>
                                          <p:spTgt spid="284"/>
                                        </p:tgtEl>
                                      </p:cBhvr>
                                    </p:animEffect>
                                  </p:childTnLst>
                                </p:cTn>
                              </p:par>
                              <p:par>
                                <p:cTn id="11" presetID="-1" presetClass="path" presetSubtype="0" accel="50000" decel="50000" fill="hold" nodeType="withEffect">
                                  <p:stCondLst>
                                    <p:cond delay="0"/>
                                  </p:stCondLst>
                                  <p:childTnLst>
                                    <p:animMotion origin="layout" path="M 0.000000 0.000000 L -0.871900 -0.001621" pathEditMode="relative">
                                      <p:cBhvr>
                                        <p:cTn id="12" dur="1000" fill="hold"/>
                                        <p:tgtEl>
                                          <p:spTgt spid="269"/>
                                        </p:tgtEl>
                                        <p:attrNameLst>
                                          <p:attrName>ppt_x</p:attrName>
                                          <p:attrName>ppt_y</p:attrName>
                                        </p:attrNameLst>
                                      </p:cBhvr>
                                    </p:animMotion>
                                  </p:childTnLst>
                                </p:cTn>
                              </p:par>
                            </p:childTnLst>
                          </p:cTn>
                        </p:par>
                      </p:childTnLst>
                    </p:cTn>
                  </p:par>
                  <p:par>
                    <p:cTn id="13" fill="hold">
                      <p:stCondLst>
                        <p:cond delay="indefinite"/>
                      </p:stCondLst>
                      <p:childTnLst>
                        <p:par>
                          <p:cTn id="14" fill="hold">
                            <p:stCondLst>
                              <p:cond delay="0"/>
                            </p:stCondLst>
                            <p:childTnLst>
                              <p:par>
                                <p:cTn id="15" presetID="10" presetClass="entr" fill="hold" grpId="4" nodeType="clickEffect">
                                  <p:stCondLst>
                                    <p:cond delay="0"/>
                                  </p:stCondLst>
                                  <p:iterate>
                                    <p:tmAbs val="0"/>
                                  </p:iterate>
                                  <p:childTnLst>
                                    <p:set>
                                      <p:cBhvr>
                                        <p:cTn id="16" fill="hold"/>
                                        <p:tgtEl>
                                          <p:spTgt spid="287"/>
                                        </p:tgtEl>
                                        <p:attrNameLst>
                                          <p:attrName>style.visibility</p:attrName>
                                        </p:attrNameLst>
                                      </p:cBhvr>
                                      <p:to>
                                        <p:strVal val="visible"/>
                                      </p:to>
                                    </p:set>
                                    <p:animEffect transition="in" filter="fade">
                                      <p:cBhvr>
                                        <p:cTn id="17" dur="1000"/>
                                        <p:tgtEl>
                                          <p:spTgt spid="287"/>
                                        </p:tgtEl>
                                      </p:cBhvr>
                                    </p:animEffect>
                                  </p:childTnLst>
                                </p:cTn>
                              </p:par>
                              <p:par>
                                <p:cTn id="18" presetID="-1" presetClass="path" presetSubtype="0" accel="50000" decel="50000" fill="hold" nodeType="withEffect">
                                  <p:stCondLst>
                                    <p:cond delay="0"/>
                                  </p:stCondLst>
                                  <p:childTnLst>
                                    <p:animMotion origin="layout" path="M 0.000000 0.000000 L -0.837502 -0.003236" pathEditMode="relative">
                                      <p:cBhvr>
                                        <p:cTn id="19" dur="1000" fill="hold"/>
                                        <p:tgtEl>
                                          <p:spTgt spid="272"/>
                                        </p:tgtEl>
                                        <p:attrNameLst>
                                          <p:attrName>ppt_x</p:attrName>
                                          <p:attrName>ppt_y</p:attrName>
                                        </p:attrNameLst>
                                      </p:cBhvr>
                                    </p:animMotion>
                                  </p:childTnLst>
                                </p:cTn>
                              </p:par>
                            </p:childTnLst>
                          </p:cTn>
                        </p:par>
                      </p:childTnLst>
                    </p:cTn>
                  </p:par>
                  <p:par>
                    <p:cTn id="20" fill="hold">
                      <p:stCondLst>
                        <p:cond delay="indefinite"/>
                      </p:stCondLst>
                      <p:childTnLst>
                        <p:par>
                          <p:cTn id="21" fill="hold">
                            <p:stCondLst>
                              <p:cond delay="0"/>
                            </p:stCondLst>
                            <p:childTnLst>
                              <p:par>
                                <p:cTn id="22" presetID="10" presetClass="entr" fill="hold" grpId="6" nodeType="clickEffect">
                                  <p:stCondLst>
                                    <p:cond delay="0"/>
                                  </p:stCondLst>
                                  <p:iterate>
                                    <p:tmAbs val="0"/>
                                  </p:iterate>
                                  <p:childTnLst>
                                    <p:set>
                                      <p:cBhvr>
                                        <p:cTn id="23" fill="hold"/>
                                        <p:tgtEl>
                                          <p:spTgt spid="290"/>
                                        </p:tgtEl>
                                        <p:attrNameLst>
                                          <p:attrName>style.visibility</p:attrName>
                                        </p:attrNameLst>
                                      </p:cBhvr>
                                      <p:to>
                                        <p:strVal val="visible"/>
                                      </p:to>
                                    </p:set>
                                    <p:animEffect transition="in" filter="fade">
                                      <p:cBhvr>
                                        <p:cTn id="24" dur="1000"/>
                                        <p:tgtEl>
                                          <p:spTgt spid="290"/>
                                        </p:tgtEl>
                                      </p:cBhvr>
                                    </p:animEffect>
                                  </p:childTnLst>
                                </p:cTn>
                              </p:par>
                              <p:par>
                                <p:cTn id="25" presetID="-1" presetClass="path" presetSubtype="0" accel="50000" decel="50000" fill="hold" nodeType="withEffect">
                                  <p:stCondLst>
                                    <p:cond delay="0"/>
                                  </p:stCondLst>
                                  <p:childTnLst>
                                    <p:animMotion origin="layout" path="M 0.000000 0.000000 L -0.822918 -0.004154" pathEditMode="relative">
                                      <p:cBhvr>
                                        <p:cTn id="26" dur="1000" fill="hold"/>
                                        <p:tgtEl>
                                          <p:spTgt spid="275"/>
                                        </p:tgtEl>
                                        <p:attrNameLst>
                                          <p:attrName>ppt_x</p:attrName>
                                          <p:attrName>ppt_y</p:attrName>
                                        </p:attrNameLst>
                                      </p:cBhvr>
                                    </p:animMotion>
                                  </p:childTnLst>
                                </p:cTn>
                              </p:par>
                            </p:childTnLst>
                          </p:cTn>
                        </p:par>
                      </p:childTnLst>
                    </p:cTn>
                  </p:par>
                  <p:par>
                    <p:cTn id="27" fill="hold">
                      <p:stCondLst>
                        <p:cond delay="indefinite"/>
                      </p:stCondLst>
                      <p:childTnLst>
                        <p:par>
                          <p:cTn id="28" fill="hold">
                            <p:stCondLst>
                              <p:cond delay="0"/>
                            </p:stCondLst>
                            <p:childTnLst>
                              <p:par>
                                <p:cTn id="29" presetID="10" presetClass="entr" fill="hold" grpId="8" nodeType="clickEffect">
                                  <p:stCondLst>
                                    <p:cond delay="0"/>
                                  </p:stCondLst>
                                  <p:iterate>
                                    <p:tmAbs val="0"/>
                                  </p:iterate>
                                  <p:childTnLst>
                                    <p:set>
                                      <p:cBhvr>
                                        <p:cTn id="30" fill="hold"/>
                                        <p:tgtEl>
                                          <p:spTgt spid="308"/>
                                        </p:tgtEl>
                                        <p:attrNameLst>
                                          <p:attrName>style.visibility</p:attrName>
                                        </p:attrNameLst>
                                      </p:cBhvr>
                                      <p:to>
                                        <p:strVal val="visible"/>
                                      </p:to>
                                    </p:set>
                                    <p:animEffect transition="in" filter="fade">
                                      <p:cBhvr>
                                        <p:cTn id="31" dur="1000"/>
                                        <p:tgtEl>
                                          <p:spTgt spid="308"/>
                                        </p:tgtEl>
                                      </p:cBhvr>
                                    </p:animEffect>
                                  </p:childTnLst>
                                </p:cTn>
                              </p:par>
                              <p:par>
                                <p:cTn id="32" presetID="-1" presetClass="path" presetSubtype="0" accel="50000" decel="50000" fill="hold" nodeType="withEffect">
                                  <p:stCondLst>
                                    <p:cond delay="0"/>
                                  </p:stCondLst>
                                  <p:childTnLst>
                                    <p:animMotion origin="layout" path="M 0.000000 0.000000 L -0.814585 -0.000450" pathEditMode="relative">
                                      <p:cBhvr>
                                        <p:cTn id="33" dur="1000" fill="hold"/>
                                        <p:tgtEl>
                                          <p:spTgt spid="293"/>
                                        </p:tgtEl>
                                        <p:attrNameLst>
                                          <p:attrName>ppt_x</p:attrName>
                                          <p:attrName>ppt_y</p:attrName>
                                        </p:attrNameLst>
                                      </p:cBhvr>
                                    </p:animMotion>
                                  </p:childTnLst>
                                </p:cTn>
                              </p:par>
                            </p:childTnLst>
                          </p:cTn>
                        </p:par>
                      </p:childTnLst>
                    </p:cTn>
                  </p:par>
                  <p:par>
                    <p:cTn id="34" fill="hold">
                      <p:stCondLst>
                        <p:cond delay="indefinite"/>
                      </p:stCondLst>
                      <p:childTnLst>
                        <p:par>
                          <p:cTn id="35" fill="hold">
                            <p:stCondLst>
                              <p:cond delay="0"/>
                            </p:stCondLst>
                            <p:childTnLst>
                              <p:par>
                                <p:cTn id="36" presetID="10" presetClass="entr" fill="hold" grpId="10" nodeType="clickEffect">
                                  <p:stCondLst>
                                    <p:cond delay="0"/>
                                  </p:stCondLst>
                                  <p:iterate>
                                    <p:tmAbs val="0"/>
                                  </p:iterate>
                                  <p:childTnLst>
                                    <p:set>
                                      <p:cBhvr>
                                        <p:cTn id="37" fill="hold"/>
                                        <p:tgtEl>
                                          <p:spTgt spid="305"/>
                                        </p:tgtEl>
                                        <p:attrNameLst>
                                          <p:attrName>style.visibility</p:attrName>
                                        </p:attrNameLst>
                                      </p:cBhvr>
                                      <p:to>
                                        <p:strVal val="visible"/>
                                      </p:to>
                                    </p:set>
                                    <p:animEffect transition="in" filter="fade">
                                      <p:cBhvr>
                                        <p:cTn id="38" dur="1000"/>
                                        <p:tgtEl>
                                          <p:spTgt spid="305"/>
                                        </p:tgtEl>
                                      </p:cBhvr>
                                    </p:animEffect>
                                  </p:childTnLst>
                                </p:cTn>
                              </p:par>
                              <p:par>
                                <p:cTn id="39" presetID="-1" presetClass="path" presetSubtype="0" accel="50000" decel="50000" fill="hold" nodeType="withEffect">
                                  <p:stCondLst>
                                    <p:cond delay="0"/>
                                  </p:stCondLst>
                                  <p:childTnLst>
                                    <p:animMotion origin="layout" path="M 0.000000 0.000000 L -0.816668 -0.002302" pathEditMode="relative">
                                      <p:cBhvr>
                                        <p:cTn id="40" dur="1000" fill="hold"/>
                                        <p:tgtEl>
                                          <p:spTgt spid="302"/>
                                        </p:tgtEl>
                                        <p:attrNameLst>
                                          <p:attrName>ppt_x</p:attrName>
                                          <p:attrName>ppt_y</p:attrName>
                                        </p:attrNameLst>
                                      </p:cBhvr>
                                    </p:animMotion>
                                  </p:childTnLst>
                                </p:cTn>
                              </p:par>
                            </p:childTnLst>
                          </p:cTn>
                        </p:par>
                      </p:childTnLst>
                    </p:cTn>
                  </p:par>
                  <p:par>
                    <p:cTn id="41" fill="hold">
                      <p:stCondLst>
                        <p:cond delay="indefinite"/>
                      </p:stCondLst>
                      <p:childTnLst>
                        <p:par>
                          <p:cTn id="42" fill="hold">
                            <p:stCondLst>
                              <p:cond delay="0"/>
                            </p:stCondLst>
                            <p:childTnLst>
                              <p:par>
                                <p:cTn id="43" presetID="10" presetClass="entr" fill="hold" grpId="12" nodeType="clickEffect">
                                  <p:stCondLst>
                                    <p:cond delay="0"/>
                                  </p:stCondLst>
                                  <p:iterate>
                                    <p:tmAbs val="0"/>
                                  </p:iterate>
                                  <p:childTnLst>
                                    <p:set>
                                      <p:cBhvr>
                                        <p:cTn id="44" fill="hold"/>
                                        <p:tgtEl>
                                          <p:spTgt spid="296"/>
                                        </p:tgtEl>
                                        <p:attrNameLst>
                                          <p:attrName>style.visibility</p:attrName>
                                        </p:attrNameLst>
                                      </p:cBhvr>
                                      <p:to>
                                        <p:strVal val="visible"/>
                                      </p:to>
                                    </p:set>
                                    <p:animEffect transition="in" filter="fade">
                                      <p:cBhvr>
                                        <p:cTn id="45" dur="1000"/>
                                        <p:tgtEl>
                                          <p:spTgt spid="296"/>
                                        </p:tgtEl>
                                      </p:cBhvr>
                                    </p:animEffect>
                                  </p:childTnLst>
                                </p:cTn>
                              </p:par>
                              <p:par>
                                <p:cTn id="46" presetID="-1" presetClass="path" presetSubtype="0" accel="50000" decel="50000" fill="hold" nodeType="withEffect">
                                  <p:stCondLst>
                                    <p:cond delay="0"/>
                                  </p:stCondLst>
                                  <p:childTnLst>
                                    <p:animMotion origin="layout" path="M 0.000000 0.000000 L -0.836723 0.001401" pathEditMode="relative">
                                      <p:cBhvr>
                                        <p:cTn id="47" dur="1000" fill="hold"/>
                                        <p:tgtEl>
                                          <p:spTgt spid="278"/>
                                        </p:tgtEl>
                                        <p:attrNameLst>
                                          <p:attrName>ppt_x</p:attrName>
                                          <p:attrName>ppt_y</p:attrName>
                                        </p:attrNameLst>
                                      </p:cBhvr>
                                    </p:animMotion>
                                  </p:childTnLst>
                                </p:cTn>
                              </p:par>
                            </p:childTnLst>
                          </p:cTn>
                        </p:par>
                      </p:childTnLst>
                    </p:cTn>
                  </p:par>
                  <p:par>
                    <p:cTn id="48" fill="hold">
                      <p:stCondLst>
                        <p:cond delay="indefinite"/>
                      </p:stCondLst>
                      <p:childTnLst>
                        <p:par>
                          <p:cTn id="49" fill="hold">
                            <p:stCondLst>
                              <p:cond delay="0"/>
                            </p:stCondLst>
                            <p:childTnLst>
                              <p:par>
                                <p:cTn id="50" presetID="10" presetClass="entr" fill="hold" grpId="14" nodeType="clickEffect">
                                  <p:stCondLst>
                                    <p:cond delay="0"/>
                                  </p:stCondLst>
                                  <p:iterate>
                                    <p:tmAbs val="0"/>
                                  </p:iterate>
                                  <p:childTnLst>
                                    <p:set>
                                      <p:cBhvr>
                                        <p:cTn id="51" fill="hold"/>
                                        <p:tgtEl>
                                          <p:spTgt spid="299"/>
                                        </p:tgtEl>
                                        <p:attrNameLst>
                                          <p:attrName>style.visibility</p:attrName>
                                        </p:attrNameLst>
                                      </p:cBhvr>
                                      <p:to>
                                        <p:strVal val="visible"/>
                                      </p:to>
                                    </p:set>
                                    <p:animEffect transition="in" filter="fade">
                                      <p:cBhvr>
                                        <p:cTn id="52" dur="1000"/>
                                        <p:tgtEl>
                                          <p:spTgt spid="299"/>
                                        </p:tgtEl>
                                      </p:cBhvr>
                                    </p:animEffect>
                                  </p:childTnLst>
                                </p:cTn>
                              </p:par>
                              <p:par>
                                <p:cTn id="53" presetID="-1" presetClass="path" presetSubtype="0" accel="50000" decel="50000" fill="hold" nodeType="withEffect">
                                  <p:stCondLst>
                                    <p:cond delay="0"/>
                                  </p:stCondLst>
                                  <p:childTnLst>
                                    <p:animMotion origin="layout" path="M 0.000000 0.000000 L -0.867710 0.000224" pathEditMode="relative">
                                      <p:cBhvr>
                                        <p:cTn id="54" dur="1000" fill="hold"/>
                                        <p:tgtEl>
                                          <p:spTgt spid="281"/>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 grpId="1" animBg="1" advAuto="0"/>
      <p:bldP spid="284" grpId="2" animBg="1" advAuto="0"/>
      <p:bldP spid="287" grpId="4" animBg="1" advAuto="0"/>
      <p:bldP spid="290" grpId="6" animBg="1" advAuto="0"/>
      <p:bldP spid="296" grpId="12" animBg="1" advAuto="0"/>
      <p:bldP spid="299" grpId="14" animBg="1" advAuto="0"/>
      <p:bldP spid="305" grpId="10" animBg="1" advAuto="0"/>
      <p:bldP spid="308" grpId="8" animBg="1" advAuto="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 name="ZoneTexte 7"/>
          <p:cNvSpPr/>
          <p:nvPr/>
        </p:nvSpPr>
        <p:spPr>
          <a:xfrm>
            <a:off x="0" y="0"/>
            <a:ext cx="1285461" cy="6858000"/>
          </a:xfrm>
          <a:prstGeom prst="rect">
            <a:avLst/>
          </a:prstGeom>
          <a:solidFill>
            <a:srgbClr val="E9041E"/>
          </a:solidFill>
          <a:ln w="12700">
            <a:miter lim="400000"/>
          </a:ln>
        </p:spPr>
        <p:txBody>
          <a:bodyPr lIns="0" tIns="0" rIns="0" bIns="0"/>
          <a:lstStyle/>
          <a:p>
            <a:pPr>
              <a:defRPr sz="900">
                <a:latin typeface="Arial"/>
                <a:ea typeface="Arial"/>
                <a:cs typeface="Arial"/>
                <a:sym typeface="Arial"/>
              </a:defRPr>
            </a:pPr>
            <a:endParaRPr/>
          </a:p>
        </p:txBody>
      </p:sp>
      <p:sp>
        <p:nvSpPr>
          <p:cNvPr id="314" name="Straight Connector 57"/>
          <p:cNvSpPr/>
          <p:nvPr/>
        </p:nvSpPr>
        <p:spPr>
          <a:xfrm flipH="1">
            <a:off x="4799062" y="1285460"/>
            <a:ext cx="1" cy="5168562"/>
          </a:xfrm>
          <a:prstGeom prst="line">
            <a:avLst/>
          </a:prstGeom>
          <a:ln>
            <a:solidFill>
              <a:srgbClr val="571B38"/>
            </a:solidFill>
          </a:ln>
        </p:spPr>
        <p:txBody>
          <a:bodyPr lIns="45719" rIns="45719"/>
          <a:lstStyle/>
          <a:p>
            <a:endParaRPr/>
          </a:p>
        </p:txBody>
      </p:sp>
      <p:sp>
        <p:nvSpPr>
          <p:cNvPr id="315" name="ZoneTexte 1"/>
          <p:cNvSpPr txBox="1"/>
          <p:nvPr/>
        </p:nvSpPr>
        <p:spPr>
          <a:xfrm>
            <a:off x="1331801" y="2865085"/>
            <a:ext cx="3395781" cy="580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6000" tIns="36000" rIns="36000" bIns="36000">
            <a:spAutoFit/>
          </a:bodyPr>
          <a:lstStyle>
            <a:lvl1pPr algn="ctr">
              <a:defRPr sz="3300">
                <a:latin typeface="Montserrat ExtraBold"/>
                <a:ea typeface="Montserrat ExtraBold"/>
                <a:cs typeface="Montserrat ExtraBold"/>
                <a:sym typeface="Montserrat ExtraBold"/>
              </a:defRPr>
            </a:lvl1pPr>
          </a:lstStyle>
          <a:p>
            <a:r>
              <a:t>Introduction</a:t>
            </a:r>
          </a:p>
        </p:txBody>
      </p:sp>
      <p:pic>
        <p:nvPicPr>
          <p:cNvPr id="316" name="Image 3" descr="Image 3"/>
          <p:cNvPicPr>
            <a:picLocks noChangeAspect="1"/>
          </p:cNvPicPr>
          <p:nvPr/>
        </p:nvPicPr>
        <p:blipFill>
          <a:blip r:embed="rId3"/>
          <a:stretch>
            <a:fillRect/>
          </a:stretch>
        </p:blipFill>
        <p:spPr>
          <a:xfrm>
            <a:off x="8253676" y="2889338"/>
            <a:ext cx="3395781" cy="1079324"/>
          </a:xfrm>
          <a:prstGeom prst="rect">
            <a:avLst/>
          </a:prstGeom>
          <a:ln w="12700">
            <a:miter lim="400000"/>
          </a:ln>
        </p:spPr>
      </p:pic>
      <p:sp>
        <p:nvSpPr>
          <p:cNvPr id="320" name="Numéro de diapositive"/>
          <p:cNvSpPr txBox="1">
            <a:spLocks noGrp="1"/>
          </p:cNvSpPr>
          <p:nvPr>
            <p:ph type="sldNum" sz="quarter" idx="2"/>
          </p:nvPr>
        </p:nvSpPr>
        <p:spPr>
          <a:xfrm>
            <a:off x="6503338" y="6256739"/>
            <a:ext cx="238340" cy="383541"/>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lgn="ctr">
              <a:defRPr sz="1900"/>
            </a:lvl1pPr>
          </a:lstStyle>
          <a:p>
            <a:fld id="{86CB4B4D-7CA3-9044-876B-883B54F8677D}" type="slidenum">
              <a:rPr/>
              <a:t>3</a:t>
            </a:fld>
            <a:endParaRPr/>
          </a:p>
        </p:txBody>
      </p:sp>
      <p:pic>
        <p:nvPicPr>
          <p:cNvPr id="10" name="image9.png">
            <a:extLst>
              <a:ext uri="{FF2B5EF4-FFF2-40B4-BE49-F238E27FC236}">
                <a16:creationId xmlns:a16="http://schemas.microsoft.com/office/drawing/2014/main" id="{588A8EEB-B5B4-FB42-8F8C-3B0F4F7A63CB}"/>
              </a:ext>
            </a:extLst>
          </p:cNvPr>
          <p:cNvPicPr/>
          <p:nvPr/>
        </p:nvPicPr>
        <p:blipFill>
          <a:blip r:embed="rId4"/>
          <a:srcRect/>
          <a:stretch>
            <a:fillRect/>
          </a:stretch>
        </p:blipFill>
        <p:spPr>
          <a:xfrm>
            <a:off x="5026335" y="2865085"/>
            <a:ext cx="2709955" cy="1213620"/>
          </a:xfrm>
          <a:prstGeom prst="rect">
            <a:avLst/>
          </a:prstGeom>
          <a:ln/>
        </p:spPr>
      </p:pic>
    </p:spTree>
  </p:cSld>
  <p:clrMapOvr>
    <a:masterClrMapping/>
  </p:clrMapOvr>
  <mc:AlternateContent xmlns:mc="http://schemas.openxmlformats.org/markup-compatibility/2006" xmlns:p14="http://schemas.microsoft.com/office/powerpoint/2010/main">
    <mc:Choice Requires="p14">
      <p:transition spd="slow" p14:dur="1500">
        <p:push/>
      </p:transition>
    </mc:Choice>
    <mc:Fallback xmlns="" xmlns:m="http://schemas.openxmlformats.org/officeDocument/2006/math" xmlns:a14="http://schemas.microsoft.com/office/drawing/2010/main">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1" nodeType="withEffect">
                                  <p:stCondLst>
                                    <p:cond delay="0"/>
                                  </p:stCondLst>
                                  <p:iterate>
                                    <p:tmAbs val="0"/>
                                  </p:iterate>
                                  <p:childTnLst>
                                    <p:set>
                                      <p:cBhvr>
                                        <p:cTn id="6" fill="hold"/>
                                        <p:tgtEl>
                                          <p:spTgt spid="315"/>
                                        </p:tgtEl>
                                        <p:attrNameLst>
                                          <p:attrName>style.visibility</p:attrName>
                                        </p:attrNameLst>
                                      </p:cBhvr>
                                      <p:to>
                                        <p:strVal val="visible"/>
                                      </p:to>
                                    </p:set>
                                    <p:anim calcmode="lin" valueType="num">
                                      <p:cBhvr>
                                        <p:cTn id="7" dur="1000" fill="hold"/>
                                        <p:tgtEl>
                                          <p:spTgt spid="315"/>
                                        </p:tgtEl>
                                        <p:attrNameLst>
                                          <p:attrName>ppt_x</p:attrName>
                                        </p:attrNameLst>
                                      </p:cBhvr>
                                      <p:tavLst>
                                        <p:tav tm="0">
                                          <p:val>
                                            <p:strVal val="0-#ppt_w/2"/>
                                          </p:val>
                                        </p:tav>
                                        <p:tav tm="100000">
                                          <p:val>
                                            <p:strVal val="#ppt_x"/>
                                          </p:val>
                                        </p:tav>
                                      </p:tavLst>
                                    </p:anim>
                                    <p:anim calcmode="lin" valueType="num">
                                      <p:cBhvr>
                                        <p:cTn id="8" dur="1000" fill="hold"/>
                                        <p:tgtEl>
                                          <p:spTgt spid="31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5" grpId="1" animBg="1" advAuto="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 name="Title 7"/>
          <p:cNvSpPr txBox="1">
            <a:spLocks noGrp="1"/>
          </p:cNvSpPr>
          <p:nvPr>
            <p:ph type="title"/>
          </p:nvPr>
        </p:nvSpPr>
        <p:spPr>
          <a:xfrm>
            <a:off x="1344000" y="3347972"/>
            <a:ext cx="5487352" cy="862978"/>
          </a:xfrm>
          <a:prstGeom prst="rect">
            <a:avLst/>
          </a:prstGeom>
        </p:spPr>
        <p:txBody>
          <a:bodyPr/>
          <a:lstStyle>
            <a:lvl1pPr defTabSz="1200150">
              <a:lnSpc>
                <a:spcPct val="90000"/>
              </a:lnSpc>
              <a:spcBef>
                <a:spcPts val="1500"/>
              </a:spcBef>
              <a:defRPr sz="3600" b="0">
                <a:latin typeface="Montserrat Bold"/>
                <a:ea typeface="Montserrat Bold"/>
                <a:cs typeface="Montserrat Bold"/>
                <a:sym typeface="Montserrat Bold"/>
              </a:defRPr>
            </a:lvl1pPr>
          </a:lstStyle>
          <a:p>
            <a:r>
              <a:rPr dirty="0" err="1"/>
              <a:t>Contexte</a:t>
            </a:r>
            <a:r>
              <a:rPr dirty="0"/>
              <a:t> </a:t>
            </a:r>
            <a:r>
              <a:rPr dirty="0" err="1"/>
              <a:t>Général</a:t>
            </a:r>
            <a:endParaRPr dirty="0"/>
          </a:p>
        </p:txBody>
      </p:sp>
      <p:sp>
        <p:nvSpPr>
          <p:cNvPr id="325" name="Text Placeholder 11"/>
          <p:cNvSpPr txBox="1">
            <a:spLocks noGrp="1"/>
          </p:cNvSpPr>
          <p:nvPr>
            <p:ph type="body" sz="quarter" idx="1"/>
          </p:nvPr>
        </p:nvSpPr>
        <p:spPr>
          <a:xfrm>
            <a:off x="1344001" y="1769024"/>
            <a:ext cx="572274" cy="1218796"/>
          </a:xfrm>
          <a:prstGeom prst="rect">
            <a:avLst/>
          </a:prstGeom>
        </p:spPr>
        <p:txBody>
          <a:bodyPr/>
          <a:lstStyle>
            <a:lvl1pPr marL="832083" indent="-1050477" defTabSz="1109444">
              <a:defRPr sz="8008"/>
            </a:lvl1pPr>
          </a:lstStyle>
          <a:p>
            <a:r>
              <a:rPr lang="fr-FR"/>
              <a:t>2</a:t>
            </a:r>
            <a:endParaRPr/>
          </a:p>
        </p:txBody>
      </p:sp>
      <p:sp>
        <p:nvSpPr>
          <p:cNvPr id="326" name="Numéro de diapositive"/>
          <p:cNvSpPr txBox="1">
            <a:spLocks noGrp="1"/>
          </p:cNvSpPr>
          <p:nvPr>
            <p:ph type="sldNum" sz="quarter" idx="4294967295"/>
          </p:nvPr>
        </p:nvSpPr>
        <p:spPr>
          <a:xfrm>
            <a:off x="128814" y="123008"/>
            <a:ext cx="779879" cy="383541"/>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a:lstStyle>
            <a:lvl1pPr algn="ctr">
              <a:defRPr sz="1900">
                <a:solidFill>
                  <a:srgbClr val="414141"/>
                </a:solidFill>
              </a:defRPr>
            </a:lvl1pPr>
          </a:lstStyle>
          <a:p>
            <a:fld id="{86CB4B4D-7CA3-9044-876B-883B54F8677D}" type="slidenum">
              <a:rPr/>
              <a:t>4</a:t>
            </a:fld>
            <a:endParaRPr/>
          </a:p>
        </p:txBody>
      </p:sp>
      <p:pic>
        <p:nvPicPr>
          <p:cNvPr id="8" name="image9.png">
            <a:extLst>
              <a:ext uri="{FF2B5EF4-FFF2-40B4-BE49-F238E27FC236}">
                <a16:creationId xmlns:a16="http://schemas.microsoft.com/office/drawing/2014/main" id="{14B9B810-20CF-E046-BF04-6BDE858F730B}"/>
              </a:ext>
            </a:extLst>
          </p:cNvPr>
          <p:cNvPicPr/>
          <p:nvPr/>
        </p:nvPicPr>
        <p:blipFill>
          <a:blip r:embed="rId3"/>
          <a:srcRect/>
          <a:stretch>
            <a:fillRect/>
          </a:stretch>
        </p:blipFill>
        <p:spPr>
          <a:xfrm>
            <a:off x="4173294" y="5816896"/>
            <a:ext cx="2565591" cy="949866"/>
          </a:xfrm>
          <a:prstGeom prst="rect">
            <a:avLst/>
          </a:prstGeom>
          <a:ln/>
        </p:spPr>
      </p:pic>
    </p:spTree>
  </p:cSld>
  <p:clrMapOvr>
    <a:masterClrMapping/>
  </p:clrMapOvr>
  <mc:AlternateContent xmlns:mc="http://schemas.openxmlformats.org/markup-compatibility/2006" xmlns:p14="http://schemas.microsoft.com/office/powerpoint/2010/main">
    <mc:Choice Requires="p14">
      <p:transition spd="slow" p14:dur="1250">
        <p14:doors dir="vert"/>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1" nodeType="withEffect">
                                  <p:stCondLst>
                                    <p:cond delay="0"/>
                                  </p:stCondLst>
                                  <p:iterate>
                                    <p:tmAbs val="0"/>
                                  </p:iterate>
                                  <p:childTnLst>
                                    <p:set>
                                      <p:cBhvr>
                                        <p:cTn id="6" fill="hold"/>
                                        <p:tgtEl>
                                          <p:spTgt spid="325"/>
                                        </p:tgtEl>
                                        <p:attrNameLst>
                                          <p:attrName>style.visibility</p:attrName>
                                        </p:attrNameLst>
                                      </p:cBhvr>
                                      <p:to>
                                        <p:strVal val="visible"/>
                                      </p:to>
                                    </p:set>
                                    <p:anim calcmode="lin" valueType="num">
                                      <p:cBhvr>
                                        <p:cTn id="7" dur="750" fill="hold"/>
                                        <p:tgtEl>
                                          <p:spTgt spid="325"/>
                                        </p:tgtEl>
                                        <p:attrNameLst>
                                          <p:attrName>ppt_x</p:attrName>
                                        </p:attrNameLst>
                                      </p:cBhvr>
                                      <p:tavLst>
                                        <p:tav tm="0">
                                          <p:val>
                                            <p:strVal val="0-#ppt_w/2"/>
                                          </p:val>
                                        </p:tav>
                                        <p:tav tm="100000">
                                          <p:val>
                                            <p:strVal val="#ppt_x"/>
                                          </p:val>
                                        </p:tav>
                                      </p:tavLst>
                                    </p:anim>
                                    <p:anim calcmode="lin" valueType="num">
                                      <p:cBhvr>
                                        <p:cTn id="8" dur="750" fill="hold"/>
                                        <p:tgtEl>
                                          <p:spTgt spid="325"/>
                                        </p:tgtEl>
                                        <p:attrNameLst>
                                          <p:attrName>ppt_y</p:attrName>
                                        </p:attrNameLst>
                                      </p:cBhvr>
                                      <p:tavLst>
                                        <p:tav tm="0">
                                          <p:val>
                                            <p:strVal val="#ppt_y"/>
                                          </p:val>
                                        </p:tav>
                                        <p:tav tm="100000">
                                          <p:val>
                                            <p:strVal val="#ppt_y"/>
                                          </p:val>
                                        </p:tav>
                                      </p:tavLst>
                                    </p:anim>
                                  </p:childTnLst>
                                </p:cTn>
                              </p:par>
                              <p:par>
                                <p:cTn id="9" presetID="2" presetClass="entr" presetSubtype="8" fill="hold" grpId="2" nodeType="withEffect">
                                  <p:stCondLst>
                                    <p:cond delay="500"/>
                                  </p:stCondLst>
                                  <p:iterate>
                                    <p:tmAbs val="0"/>
                                  </p:iterate>
                                  <p:childTnLst>
                                    <p:set>
                                      <p:cBhvr>
                                        <p:cTn id="10" fill="hold"/>
                                        <p:tgtEl>
                                          <p:spTgt spid="324"/>
                                        </p:tgtEl>
                                        <p:attrNameLst>
                                          <p:attrName>style.visibility</p:attrName>
                                        </p:attrNameLst>
                                      </p:cBhvr>
                                      <p:to>
                                        <p:strVal val="visible"/>
                                      </p:to>
                                    </p:set>
                                    <p:anim calcmode="lin" valueType="num">
                                      <p:cBhvr>
                                        <p:cTn id="11" dur="750" fill="hold"/>
                                        <p:tgtEl>
                                          <p:spTgt spid="324"/>
                                        </p:tgtEl>
                                        <p:attrNameLst>
                                          <p:attrName>ppt_x</p:attrName>
                                        </p:attrNameLst>
                                      </p:cBhvr>
                                      <p:tavLst>
                                        <p:tav tm="0">
                                          <p:val>
                                            <p:strVal val="0-#ppt_w/2"/>
                                          </p:val>
                                        </p:tav>
                                        <p:tav tm="100000">
                                          <p:val>
                                            <p:strVal val="#ppt_x"/>
                                          </p:val>
                                        </p:tav>
                                      </p:tavLst>
                                    </p:anim>
                                    <p:anim calcmode="lin" valueType="num">
                                      <p:cBhvr>
                                        <p:cTn id="12" dur="750" fill="hold"/>
                                        <p:tgtEl>
                                          <p:spTgt spid="32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4" grpId="2" animBg="1" advAuto="0"/>
      <p:bldP spid="325" grpId="1" animBg="1" advAuto="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2" name="Diagramme 12"/>
          <p:cNvGrpSpPr/>
          <p:nvPr/>
        </p:nvGrpSpPr>
        <p:grpSpPr>
          <a:xfrm>
            <a:off x="-1" y="-14291"/>
            <a:ext cx="12186642" cy="768630"/>
            <a:chOff x="0" y="-1"/>
            <a:chExt cx="12186641" cy="768629"/>
          </a:xfrm>
        </p:grpSpPr>
        <p:grpSp>
          <p:nvGrpSpPr>
            <p:cNvPr id="375" name="Grouper"/>
            <p:cNvGrpSpPr/>
            <p:nvPr/>
          </p:nvGrpSpPr>
          <p:grpSpPr>
            <a:xfrm>
              <a:off x="0" y="-1"/>
              <a:ext cx="4685109" cy="768629"/>
              <a:chOff x="0" y="-1"/>
              <a:chExt cx="4685108" cy="768628"/>
            </a:xfrm>
          </p:grpSpPr>
          <p:sp>
            <p:nvSpPr>
              <p:cNvPr id="373" name="Figure"/>
              <p:cNvSpPr/>
              <p:nvPr/>
            </p:nvSpPr>
            <p:spPr>
              <a:xfrm>
                <a:off x="0" y="-1"/>
                <a:ext cx="4685108" cy="76862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9828" y="0"/>
                    </a:lnTo>
                    <a:lnTo>
                      <a:pt x="21600" y="10800"/>
                    </a:lnTo>
                    <a:lnTo>
                      <a:pt x="19828" y="21600"/>
                    </a:lnTo>
                    <a:lnTo>
                      <a:pt x="0" y="21600"/>
                    </a:lnTo>
                    <a:close/>
                  </a:path>
                </a:pathLst>
              </a:custGeom>
              <a:solidFill>
                <a:srgbClr val="FFFFFF"/>
              </a:solidFill>
              <a:ln w="12700" cap="flat">
                <a:noFill/>
                <a:miter lim="400000"/>
              </a:ln>
              <a:effectLst>
                <a:outerShdw blurRad="38100" dist="20000" dir="5400000" rotWithShape="0">
                  <a:srgbClr val="000000">
                    <a:alpha val="38000"/>
                  </a:srgbClr>
                </a:outerShdw>
              </a:effectLst>
            </p:spPr>
            <p:txBody>
              <a:bodyPr wrap="square" lIns="0" tIns="0" rIns="0" bIns="0" numCol="1" anchor="ctr">
                <a:noAutofit/>
              </a:bodyPr>
              <a:lstStyle/>
              <a:p>
                <a:pPr algn="ctr" defTabSz="1066800">
                  <a:lnSpc>
                    <a:spcPct val="90000"/>
                  </a:lnSpc>
                  <a:spcBef>
                    <a:spcPts val="700"/>
                  </a:spcBef>
                </a:pPr>
                <a:endParaRPr/>
              </a:p>
            </p:txBody>
          </p:sp>
          <p:sp>
            <p:nvSpPr>
              <p:cNvPr id="374" name="Organisme d’accueil"/>
              <p:cNvSpPr txBox="1"/>
              <p:nvPr/>
            </p:nvSpPr>
            <p:spPr>
              <a:xfrm>
                <a:off x="96011" y="199647"/>
                <a:ext cx="4396942" cy="36932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2003" tIns="32003" rIns="32003" bIns="32003" numCol="1" anchor="ctr">
                <a:spAutoFit/>
              </a:bodyPr>
              <a:lstStyle>
                <a:lvl1pPr algn="ctr" defTabSz="1066800">
                  <a:lnSpc>
                    <a:spcPct val="90000"/>
                  </a:lnSpc>
                  <a:spcBef>
                    <a:spcPts val="1000"/>
                  </a:spcBef>
                  <a:defRPr sz="2200"/>
                </a:lvl1pPr>
              </a:lstStyle>
              <a:p>
                <a:r>
                  <a:rPr lang="fr-FR" dirty="0" err="1"/>
                  <a:t>Context</a:t>
                </a:r>
                <a:endParaRPr dirty="0"/>
              </a:p>
            </p:txBody>
          </p:sp>
        </p:grpSp>
        <p:grpSp>
          <p:nvGrpSpPr>
            <p:cNvPr id="378" name="Grouper"/>
            <p:cNvGrpSpPr/>
            <p:nvPr/>
          </p:nvGrpSpPr>
          <p:grpSpPr>
            <a:xfrm>
              <a:off x="3832959" y="0"/>
              <a:ext cx="4685110" cy="768628"/>
              <a:chOff x="0" y="0"/>
              <a:chExt cx="4685108" cy="768627"/>
            </a:xfrm>
          </p:grpSpPr>
          <p:sp>
            <p:nvSpPr>
              <p:cNvPr id="376" name="Chevron"/>
              <p:cNvSpPr/>
              <p:nvPr/>
            </p:nvSpPr>
            <p:spPr>
              <a:xfrm>
                <a:off x="0" y="0"/>
                <a:ext cx="4685108" cy="768627"/>
              </a:xfrm>
              <a:prstGeom prst="chevron">
                <a:avLst>
                  <a:gd name="adj" fmla="val 50000"/>
                </a:avLst>
              </a:prstGeom>
              <a:solidFill>
                <a:srgbClr val="E9041E"/>
              </a:solidFill>
              <a:ln w="12700" cap="flat">
                <a:noFill/>
                <a:miter lim="400000"/>
              </a:ln>
              <a:effectLst>
                <a:outerShdw blurRad="38100" dist="20000" dir="5400000" rotWithShape="0">
                  <a:srgbClr val="000000">
                    <a:alpha val="38000"/>
                  </a:srgbClr>
                </a:outerShdw>
              </a:effectLst>
            </p:spPr>
            <p:txBody>
              <a:bodyPr wrap="square" lIns="0" tIns="0" rIns="0" bIns="0" numCol="1" anchor="ctr">
                <a:noAutofit/>
              </a:bodyPr>
              <a:lstStyle/>
              <a:p>
                <a:pPr algn="ctr" defTabSz="1066800">
                  <a:lnSpc>
                    <a:spcPct val="90000"/>
                  </a:lnSpc>
                  <a:spcBef>
                    <a:spcPts val="700"/>
                  </a:spcBef>
                </a:pPr>
                <a:endParaRPr/>
              </a:p>
            </p:txBody>
          </p:sp>
          <p:sp>
            <p:nvSpPr>
              <p:cNvPr id="377" name="Cadrage du projet"/>
              <p:cNvSpPr txBox="1"/>
              <p:nvPr/>
            </p:nvSpPr>
            <p:spPr>
              <a:xfrm>
                <a:off x="448320" y="185798"/>
                <a:ext cx="3484095" cy="39702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2003" tIns="32003" rIns="32003" bIns="32003" numCol="1" anchor="ctr">
                <a:spAutoFit/>
              </a:bodyPr>
              <a:lstStyle>
                <a:lvl1pPr algn="ctr" defTabSz="1066800">
                  <a:lnSpc>
                    <a:spcPct val="90000"/>
                  </a:lnSpc>
                  <a:spcBef>
                    <a:spcPts val="1000"/>
                  </a:spcBef>
                  <a:defRPr sz="2400" b="1">
                    <a:solidFill>
                      <a:srgbClr val="FFFFFF"/>
                    </a:solidFill>
                  </a:defRPr>
                </a:lvl1pPr>
              </a:lstStyle>
              <a:p>
                <a:endParaRPr dirty="0"/>
              </a:p>
            </p:txBody>
          </p:sp>
        </p:grpSp>
        <p:grpSp>
          <p:nvGrpSpPr>
            <p:cNvPr id="381" name="Grouper"/>
            <p:cNvGrpSpPr/>
            <p:nvPr/>
          </p:nvGrpSpPr>
          <p:grpSpPr>
            <a:xfrm>
              <a:off x="7501532" y="0"/>
              <a:ext cx="4685109" cy="768628"/>
              <a:chOff x="0" y="0"/>
              <a:chExt cx="4685108" cy="768627"/>
            </a:xfrm>
          </p:grpSpPr>
          <p:sp>
            <p:nvSpPr>
              <p:cNvPr id="379" name="Chevron"/>
              <p:cNvSpPr/>
              <p:nvPr/>
            </p:nvSpPr>
            <p:spPr>
              <a:xfrm>
                <a:off x="0" y="0"/>
                <a:ext cx="4685108" cy="768627"/>
              </a:xfrm>
              <a:prstGeom prst="chevron">
                <a:avLst>
                  <a:gd name="adj" fmla="val 50000"/>
                </a:avLst>
              </a:prstGeom>
              <a:solidFill>
                <a:srgbClr val="FFFFFF"/>
              </a:solidFill>
              <a:ln w="12700" cap="flat">
                <a:noFill/>
                <a:miter lim="400000"/>
              </a:ln>
              <a:effectLst>
                <a:outerShdw blurRad="38100" dist="20000" dir="5400000" rotWithShape="0">
                  <a:srgbClr val="000000">
                    <a:alpha val="38000"/>
                  </a:srgbClr>
                </a:outerShdw>
              </a:effectLst>
            </p:spPr>
            <p:txBody>
              <a:bodyPr wrap="square" lIns="0" tIns="0" rIns="0" bIns="0" numCol="1" anchor="ctr">
                <a:noAutofit/>
              </a:bodyPr>
              <a:lstStyle/>
              <a:p>
                <a:pPr algn="ctr" defTabSz="1066800">
                  <a:lnSpc>
                    <a:spcPct val="90000"/>
                  </a:lnSpc>
                  <a:spcBef>
                    <a:spcPts val="700"/>
                  </a:spcBef>
                </a:pPr>
                <a:endParaRPr/>
              </a:p>
            </p:txBody>
          </p:sp>
          <p:sp>
            <p:nvSpPr>
              <p:cNvPr id="380" name="Besoins et objectifs"/>
              <p:cNvSpPr txBox="1"/>
              <p:nvPr/>
            </p:nvSpPr>
            <p:spPr>
              <a:xfrm>
                <a:off x="448320" y="199647"/>
                <a:ext cx="3852475" cy="36932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2003" tIns="32003" rIns="32003" bIns="32003" numCol="1" anchor="ctr">
                <a:spAutoFit/>
              </a:bodyPr>
              <a:lstStyle>
                <a:lvl1pPr algn="ctr" defTabSz="1066800">
                  <a:lnSpc>
                    <a:spcPct val="90000"/>
                  </a:lnSpc>
                  <a:spcBef>
                    <a:spcPts val="1000"/>
                  </a:spcBef>
                  <a:defRPr sz="2200"/>
                </a:lvl1pPr>
              </a:lstStyle>
              <a:p>
                <a:endParaRPr dirty="0"/>
              </a:p>
            </p:txBody>
          </p:sp>
        </p:grpSp>
      </p:grpSp>
      <p:sp>
        <p:nvSpPr>
          <p:cNvPr id="383" name="TextBox 1"/>
          <p:cNvSpPr txBox="1"/>
          <p:nvPr/>
        </p:nvSpPr>
        <p:spPr>
          <a:xfrm>
            <a:off x="235265" y="960864"/>
            <a:ext cx="3988393" cy="453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6000" tIns="36000" rIns="36000" bIns="36000">
            <a:spAutoFit/>
          </a:bodyPr>
          <a:lstStyle>
            <a:lvl1pPr>
              <a:defRPr sz="2500">
                <a:latin typeface="Montserrat ExtraBold"/>
                <a:ea typeface="Montserrat ExtraBold"/>
                <a:cs typeface="Montserrat ExtraBold"/>
                <a:sym typeface="Montserrat ExtraBold"/>
              </a:defRPr>
            </a:lvl1pPr>
          </a:lstStyle>
          <a:p>
            <a:r>
              <a:rPr lang="fr-FR" dirty="0"/>
              <a:t>Contexte</a:t>
            </a:r>
            <a:endParaRPr dirty="0"/>
          </a:p>
        </p:txBody>
      </p:sp>
      <p:sp>
        <p:nvSpPr>
          <p:cNvPr id="405" name="Numéro de diapositive"/>
          <p:cNvSpPr txBox="1">
            <a:spLocks noGrp="1"/>
          </p:cNvSpPr>
          <p:nvPr>
            <p:ph type="sldNum" sz="quarter" idx="2"/>
          </p:nvPr>
        </p:nvSpPr>
        <p:spPr>
          <a:xfrm>
            <a:off x="5976830" y="6343825"/>
            <a:ext cx="238340" cy="383541"/>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lgn="ctr">
              <a:defRPr sz="1900"/>
            </a:lvl1pPr>
          </a:lstStyle>
          <a:p>
            <a:fld id="{86CB4B4D-7CA3-9044-876B-883B54F8677D}" type="slidenum">
              <a:rPr/>
              <a:t>5</a:t>
            </a:fld>
            <a:endParaRPr/>
          </a:p>
        </p:txBody>
      </p:sp>
      <p:sp>
        <p:nvSpPr>
          <p:cNvPr id="5" name="Rectangle 4">
            <a:extLst>
              <a:ext uri="{FF2B5EF4-FFF2-40B4-BE49-F238E27FC236}">
                <a16:creationId xmlns:a16="http://schemas.microsoft.com/office/drawing/2014/main" id="{F0B20D94-E44E-B746-8E70-40969609F054}"/>
              </a:ext>
            </a:extLst>
          </p:cNvPr>
          <p:cNvSpPr/>
          <p:nvPr/>
        </p:nvSpPr>
        <p:spPr>
          <a:xfrm>
            <a:off x="1475088" y="1908592"/>
            <a:ext cx="2380780" cy="369332"/>
          </a:xfrm>
          <a:prstGeom prst="rect">
            <a:avLst/>
          </a:prstGeom>
        </p:spPr>
        <p:txBody>
          <a:bodyPr wrap="none">
            <a:spAutoFit/>
          </a:bodyPr>
          <a:lstStyle/>
          <a:p>
            <a:r>
              <a:rPr lang="fr-FR" b="1" dirty="0">
                <a:solidFill>
                  <a:srgbClr val="000000"/>
                </a:solidFill>
                <a:latin typeface="Calibri" panose="020F0502020204030204" pitchFamily="34" charset="0"/>
                <a:ea typeface="Calibri" panose="020F0502020204030204" pitchFamily="34" charset="0"/>
              </a:rPr>
              <a:t>Projet à deux objectifs </a:t>
            </a:r>
            <a:endParaRPr lang="en-MA" dirty="0"/>
          </a:p>
        </p:txBody>
      </p:sp>
      <p:grpSp>
        <p:nvGrpSpPr>
          <p:cNvPr id="43" name="Group 42">
            <a:extLst>
              <a:ext uri="{FF2B5EF4-FFF2-40B4-BE49-F238E27FC236}">
                <a16:creationId xmlns:a16="http://schemas.microsoft.com/office/drawing/2014/main" id="{52A5E9C0-3958-224E-B44F-90A9A036C394}"/>
              </a:ext>
            </a:extLst>
          </p:cNvPr>
          <p:cNvGrpSpPr/>
          <p:nvPr/>
        </p:nvGrpSpPr>
        <p:grpSpPr>
          <a:xfrm>
            <a:off x="3832958" y="1154197"/>
            <a:ext cx="1501140" cy="1074420"/>
            <a:chOff x="0" y="0"/>
            <a:chExt cx="1501140" cy="1074420"/>
          </a:xfrm>
        </p:grpSpPr>
        <p:pic>
          <p:nvPicPr>
            <p:cNvPr id="44" name="Picture 43">
              <a:extLst>
                <a:ext uri="{FF2B5EF4-FFF2-40B4-BE49-F238E27FC236}">
                  <a16:creationId xmlns:a16="http://schemas.microsoft.com/office/drawing/2014/main" id="{18E34EE0-14D6-3249-846F-386BB08DB83D}"/>
                </a:ext>
              </a:extLst>
            </p:cNvPr>
            <p:cNvPicPr/>
            <p:nvPr/>
          </p:nvPicPr>
          <p:blipFill>
            <a:blip r:embed="rId3"/>
            <a:stretch>
              <a:fillRect/>
            </a:stretch>
          </p:blipFill>
          <p:spPr>
            <a:xfrm>
              <a:off x="777240" y="0"/>
              <a:ext cx="723900" cy="723900"/>
            </a:xfrm>
            <a:prstGeom prst="rect">
              <a:avLst/>
            </a:prstGeom>
          </p:spPr>
        </p:pic>
        <p:pic>
          <p:nvPicPr>
            <p:cNvPr id="45" name="Picture 44">
              <a:extLst>
                <a:ext uri="{FF2B5EF4-FFF2-40B4-BE49-F238E27FC236}">
                  <a16:creationId xmlns:a16="http://schemas.microsoft.com/office/drawing/2014/main" id="{FF4EA3BB-E1C7-F74E-84A9-C0FDE66CC6E5}"/>
                </a:ext>
              </a:extLst>
            </p:cNvPr>
            <p:cNvPicPr/>
            <p:nvPr/>
          </p:nvPicPr>
          <p:blipFill>
            <a:blip r:embed="rId4"/>
            <a:stretch>
              <a:fillRect/>
            </a:stretch>
          </p:blipFill>
          <p:spPr>
            <a:xfrm rot="5399999">
              <a:off x="762" y="316230"/>
              <a:ext cx="757428" cy="758952"/>
            </a:xfrm>
            <a:prstGeom prst="rect">
              <a:avLst/>
            </a:prstGeom>
          </p:spPr>
        </p:pic>
      </p:grpSp>
      <p:sp>
        <p:nvSpPr>
          <p:cNvPr id="6" name="Rectangle 5">
            <a:extLst>
              <a:ext uri="{FF2B5EF4-FFF2-40B4-BE49-F238E27FC236}">
                <a16:creationId xmlns:a16="http://schemas.microsoft.com/office/drawing/2014/main" id="{4DD4404B-7371-D94E-80E2-BE9CC198EE2E}"/>
              </a:ext>
            </a:extLst>
          </p:cNvPr>
          <p:cNvSpPr/>
          <p:nvPr/>
        </p:nvSpPr>
        <p:spPr>
          <a:xfrm>
            <a:off x="5262282" y="1471188"/>
            <a:ext cx="3048000" cy="341632"/>
          </a:xfrm>
          <a:prstGeom prst="rect">
            <a:avLst/>
          </a:prstGeom>
        </p:spPr>
        <p:txBody>
          <a:bodyPr wrap="square">
            <a:spAutoFit/>
          </a:bodyPr>
          <a:lstStyle/>
          <a:p>
            <a:pPr marL="6350" marR="544195" indent="-6350" algn="r">
              <a:lnSpc>
                <a:spcPct val="90000"/>
              </a:lnSpc>
              <a:spcAft>
                <a:spcPts val="430"/>
              </a:spcAft>
            </a:pPr>
            <a:r>
              <a:rPr lang="fr-FR" b="1" dirty="0">
                <a:solidFill>
                  <a:srgbClr val="000000"/>
                </a:solidFill>
                <a:latin typeface="Calibri" panose="020F0502020204030204" pitchFamily="34" charset="0"/>
                <a:ea typeface="Calibri" panose="020F0502020204030204" pitchFamily="34" charset="0"/>
              </a:rPr>
              <a:t>Projet de fin d’Etudes</a:t>
            </a:r>
            <a:endParaRPr lang="en-MA" sz="1000" dirty="0">
              <a:solidFill>
                <a:srgbClr val="000000"/>
              </a:solidFill>
              <a:latin typeface="Calibri" panose="020F0502020204030204" pitchFamily="34" charset="0"/>
              <a:ea typeface="Calibri" panose="020F0502020204030204" pitchFamily="34" charset="0"/>
            </a:endParaRPr>
          </a:p>
        </p:txBody>
      </p:sp>
      <p:grpSp>
        <p:nvGrpSpPr>
          <p:cNvPr id="47" name="Group 46">
            <a:extLst>
              <a:ext uri="{FF2B5EF4-FFF2-40B4-BE49-F238E27FC236}">
                <a16:creationId xmlns:a16="http://schemas.microsoft.com/office/drawing/2014/main" id="{D075B30E-1637-6B4A-A45C-696DA0F6097A}"/>
              </a:ext>
            </a:extLst>
          </p:cNvPr>
          <p:cNvGrpSpPr/>
          <p:nvPr/>
        </p:nvGrpSpPr>
        <p:grpSpPr>
          <a:xfrm>
            <a:off x="3886251" y="2195088"/>
            <a:ext cx="1597713" cy="921436"/>
            <a:chOff x="29162" y="29163"/>
            <a:chExt cx="1598020" cy="921591"/>
          </a:xfrm>
        </p:grpSpPr>
        <p:pic>
          <p:nvPicPr>
            <p:cNvPr id="48" name="Picture 47">
              <a:extLst>
                <a:ext uri="{FF2B5EF4-FFF2-40B4-BE49-F238E27FC236}">
                  <a16:creationId xmlns:a16="http://schemas.microsoft.com/office/drawing/2014/main" id="{1FF5E65A-05C5-BA40-8C9A-B403D16D8EAB}"/>
                </a:ext>
              </a:extLst>
            </p:cNvPr>
            <p:cNvPicPr/>
            <p:nvPr/>
          </p:nvPicPr>
          <p:blipFill>
            <a:blip r:embed="rId5"/>
            <a:stretch>
              <a:fillRect/>
            </a:stretch>
          </p:blipFill>
          <p:spPr>
            <a:xfrm>
              <a:off x="810318" y="133890"/>
              <a:ext cx="816864" cy="816864"/>
            </a:xfrm>
            <a:prstGeom prst="rect">
              <a:avLst/>
            </a:prstGeom>
          </p:spPr>
        </p:pic>
        <p:pic>
          <p:nvPicPr>
            <p:cNvPr id="49" name="Picture 48">
              <a:extLst>
                <a:ext uri="{FF2B5EF4-FFF2-40B4-BE49-F238E27FC236}">
                  <a16:creationId xmlns:a16="http://schemas.microsoft.com/office/drawing/2014/main" id="{51C50656-88B8-9142-A3A8-92DA6E243F27}"/>
                </a:ext>
              </a:extLst>
            </p:cNvPr>
            <p:cNvPicPr/>
            <p:nvPr/>
          </p:nvPicPr>
          <p:blipFill>
            <a:blip r:embed="rId6"/>
            <a:stretch>
              <a:fillRect/>
            </a:stretch>
          </p:blipFill>
          <p:spPr>
            <a:xfrm rot="-5675804" flipV="1">
              <a:off x="29162" y="29163"/>
              <a:ext cx="758191" cy="758191"/>
            </a:xfrm>
            <a:prstGeom prst="rect">
              <a:avLst/>
            </a:prstGeom>
          </p:spPr>
        </p:pic>
      </p:grpSp>
      <p:sp>
        <p:nvSpPr>
          <p:cNvPr id="54" name="Rectangle 53">
            <a:extLst>
              <a:ext uri="{FF2B5EF4-FFF2-40B4-BE49-F238E27FC236}">
                <a16:creationId xmlns:a16="http://schemas.microsoft.com/office/drawing/2014/main" id="{361A4DD1-7C91-5A45-B0EB-C318BE2F5713}"/>
              </a:ext>
            </a:extLst>
          </p:cNvPr>
          <p:cNvSpPr/>
          <p:nvPr/>
        </p:nvSpPr>
        <p:spPr>
          <a:xfrm>
            <a:off x="5550056" y="2537344"/>
            <a:ext cx="5100013" cy="341632"/>
          </a:xfrm>
          <a:prstGeom prst="rect">
            <a:avLst/>
          </a:prstGeom>
        </p:spPr>
        <p:txBody>
          <a:bodyPr wrap="square">
            <a:spAutoFit/>
          </a:bodyPr>
          <a:lstStyle/>
          <a:p>
            <a:pPr marL="6350" marR="544195" indent="-6350" algn="r">
              <a:lnSpc>
                <a:spcPct val="90000"/>
              </a:lnSpc>
              <a:spcAft>
                <a:spcPts val="430"/>
              </a:spcAft>
            </a:pPr>
            <a:r>
              <a:rPr lang="fr-FR" b="1" dirty="0">
                <a:solidFill>
                  <a:srgbClr val="000000"/>
                </a:solidFill>
                <a:latin typeface="Calibri" panose="020F0502020204030204" pitchFamily="34" charset="0"/>
                <a:ea typeface="Calibri" panose="020F0502020204030204" pitchFamily="34" charset="0"/>
              </a:rPr>
              <a:t>Projet de découverte du monde professionnel</a:t>
            </a:r>
            <a:endParaRPr lang="en-MA" sz="1000" dirty="0">
              <a:solidFill>
                <a:srgbClr val="000000"/>
              </a:solidFill>
              <a:latin typeface="Calibri" panose="020F0502020204030204" pitchFamily="34" charset="0"/>
              <a:ea typeface="Calibri" panose="020F0502020204030204" pitchFamily="34" charset="0"/>
            </a:endParaRPr>
          </a:p>
        </p:txBody>
      </p:sp>
      <p:pic>
        <p:nvPicPr>
          <p:cNvPr id="55" name="Picture 54">
            <a:extLst>
              <a:ext uri="{FF2B5EF4-FFF2-40B4-BE49-F238E27FC236}">
                <a16:creationId xmlns:a16="http://schemas.microsoft.com/office/drawing/2014/main" id="{5BEB9294-0EBD-494B-9E25-453221C1516D}"/>
              </a:ext>
            </a:extLst>
          </p:cNvPr>
          <p:cNvPicPr/>
          <p:nvPr/>
        </p:nvPicPr>
        <p:blipFill>
          <a:blip r:embed="rId7"/>
          <a:stretch>
            <a:fillRect/>
          </a:stretch>
        </p:blipFill>
        <p:spPr>
          <a:xfrm>
            <a:off x="1712887" y="3546932"/>
            <a:ext cx="1317183" cy="1033145"/>
          </a:xfrm>
          <a:prstGeom prst="rect">
            <a:avLst/>
          </a:prstGeom>
        </p:spPr>
      </p:pic>
      <p:sp>
        <p:nvSpPr>
          <p:cNvPr id="11" name="Rectangle 10">
            <a:extLst>
              <a:ext uri="{FF2B5EF4-FFF2-40B4-BE49-F238E27FC236}">
                <a16:creationId xmlns:a16="http://schemas.microsoft.com/office/drawing/2014/main" id="{BB8CF1D2-345D-D24D-8EFA-24B0A2916414}"/>
              </a:ext>
            </a:extLst>
          </p:cNvPr>
          <p:cNvSpPr/>
          <p:nvPr/>
        </p:nvSpPr>
        <p:spPr>
          <a:xfrm>
            <a:off x="3196296" y="3741478"/>
            <a:ext cx="3267258" cy="937949"/>
          </a:xfrm>
          <a:prstGeom prst="rect">
            <a:avLst/>
          </a:prstGeom>
        </p:spPr>
        <p:txBody>
          <a:bodyPr wrap="square">
            <a:spAutoFit/>
          </a:bodyPr>
          <a:lstStyle/>
          <a:p>
            <a:pPr marL="6350" marR="1658620" indent="-6350">
              <a:lnSpc>
                <a:spcPct val="103000"/>
              </a:lnSpc>
              <a:spcAft>
                <a:spcPts val="105"/>
              </a:spcAft>
            </a:pPr>
            <a:r>
              <a:rPr lang="fr-FR" b="1" dirty="0">
                <a:solidFill>
                  <a:srgbClr val="000000"/>
                </a:solidFill>
                <a:latin typeface="Calibri" panose="020F0502020204030204" pitchFamily="34" charset="0"/>
                <a:ea typeface="Calibri" panose="020F0502020204030204" pitchFamily="34" charset="0"/>
              </a:rPr>
              <a:t>Discussion entre les Tech leads</a:t>
            </a:r>
            <a:endParaRPr lang="en-MA" sz="1000" dirty="0">
              <a:solidFill>
                <a:srgbClr val="000000"/>
              </a:solidFill>
              <a:latin typeface="Calibri" panose="020F0502020204030204" pitchFamily="34" charset="0"/>
              <a:ea typeface="Calibri" panose="020F0502020204030204" pitchFamily="34" charset="0"/>
            </a:endParaRPr>
          </a:p>
        </p:txBody>
      </p:sp>
      <p:grpSp>
        <p:nvGrpSpPr>
          <p:cNvPr id="58" name="Group 57">
            <a:extLst>
              <a:ext uri="{FF2B5EF4-FFF2-40B4-BE49-F238E27FC236}">
                <a16:creationId xmlns:a16="http://schemas.microsoft.com/office/drawing/2014/main" id="{2276481B-97F3-FA42-B9D5-F4EBD939DD01}"/>
              </a:ext>
            </a:extLst>
          </p:cNvPr>
          <p:cNvGrpSpPr/>
          <p:nvPr/>
        </p:nvGrpSpPr>
        <p:grpSpPr>
          <a:xfrm>
            <a:off x="4591911" y="3648349"/>
            <a:ext cx="3896358" cy="1116964"/>
            <a:chOff x="0" y="0"/>
            <a:chExt cx="3896868" cy="1117092"/>
          </a:xfrm>
        </p:grpSpPr>
        <p:pic>
          <p:nvPicPr>
            <p:cNvPr id="59" name="Picture 58">
              <a:extLst>
                <a:ext uri="{FF2B5EF4-FFF2-40B4-BE49-F238E27FC236}">
                  <a16:creationId xmlns:a16="http://schemas.microsoft.com/office/drawing/2014/main" id="{3801BEDF-7579-1845-80CD-CD06902F3D30}"/>
                </a:ext>
              </a:extLst>
            </p:cNvPr>
            <p:cNvPicPr/>
            <p:nvPr/>
          </p:nvPicPr>
          <p:blipFill>
            <a:blip r:embed="rId8"/>
            <a:stretch>
              <a:fillRect/>
            </a:stretch>
          </p:blipFill>
          <p:spPr>
            <a:xfrm>
              <a:off x="739140" y="60960"/>
              <a:ext cx="993648" cy="993648"/>
            </a:xfrm>
            <a:prstGeom prst="rect">
              <a:avLst/>
            </a:prstGeom>
          </p:spPr>
        </p:pic>
        <p:pic>
          <p:nvPicPr>
            <p:cNvPr id="60" name="Picture 59">
              <a:extLst>
                <a:ext uri="{FF2B5EF4-FFF2-40B4-BE49-F238E27FC236}">
                  <a16:creationId xmlns:a16="http://schemas.microsoft.com/office/drawing/2014/main" id="{1CDA2BAB-3AFB-9846-8B37-27BFF1CE0BDD}"/>
                </a:ext>
              </a:extLst>
            </p:cNvPr>
            <p:cNvPicPr/>
            <p:nvPr/>
          </p:nvPicPr>
          <p:blipFill>
            <a:blip r:embed="rId9"/>
            <a:stretch>
              <a:fillRect/>
            </a:stretch>
          </p:blipFill>
          <p:spPr>
            <a:xfrm>
              <a:off x="2898648" y="59436"/>
              <a:ext cx="998220" cy="998220"/>
            </a:xfrm>
            <a:prstGeom prst="rect">
              <a:avLst/>
            </a:prstGeom>
          </p:spPr>
        </p:pic>
        <p:sp>
          <p:nvSpPr>
            <p:cNvPr id="61" name="Shape 1480">
              <a:extLst>
                <a:ext uri="{FF2B5EF4-FFF2-40B4-BE49-F238E27FC236}">
                  <a16:creationId xmlns:a16="http://schemas.microsoft.com/office/drawing/2014/main" id="{EAC50A67-F72E-8C4A-95FC-0A309C8CE4CC}"/>
                </a:ext>
              </a:extLst>
            </p:cNvPr>
            <p:cNvSpPr/>
            <p:nvPr/>
          </p:nvSpPr>
          <p:spPr>
            <a:xfrm>
              <a:off x="0" y="0"/>
              <a:ext cx="537972" cy="1117092"/>
            </a:xfrm>
            <a:custGeom>
              <a:avLst/>
              <a:gdLst/>
              <a:ahLst/>
              <a:cxnLst/>
              <a:rect l="0" t="0" r="0" b="0"/>
              <a:pathLst>
                <a:path w="537972" h="1117092">
                  <a:moveTo>
                    <a:pt x="0" y="0"/>
                  </a:moveTo>
                  <a:cubicBezTo>
                    <a:pt x="148590" y="0"/>
                    <a:pt x="268986" y="121793"/>
                    <a:pt x="268986" y="271907"/>
                  </a:cubicBezTo>
                  <a:lnTo>
                    <a:pt x="268986" y="286639"/>
                  </a:lnTo>
                  <a:cubicBezTo>
                    <a:pt x="268986" y="436753"/>
                    <a:pt x="389382" y="558546"/>
                    <a:pt x="537972" y="558546"/>
                  </a:cubicBezTo>
                  <a:cubicBezTo>
                    <a:pt x="389382" y="558546"/>
                    <a:pt x="268986" y="680339"/>
                    <a:pt x="268986" y="830453"/>
                  </a:cubicBezTo>
                  <a:lnTo>
                    <a:pt x="268986" y="845185"/>
                  </a:lnTo>
                  <a:cubicBezTo>
                    <a:pt x="268986" y="995299"/>
                    <a:pt x="148590" y="1117092"/>
                    <a:pt x="0" y="1117092"/>
                  </a:cubicBezTo>
                </a:path>
              </a:pathLst>
            </a:custGeom>
            <a:ln w="57150" cap="flat">
              <a:miter lim="127000"/>
            </a:ln>
          </p:spPr>
          <p:style>
            <a:lnRef idx="1">
              <a:srgbClr val="00B050"/>
            </a:lnRef>
            <a:fillRef idx="0">
              <a:srgbClr val="000000">
                <a:alpha val="0"/>
              </a:srgbClr>
            </a:fillRef>
            <a:effectRef idx="0">
              <a:scrgbClr r="0" g="0" b="0"/>
            </a:effectRef>
            <a:fontRef idx="none"/>
          </p:style>
          <p:txBody>
            <a:bodyPr/>
            <a:lstStyle/>
            <a:p>
              <a:endParaRPr lang="en-GB"/>
            </a:p>
          </p:txBody>
        </p:sp>
        <p:sp>
          <p:nvSpPr>
            <p:cNvPr id="62" name="Shape 1481">
              <a:extLst>
                <a:ext uri="{FF2B5EF4-FFF2-40B4-BE49-F238E27FC236}">
                  <a16:creationId xmlns:a16="http://schemas.microsoft.com/office/drawing/2014/main" id="{54483D81-3E60-9341-9FA4-95A271E9B7B2}"/>
                </a:ext>
              </a:extLst>
            </p:cNvPr>
            <p:cNvSpPr/>
            <p:nvPr/>
          </p:nvSpPr>
          <p:spPr>
            <a:xfrm>
              <a:off x="2051304" y="0"/>
              <a:ext cx="539496" cy="1117092"/>
            </a:xfrm>
            <a:custGeom>
              <a:avLst/>
              <a:gdLst/>
              <a:ahLst/>
              <a:cxnLst/>
              <a:rect l="0" t="0" r="0" b="0"/>
              <a:pathLst>
                <a:path w="539496" h="1117092">
                  <a:moveTo>
                    <a:pt x="0" y="0"/>
                  </a:moveTo>
                  <a:cubicBezTo>
                    <a:pt x="148971" y="0"/>
                    <a:pt x="269748" y="122047"/>
                    <a:pt x="269748" y="272796"/>
                  </a:cubicBezTo>
                  <a:lnTo>
                    <a:pt x="269748" y="285750"/>
                  </a:lnTo>
                  <a:cubicBezTo>
                    <a:pt x="269748" y="436499"/>
                    <a:pt x="390525" y="558546"/>
                    <a:pt x="539496" y="558546"/>
                  </a:cubicBezTo>
                  <a:cubicBezTo>
                    <a:pt x="390525" y="558546"/>
                    <a:pt x="269748" y="680593"/>
                    <a:pt x="269748" y="831342"/>
                  </a:cubicBezTo>
                  <a:lnTo>
                    <a:pt x="269748" y="844296"/>
                  </a:lnTo>
                  <a:cubicBezTo>
                    <a:pt x="269748" y="995045"/>
                    <a:pt x="148971" y="1117092"/>
                    <a:pt x="0" y="1117092"/>
                  </a:cubicBezTo>
                </a:path>
              </a:pathLst>
            </a:custGeom>
            <a:ln w="57150" cap="flat">
              <a:miter lim="127000"/>
            </a:ln>
          </p:spPr>
          <p:style>
            <a:lnRef idx="1">
              <a:srgbClr val="00B050"/>
            </a:lnRef>
            <a:fillRef idx="0">
              <a:srgbClr val="000000">
                <a:alpha val="0"/>
              </a:srgbClr>
            </a:fillRef>
            <a:effectRef idx="0">
              <a:scrgbClr r="0" g="0" b="0"/>
            </a:effectRef>
            <a:fontRef idx="none"/>
          </p:style>
          <p:txBody>
            <a:bodyPr/>
            <a:lstStyle/>
            <a:p>
              <a:endParaRPr lang="en-GB"/>
            </a:p>
          </p:txBody>
        </p:sp>
      </p:grpSp>
      <p:sp>
        <p:nvSpPr>
          <p:cNvPr id="12" name="Rectangle 11">
            <a:extLst>
              <a:ext uri="{FF2B5EF4-FFF2-40B4-BE49-F238E27FC236}">
                <a16:creationId xmlns:a16="http://schemas.microsoft.com/office/drawing/2014/main" id="{524C3A64-A78F-DA4C-93A5-CEED8EB05E46}"/>
              </a:ext>
            </a:extLst>
          </p:cNvPr>
          <p:cNvSpPr/>
          <p:nvPr/>
        </p:nvSpPr>
        <p:spPr>
          <a:xfrm>
            <a:off x="5075610" y="4899529"/>
            <a:ext cx="3220433" cy="367280"/>
          </a:xfrm>
          <a:prstGeom prst="rect">
            <a:avLst/>
          </a:prstGeom>
        </p:spPr>
        <p:txBody>
          <a:bodyPr wrap="square">
            <a:spAutoFit/>
          </a:bodyPr>
          <a:lstStyle/>
          <a:p>
            <a:pPr marL="6350" marR="1658620" indent="-6350">
              <a:lnSpc>
                <a:spcPct val="103000"/>
              </a:lnSpc>
              <a:spcAft>
                <a:spcPts val="105"/>
              </a:spcAft>
            </a:pPr>
            <a:r>
              <a:rPr lang="fr-FR" b="1" dirty="0">
                <a:solidFill>
                  <a:srgbClr val="000000"/>
                </a:solidFill>
                <a:latin typeface="Calibri" panose="020F0502020204030204" pitchFamily="34" charset="0"/>
                <a:ea typeface="Calibri" panose="020F0502020204030204" pitchFamily="34" charset="0"/>
              </a:rPr>
              <a:t> Avis Manager</a:t>
            </a:r>
            <a:endParaRPr lang="en-MA" sz="1000" dirty="0">
              <a:solidFill>
                <a:srgbClr val="000000"/>
              </a:solidFill>
              <a:latin typeface="Calibri" panose="020F0502020204030204" pitchFamily="34" charset="0"/>
              <a:ea typeface="Calibri" panose="020F0502020204030204" pitchFamily="34" charset="0"/>
            </a:endParaRPr>
          </a:p>
        </p:txBody>
      </p:sp>
      <p:sp>
        <p:nvSpPr>
          <p:cNvPr id="13" name="Rectangle 12">
            <a:extLst>
              <a:ext uri="{FF2B5EF4-FFF2-40B4-BE49-F238E27FC236}">
                <a16:creationId xmlns:a16="http://schemas.microsoft.com/office/drawing/2014/main" id="{4F1ECE87-EC35-4644-91F6-8CEE76D97B2B}"/>
              </a:ext>
            </a:extLst>
          </p:cNvPr>
          <p:cNvSpPr/>
          <p:nvPr/>
        </p:nvSpPr>
        <p:spPr>
          <a:xfrm>
            <a:off x="8695506" y="3683100"/>
            <a:ext cx="2608729" cy="652615"/>
          </a:xfrm>
          <a:prstGeom prst="rect">
            <a:avLst/>
          </a:prstGeom>
        </p:spPr>
        <p:txBody>
          <a:bodyPr wrap="square">
            <a:spAutoFit/>
          </a:bodyPr>
          <a:lstStyle/>
          <a:p>
            <a:pPr marL="6350" marR="1658620" indent="-6350">
              <a:lnSpc>
                <a:spcPct val="103000"/>
              </a:lnSpc>
              <a:spcAft>
                <a:spcPts val="105"/>
              </a:spcAft>
            </a:pPr>
            <a:r>
              <a:rPr lang="fr-FR" b="1" dirty="0">
                <a:solidFill>
                  <a:srgbClr val="000000"/>
                </a:solidFill>
                <a:latin typeface="Calibri" panose="020F0502020204030204" pitchFamily="34" charset="0"/>
                <a:ea typeface="Calibri" panose="020F0502020204030204" pitchFamily="34" charset="0"/>
              </a:rPr>
              <a:t>Projet concret</a:t>
            </a:r>
            <a:endParaRPr lang="en-MA" sz="1000" dirty="0">
              <a:solidFill>
                <a:srgbClr val="000000"/>
              </a:solidFill>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145791973"/>
      </p:ext>
    </p:extLst>
  </p:cSld>
  <p:clrMapOvr>
    <a:masterClrMapping/>
  </p:clrMapOvr>
  <mc:AlternateContent xmlns:mc="http://schemas.openxmlformats.org/markup-compatibility/2006" xmlns:p14="http://schemas.microsoft.com/office/powerpoint/2010/main">
    <mc:Choice Requires="p14">
      <p:transition spd="slow">
        <p:push/>
      </p:transition>
    </mc:Choice>
    <mc:Fallback xmlns="" xmlns:m="http://schemas.openxmlformats.org/officeDocument/2006/math" xmlns:a14="http://schemas.microsoft.com/office/drawing/2010/main">
      <p:transition spd="med">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iterate>
                                    <p:tmAbs val="0"/>
                                  </p:iterate>
                                  <p:childTnLst>
                                    <p:set>
                                      <p:cBhvr>
                                        <p:cTn id="6" fill="hold"/>
                                        <p:tgtEl>
                                          <p:spTgt spid="383"/>
                                        </p:tgtEl>
                                        <p:attrNameLst>
                                          <p:attrName>style.visibility</p:attrName>
                                        </p:attrNameLst>
                                      </p:cBhvr>
                                      <p:to>
                                        <p:strVal val="visible"/>
                                      </p:to>
                                    </p:set>
                                    <p:animEffect transition="in" filter="wipe(down)">
                                      <p:cBhvr>
                                        <p:cTn id="7" dur="500"/>
                                        <p:tgtEl>
                                          <p:spTgt spid="3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3" grpId="0" animBg="1" advAuto="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 name="Footer"/>
          <p:cNvSpPr txBox="1">
            <a:spLocks noGrp="1"/>
          </p:cNvSpPr>
          <p:nvPr>
            <p:ph type="sldNum" sz="quarter" idx="2"/>
          </p:nvPr>
        </p:nvSpPr>
        <p:spPr>
          <a:xfrm>
            <a:off x="5880770" y="6412999"/>
            <a:ext cx="405057" cy="292101"/>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lstStyle>
            <a:lvl1pPr algn="ctr">
              <a:defRPr sz="1900">
                <a:solidFill>
                  <a:srgbClr val="414141"/>
                </a:solidFill>
              </a:defRPr>
            </a:lvl1pPr>
          </a:lstStyle>
          <a:p>
            <a:fld id="{86CB4B4D-7CA3-9044-876B-883B54F8677D}" type="slidenum">
              <a:rPr/>
              <a:t>6</a:t>
            </a:fld>
            <a:endParaRPr/>
          </a:p>
        </p:txBody>
      </p:sp>
      <p:grpSp>
        <p:nvGrpSpPr>
          <p:cNvPr id="343" name="Diagramme 2"/>
          <p:cNvGrpSpPr/>
          <p:nvPr/>
        </p:nvGrpSpPr>
        <p:grpSpPr>
          <a:xfrm>
            <a:off x="-7343" y="345855"/>
            <a:ext cx="12181285" cy="768629"/>
            <a:chOff x="0" y="0"/>
            <a:chExt cx="12181284" cy="768628"/>
          </a:xfrm>
        </p:grpSpPr>
        <p:grpSp>
          <p:nvGrpSpPr>
            <p:cNvPr id="336" name="Grouper"/>
            <p:cNvGrpSpPr/>
            <p:nvPr/>
          </p:nvGrpSpPr>
          <p:grpSpPr>
            <a:xfrm>
              <a:off x="0" y="0"/>
              <a:ext cx="4685108" cy="768627"/>
              <a:chOff x="0" y="0"/>
              <a:chExt cx="4685107" cy="768626"/>
            </a:xfrm>
          </p:grpSpPr>
          <p:sp>
            <p:nvSpPr>
              <p:cNvPr id="334" name="Figure"/>
              <p:cNvSpPr/>
              <p:nvPr/>
            </p:nvSpPr>
            <p:spPr>
              <a:xfrm>
                <a:off x="0" y="-1"/>
                <a:ext cx="4685108" cy="76862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9828" y="0"/>
                    </a:lnTo>
                    <a:lnTo>
                      <a:pt x="21600" y="10800"/>
                    </a:lnTo>
                    <a:lnTo>
                      <a:pt x="19828" y="21600"/>
                    </a:lnTo>
                    <a:lnTo>
                      <a:pt x="0" y="21600"/>
                    </a:lnTo>
                    <a:close/>
                  </a:path>
                </a:pathLst>
              </a:custGeom>
              <a:solidFill>
                <a:srgbClr val="E9041E"/>
              </a:solidFill>
              <a:ln w="12700" cap="flat">
                <a:noFill/>
                <a:miter lim="400000"/>
              </a:ln>
              <a:effectLst>
                <a:outerShdw blurRad="38100" dist="20000" dir="5400000" rotWithShape="0">
                  <a:srgbClr val="000000">
                    <a:alpha val="38000"/>
                  </a:srgbClr>
                </a:outerShdw>
              </a:effectLst>
            </p:spPr>
            <p:txBody>
              <a:bodyPr wrap="square" lIns="0" tIns="0" rIns="0" bIns="0" numCol="1" anchor="ctr">
                <a:noAutofit/>
              </a:bodyPr>
              <a:lstStyle/>
              <a:p>
                <a:pPr algn="ctr" defTabSz="800100">
                  <a:lnSpc>
                    <a:spcPct val="90000"/>
                  </a:lnSpc>
                  <a:spcBef>
                    <a:spcPts val="700"/>
                  </a:spcBef>
                </a:pPr>
                <a:endParaRPr/>
              </a:p>
            </p:txBody>
          </p:sp>
          <p:sp>
            <p:nvSpPr>
              <p:cNvPr id="335" name="Organisme d’accueil"/>
              <p:cNvSpPr txBox="1"/>
              <p:nvPr/>
            </p:nvSpPr>
            <p:spPr>
              <a:xfrm>
                <a:off x="72009" y="195210"/>
                <a:ext cx="3880735" cy="378207"/>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4002" tIns="24002" rIns="24002" bIns="24002" numCol="1" anchor="ctr">
                <a:spAutoFit/>
              </a:bodyPr>
              <a:lstStyle>
                <a:lvl1pPr algn="ctr" defTabSz="800100">
                  <a:defRPr sz="2200" b="1">
                    <a:solidFill>
                      <a:srgbClr val="FFFFFF"/>
                    </a:solidFill>
                  </a:defRPr>
                </a:lvl1pPr>
              </a:lstStyle>
              <a:p>
                <a:r>
                  <a:t>Organisme d’accueil</a:t>
                </a:r>
              </a:p>
            </p:txBody>
          </p:sp>
        </p:grpSp>
        <p:grpSp>
          <p:nvGrpSpPr>
            <p:cNvPr id="339" name="Grouper"/>
            <p:cNvGrpSpPr/>
            <p:nvPr/>
          </p:nvGrpSpPr>
          <p:grpSpPr>
            <a:xfrm>
              <a:off x="3627697" y="0"/>
              <a:ext cx="4805500" cy="768628"/>
              <a:chOff x="-120390" y="0"/>
              <a:chExt cx="4805498" cy="768627"/>
            </a:xfrm>
          </p:grpSpPr>
          <p:sp>
            <p:nvSpPr>
              <p:cNvPr id="337" name="Chevron"/>
              <p:cNvSpPr/>
              <p:nvPr/>
            </p:nvSpPr>
            <p:spPr>
              <a:xfrm>
                <a:off x="0" y="0"/>
                <a:ext cx="4685108" cy="768627"/>
              </a:xfrm>
              <a:prstGeom prst="chevron">
                <a:avLst>
                  <a:gd name="adj" fmla="val 50000"/>
                </a:avLst>
              </a:prstGeom>
              <a:solidFill>
                <a:srgbClr val="FFFFFF"/>
              </a:solidFill>
              <a:ln w="12700" cap="flat">
                <a:noFill/>
                <a:miter lim="400000"/>
              </a:ln>
              <a:effectLst>
                <a:outerShdw blurRad="38100" dist="20000" dir="5400000" rotWithShape="0">
                  <a:srgbClr val="000000">
                    <a:alpha val="38000"/>
                  </a:srgbClr>
                </a:outerShdw>
              </a:effectLst>
            </p:spPr>
            <p:txBody>
              <a:bodyPr wrap="square" lIns="0" tIns="0" rIns="0" bIns="0" numCol="1" anchor="ctr">
                <a:noAutofit/>
              </a:bodyPr>
              <a:lstStyle/>
              <a:p>
                <a:pPr algn="ctr" defTabSz="800100">
                  <a:lnSpc>
                    <a:spcPct val="90000"/>
                  </a:lnSpc>
                  <a:spcBef>
                    <a:spcPts val="700"/>
                  </a:spcBef>
                </a:pPr>
                <a:endParaRPr/>
              </a:p>
            </p:txBody>
          </p:sp>
          <p:sp>
            <p:nvSpPr>
              <p:cNvPr id="338" name="Cadrage du projet"/>
              <p:cNvSpPr txBox="1"/>
              <p:nvPr/>
            </p:nvSpPr>
            <p:spPr>
              <a:xfrm>
                <a:off x="-120390" y="158199"/>
                <a:ext cx="3868477" cy="32547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4002" tIns="24002" rIns="24002" bIns="24002" numCol="1" anchor="ctr">
                <a:spAutoFit/>
              </a:bodyPr>
              <a:lstStyle>
                <a:lvl1pPr algn="ctr" defTabSz="800100">
                  <a:lnSpc>
                    <a:spcPct val="90000"/>
                  </a:lnSpc>
                  <a:spcBef>
                    <a:spcPts val="700"/>
                  </a:spcBef>
                  <a:defRPr sz="2000"/>
                </a:lvl1pPr>
              </a:lstStyle>
              <a:p>
                <a:endParaRPr dirty="0"/>
              </a:p>
            </p:txBody>
          </p:sp>
        </p:grpSp>
        <p:grpSp>
          <p:nvGrpSpPr>
            <p:cNvPr id="342" name="Grouper"/>
            <p:cNvGrpSpPr/>
            <p:nvPr/>
          </p:nvGrpSpPr>
          <p:grpSpPr>
            <a:xfrm>
              <a:off x="7496175" y="0"/>
              <a:ext cx="4685109" cy="768628"/>
              <a:chOff x="0" y="0"/>
              <a:chExt cx="4685108" cy="768627"/>
            </a:xfrm>
          </p:grpSpPr>
          <p:sp>
            <p:nvSpPr>
              <p:cNvPr id="340" name="Chevron"/>
              <p:cNvSpPr/>
              <p:nvPr/>
            </p:nvSpPr>
            <p:spPr>
              <a:xfrm>
                <a:off x="0" y="0"/>
                <a:ext cx="4685108" cy="768627"/>
              </a:xfrm>
              <a:prstGeom prst="chevron">
                <a:avLst>
                  <a:gd name="adj" fmla="val 50000"/>
                </a:avLst>
              </a:prstGeom>
              <a:solidFill>
                <a:srgbClr val="FFFFFF"/>
              </a:solidFill>
              <a:ln w="12700" cap="flat">
                <a:noFill/>
                <a:miter lim="400000"/>
              </a:ln>
              <a:effectLst>
                <a:outerShdw blurRad="38100" dist="20000" dir="5400000" rotWithShape="0">
                  <a:srgbClr val="000000">
                    <a:alpha val="38000"/>
                  </a:srgbClr>
                </a:outerShdw>
              </a:effectLst>
            </p:spPr>
            <p:txBody>
              <a:bodyPr wrap="square" lIns="0" tIns="0" rIns="0" bIns="0" numCol="1" anchor="ctr">
                <a:noAutofit/>
              </a:bodyPr>
              <a:lstStyle/>
              <a:p>
                <a:pPr algn="ctr" defTabSz="800100">
                  <a:lnSpc>
                    <a:spcPct val="90000"/>
                  </a:lnSpc>
                  <a:spcBef>
                    <a:spcPts val="700"/>
                  </a:spcBef>
                </a:pPr>
                <a:endParaRPr/>
              </a:p>
            </p:txBody>
          </p:sp>
          <p:sp>
            <p:nvSpPr>
              <p:cNvPr id="341" name="Besoins et objectifs"/>
              <p:cNvSpPr txBox="1"/>
              <p:nvPr/>
            </p:nvSpPr>
            <p:spPr>
              <a:xfrm>
                <a:off x="432318" y="221577"/>
                <a:ext cx="3868477" cy="32547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4002" tIns="24002" rIns="24002" bIns="24002" numCol="1" anchor="ctr">
                <a:spAutoFit/>
              </a:bodyPr>
              <a:lstStyle>
                <a:lvl1pPr algn="ctr" defTabSz="800100">
                  <a:lnSpc>
                    <a:spcPct val="90000"/>
                  </a:lnSpc>
                  <a:spcBef>
                    <a:spcPts val="700"/>
                  </a:spcBef>
                  <a:defRPr sz="2000"/>
                </a:lvl1pPr>
              </a:lstStyle>
              <a:p>
                <a:endParaRPr dirty="0"/>
              </a:p>
            </p:txBody>
          </p:sp>
        </p:grpSp>
      </p:grpSp>
      <p:sp>
        <p:nvSpPr>
          <p:cNvPr id="344" name="Contexte général"/>
          <p:cNvSpPr/>
          <p:nvPr/>
        </p:nvSpPr>
        <p:spPr>
          <a:xfrm>
            <a:off x="13838" y="3314"/>
            <a:ext cx="11836915" cy="367922"/>
          </a:xfrm>
          <a:prstGeom prst="rect">
            <a:avLst/>
          </a:prstGeom>
          <a:solidFill>
            <a:srgbClr val="FFFF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lstStyle>
            <a:lvl1pPr algn="ctr">
              <a:defRPr>
                <a:latin typeface="Montserrat ExtraBold"/>
                <a:ea typeface="Montserrat ExtraBold"/>
                <a:cs typeface="Montserrat ExtraBold"/>
                <a:sym typeface="Montserrat ExtraBold"/>
              </a:defRPr>
            </a:lvl1pPr>
          </a:lstStyle>
          <a:p>
            <a:endParaRPr dirty="0"/>
          </a:p>
        </p:txBody>
      </p:sp>
      <p:sp>
        <p:nvSpPr>
          <p:cNvPr id="345" name="Shape 133"/>
          <p:cNvSpPr/>
          <p:nvPr/>
        </p:nvSpPr>
        <p:spPr>
          <a:xfrm>
            <a:off x="878078" y="3702696"/>
            <a:ext cx="10491866" cy="1"/>
          </a:xfrm>
          <a:prstGeom prst="line">
            <a:avLst/>
          </a:prstGeom>
          <a:ln w="25400" cap="rnd">
            <a:solidFill>
              <a:srgbClr val="C0C0C0"/>
            </a:solidFill>
          </a:ln>
        </p:spPr>
        <p:txBody>
          <a:bodyPr lIns="60959" tIns="60959" rIns="60959" bIns="60959"/>
          <a:lstStyle/>
          <a:p>
            <a:pPr defTabSz="1219200">
              <a:defRPr sz="2400"/>
            </a:pPr>
            <a:endParaRPr/>
          </a:p>
        </p:txBody>
      </p:sp>
      <p:sp>
        <p:nvSpPr>
          <p:cNvPr id="346" name="Shape 137"/>
          <p:cNvSpPr/>
          <p:nvPr/>
        </p:nvSpPr>
        <p:spPr>
          <a:xfrm>
            <a:off x="1770248" y="3532623"/>
            <a:ext cx="348400" cy="340128"/>
          </a:xfrm>
          <a:prstGeom prst="ellipse">
            <a:avLst/>
          </a:prstGeom>
          <a:solidFill>
            <a:srgbClr val="FFFFFF"/>
          </a:solidFill>
          <a:ln w="25400">
            <a:solidFill>
              <a:srgbClr val="E55F50"/>
            </a:solidFill>
            <a:miter lim="400000"/>
          </a:ln>
        </p:spPr>
        <p:txBody>
          <a:bodyPr lIns="0" tIns="0" rIns="0" bIns="0" anchor="ctr"/>
          <a:lstStyle/>
          <a:p>
            <a:pPr algn="ctr" defTabSz="1219200">
              <a:defRPr sz="2400">
                <a:solidFill>
                  <a:srgbClr val="000000"/>
                </a:solidFill>
                <a:latin typeface="HelveticaNeueLT Com 35 Th"/>
                <a:ea typeface="HelveticaNeueLT Com 35 Th"/>
                <a:cs typeface="HelveticaNeueLT Com 35 Th"/>
                <a:sym typeface="HelveticaNeueLT Com 35 Th"/>
              </a:defRPr>
            </a:pPr>
            <a:endParaRPr/>
          </a:p>
        </p:txBody>
      </p:sp>
      <p:sp>
        <p:nvSpPr>
          <p:cNvPr id="347" name="Shape 138"/>
          <p:cNvSpPr/>
          <p:nvPr/>
        </p:nvSpPr>
        <p:spPr>
          <a:xfrm>
            <a:off x="3086230" y="3530751"/>
            <a:ext cx="351213" cy="343872"/>
          </a:xfrm>
          <a:prstGeom prst="ellipse">
            <a:avLst/>
          </a:prstGeom>
          <a:solidFill>
            <a:srgbClr val="FFFFFF"/>
          </a:solidFill>
          <a:ln w="25400">
            <a:solidFill>
              <a:srgbClr val="E55F50"/>
            </a:solidFill>
            <a:miter lim="400000"/>
          </a:ln>
        </p:spPr>
        <p:txBody>
          <a:bodyPr lIns="0" tIns="0" rIns="0" bIns="0" anchor="ctr"/>
          <a:lstStyle/>
          <a:p>
            <a:pPr algn="ctr" defTabSz="1219200">
              <a:defRPr sz="2400">
                <a:solidFill>
                  <a:srgbClr val="000000"/>
                </a:solidFill>
                <a:latin typeface="HelveticaNeueLT Com 35 Th"/>
                <a:ea typeface="HelveticaNeueLT Com 35 Th"/>
                <a:cs typeface="HelveticaNeueLT Com 35 Th"/>
                <a:sym typeface="HelveticaNeueLT Com 35 Th"/>
              </a:defRPr>
            </a:pPr>
            <a:endParaRPr/>
          </a:p>
        </p:txBody>
      </p:sp>
      <p:sp>
        <p:nvSpPr>
          <p:cNvPr id="348" name="Shape 140"/>
          <p:cNvSpPr/>
          <p:nvPr/>
        </p:nvSpPr>
        <p:spPr>
          <a:xfrm>
            <a:off x="5443797" y="3528250"/>
            <a:ext cx="351214" cy="348874"/>
          </a:xfrm>
          <a:prstGeom prst="ellipse">
            <a:avLst/>
          </a:prstGeom>
          <a:solidFill>
            <a:srgbClr val="FFFFFF"/>
          </a:solidFill>
          <a:ln w="25400">
            <a:solidFill>
              <a:schemeClr val="accent2"/>
            </a:solidFill>
            <a:miter lim="400000"/>
          </a:ln>
        </p:spPr>
        <p:txBody>
          <a:bodyPr lIns="0" tIns="0" rIns="0" bIns="0" anchor="ctr"/>
          <a:lstStyle/>
          <a:p>
            <a:pPr algn="ctr" defTabSz="1219200">
              <a:defRPr sz="2400">
                <a:solidFill>
                  <a:srgbClr val="000000"/>
                </a:solidFill>
                <a:latin typeface="HelveticaNeueLT Com 35 Th"/>
                <a:ea typeface="HelveticaNeueLT Com 35 Th"/>
                <a:cs typeface="HelveticaNeueLT Com 35 Th"/>
                <a:sym typeface="HelveticaNeueLT Com 35 Th"/>
              </a:defRPr>
            </a:pPr>
            <a:endParaRPr/>
          </a:p>
        </p:txBody>
      </p:sp>
      <p:sp>
        <p:nvSpPr>
          <p:cNvPr id="349" name="Shape 142"/>
          <p:cNvSpPr/>
          <p:nvPr/>
        </p:nvSpPr>
        <p:spPr>
          <a:xfrm>
            <a:off x="6795764" y="3531690"/>
            <a:ext cx="348400" cy="341997"/>
          </a:xfrm>
          <a:prstGeom prst="ellipse">
            <a:avLst/>
          </a:prstGeom>
          <a:solidFill>
            <a:srgbClr val="FFFFFF"/>
          </a:solidFill>
          <a:ln w="25400">
            <a:solidFill>
              <a:schemeClr val="accent2"/>
            </a:solidFill>
            <a:miter lim="400000"/>
          </a:ln>
        </p:spPr>
        <p:txBody>
          <a:bodyPr lIns="0" tIns="0" rIns="0" bIns="0" anchor="ctr"/>
          <a:lstStyle/>
          <a:p>
            <a:pPr algn="ctr" defTabSz="1219200">
              <a:defRPr sz="2400">
                <a:solidFill>
                  <a:srgbClr val="000000"/>
                </a:solidFill>
                <a:latin typeface="HelveticaNeueLT Com 35 Th"/>
                <a:ea typeface="HelveticaNeueLT Com 35 Th"/>
                <a:cs typeface="HelveticaNeueLT Com 35 Th"/>
                <a:sym typeface="HelveticaNeueLT Com 35 Th"/>
              </a:defRPr>
            </a:pPr>
            <a:endParaRPr/>
          </a:p>
        </p:txBody>
      </p:sp>
      <p:sp>
        <p:nvSpPr>
          <p:cNvPr id="350" name="Shape 143"/>
          <p:cNvSpPr/>
          <p:nvPr/>
        </p:nvSpPr>
        <p:spPr>
          <a:xfrm>
            <a:off x="8788830" y="3532390"/>
            <a:ext cx="346297" cy="340595"/>
          </a:xfrm>
          <a:prstGeom prst="ellipse">
            <a:avLst/>
          </a:prstGeom>
          <a:solidFill>
            <a:srgbClr val="FFFFFF"/>
          </a:solidFill>
          <a:ln w="25400">
            <a:solidFill>
              <a:srgbClr val="E55F50"/>
            </a:solidFill>
            <a:miter lim="400000"/>
          </a:ln>
        </p:spPr>
        <p:txBody>
          <a:bodyPr lIns="0" tIns="0" rIns="0" bIns="0" anchor="ctr"/>
          <a:lstStyle/>
          <a:p>
            <a:pPr algn="ctr" defTabSz="1219200">
              <a:defRPr sz="2400">
                <a:solidFill>
                  <a:srgbClr val="000000"/>
                </a:solidFill>
                <a:latin typeface="HelveticaNeueLT Com 35 Th"/>
                <a:ea typeface="HelveticaNeueLT Com 35 Th"/>
                <a:cs typeface="HelveticaNeueLT Com 35 Th"/>
                <a:sym typeface="HelveticaNeueLT Com 35 Th"/>
              </a:defRPr>
            </a:pPr>
            <a:endParaRPr/>
          </a:p>
        </p:txBody>
      </p:sp>
      <p:sp>
        <p:nvSpPr>
          <p:cNvPr id="351" name="Shape 145"/>
          <p:cNvSpPr/>
          <p:nvPr/>
        </p:nvSpPr>
        <p:spPr>
          <a:xfrm flipV="1">
            <a:off x="1944451" y="2815810"/>
            <a:ext cx="0" cy="622800"/>
          </a:xfrm>
          <a:prstGeom prst="line">
            <a:avLst/>
          </a:prstGeom>
          <a:ln w="12700">
            <a:solidFill>
              <a:srgbClr val="E55F50"/>
            </a:solidFill>
            <a:miter lim="400000"/>
          </a:ln>
        </p:spPr>
        <p:txBody>
          <a:bodyPr lIns="60959" tIns="60959" rIns="60959" bIns="60959"/>
          <a:lstStyle/>
          <a:p>
            <a:pPr defTabSz="1219200">
              <a:defRPr sz="2400"/>
            </a:pPr>
            <a:endParaRPr/>
          </a:p>
        </p:txBody>
      </p:sp>
      <p:sp>
        <p:nvSpPr>
          <p:cNvPr id="352" name="Shape 158"/>
          <p:cNvSpPr txBox="1"/>
          <p:nvPr/>
        </p:nvSpPr>
        <p:spPr>
          <a:xfrm>
            <a:off x="7716252" y="3297836"/>
            <a:ext cx="553253" cy="35136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67733" tIns="67733" rIns="67733" bIns="67733" anchor="ctr">
            <a:spAutoFit/>
          </a:bodyPr>
          <a:lstStyle>
            <a:lvl1pPr algn="ctr" defTabSz="1219200">
              <a:lnSpc>
                <a:spcPct val="80000"/>
              </a:lnSpc>
              <a:defRPr sz="1400" b="1">
                <a:solidFill>
                  <a:srgbClr val="AF0316"/>
                </a:solidFill>
              </a:defRPr>
            </a:lvl1pPr>
          </a:lstStyle>
          <a:p>
            <a:r>
              <a:t>DIFA</a:t>
            </a:r>
          </a:p>
        </p:txBody>
      </p:sp>
      <p:sp>
        <p:nvSpPr>
          <p:cNvPr id="353" name="Shape 167"/>
          <p:cNvSpPr txBox="1"/>
          <p:nvPr/>
        </p:nvSpPr>
        <p:spPr>
          <a:xfrm>
            <a:off x="670015" y="3297834"/>
            <a:ext cx="405057" cy="35136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67733" tIns="67733" rIns="67733" bIns="67733" anchor="ctr">
            <a:spAutoFit/>
          </a:bodyPr>
          <a:lstStyle>
            <a:lvl1pPr algn="ctr" defTabSz="1219200">
              <a:lnSpc>
                <a:spcPct val="80000"/>
              </a:lnSpc>
              <a:defRPr sz="1400" b="1">
                <a:solidFill>
                  <a:srgbClr val="AF0316"/>
                </a:solidFill>
              </a:defRPr>
            </a:lvl1pPr>
          </a:lstStyle>
          <a:p>
            <a:r>
              <a:t>SG</a:t>
            </a:r>
          </a:p>
        </p:txBody>
      </p:sp>
      <p:sp>
        <p:nvSpPr>
          <p:cNvPr id="354" name="Shape 149"/>
          <p:cNvSpPr/>
          <p:nvPr/>
        </p:nvSpPr>
        <p:spPr>
          <a:xfrm flipV="1">
            <a:off x="10478062" y="3932762"/>
            <a:ext cx="1" cy="624002"/>
          </a:xfrm>
          <a:prstGeom prst="line">
            <a:avLst/>
          </a:prstGeom>
          <a:ln w="12700">
            <a:solidFill>
              <a:srgbClr val="E55F50"/>
            </a:solidFill>
            <a:miter lim="400000"/>
          </a:ln>
        </p:spPr>
        <p:txBody>
          <a:bodyPr lIns="60959" tIns="60959" rIns="60959" bIns="60959"/>
          <a:lstStyle/>
          <a:p>
            <a:pPr defTabSz="1219200">
              <a:defRPr sz="2400"/>
            </a:pPr>
            <a:endParaRPr/>
          </a:p>
        </p:txBody>
      </p:sp>
      <p:sp>
        <p:nvSpPr>
          <p:cNvPr id="355" name="Oval 28"/>
          <p:cNvSpPr/>
          <p:nvPr/>
        </p:nvSpPr>
        <p:spPr>
          <a:xfrm>
            <a:off x="7919866" y="3629853"/>
            <a:ext cx="145686" cy="145686"/>
          </a:xfrm>
          <a:prstGeom prst="ellipse">
            <a:avLst/>
          </a:prstGeom>
          <a:solidFill>
            <a:srgbClr val="AF0316"/>
          </a:solidFill>
          <a:ln w="12700">
            <a:miter lim="400000"/>
          </a:ln>
        </p:spPr>
        <p:txBody>
          <a:bodyPr lIns="0" tIns="0" rIns="0" bIns="0" anchor="ctr"/>
          <a:lstStyle/>
          <a:p>
            <a:pPr algn="ctr" defTabSz="1219200">
              <a:defRPr sz="2400">
                <a:solidFill>
                  <a:srgbClr val="FFFFFF"/>
                </a:solidFill>
              </a:defRPr>
            </a:pPr>
            <a:endParaRPr/>
          </a:p>
        </p:txBody>
      </p:sp>
      <p:sp>
        <p:nvSpPr>
          <p:cNvPr id="356" name="Shape 158"/>
          <p:cNvSpPr txBox="1"/>
          <p:nvPr/>
        </p:nvSpPr>
        <p:spPr>
          <a:xfrm>
            <a:off x="4091336" y="3297834"/>
            <a:ext cx="780452" cy="35136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67733" tIns="67733" rIns="67733" bIns="67733" anchor="ctr">
            <a:spAutoFit/>
          </a:bodyPr>
          <a:lstStyle>
            <a:lvl1pPr algn="ctr" defTabSz="1219200">
              <a:lnSpc>
                <a:spcPct val="80000"/>
              </a:lnSpc>
              <a:defRPr sz="1400" b="1">
                <a:solidFill>
                  <a:srgbClr val="AF0316"/>
                </a:solidFill>
              </a:defRPr>
            </a:lvl1pPr>
          </a:lstStyle>
          <a:p>
            <a:r>
              <a:t>SGABS</a:t>
            </a:r>
          </a:p>
        </p:txBody>
      </p:sp>
      <p:sp>
        <p:nvSpPr>
          <p:cNvPr id="357" name="Oval 30"/>
          <p:cNvSpPr/>
          <p:nvPr/>
        </p:nvSpPr>
        <p:spPr>
          <a:xfrm>
            <a:off x="4408547" y="3629853"/>
            <a:ext cx="145687" cy="145686"/>
          </a:xfrm>
          <a:prstGeom prst="ellipse">
            <a:avLst/>
          </a:prstGeom>
          <a:solidFill>
            <a:srgbClr val="AF0316"/>
          </a:solidFill>
          <a:ln w="12700">
            <a:miter lim="400000"/>
          </a:ln>
        </p:spPr>
        <p:txBody>
          <a:bodyPr lIns="0" tIns="0" rIns="0" bIns="0" anchor="ctr"/>
          <a:lstStyle/>
          <a:p>
            <a:pPr algn="ctr" defTabSz="1219200">
              <a:defRPr sz="2400">
                <a:solidFill>
                  <a:srgbClr val="FFFFFF"/>
                </a:solidFill>
              </a:defRPr>
            </a:pPr>
            <a:endParaRPr/>
          </a:p>
        </p:txBody>
      </p:sp>
      <p:sp>
        <p:nvSpPr>
          <p:cNvPr id="358" name="Oval 31"/>
          <p:cNvSpPr/>
          <p:nvPr/>
        </p:nvSpPr>
        <p:spPr>
          <a:xfrm>
            <a:off x="805237" y="3629853"/>
            <a:ext cx="145686" cy="145686"/>
          </a:xfrm>
          <a:prstGeom prst="ellipse">
            <a:avLst/>
          </a:prstGeom>
          <a:solidFill>
            <a:srgbClr val="AF0316"/>
          </a:solidFill>
          <a:ln w="12700">
            <a:miter lim="400000"/>
          </a:ln>
        </p:spPr>
        <p:txBody>
          <a:bodyPr lIns="0" tIns="0" rIns="0" bIns="0" anchor="ctr"/>
          <a:lstStyle/>
          <a:p>
            <a:pPr algn="ctr" defTabSz="1219200">
              <a:defRPr sz="2400">
                <a:solidFill>
                  <a:srgbClr val="FFFFFF"/>
                </a:solidFill>
              </a:defRPr>
            </a:pPr>
            <a:endParaRPr/>
          </a:p>
        </p:txBody>
      </p:sp>
      <p:sp>
        <p:nvSpPr>
          <p:cNvPr id="359" name="Rectangle 33"/>
          <p:cNvSpPr txBox="1"/>
          <p:nvPr/>
        </p:nvSpPr>
        <p:spPr>
          <a:xfrm>
            <a:off x="588765" y="1588430"/>
            <a:ext cx="2711366" cy="1162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8000" tIns="48000" rIns="48000" bIns="48000" anchor="b">
            <a:spAutoFit/>
          </a:bodyPr>
          <a:lstStyle/>
          <a:p>
            <a:pPr lvl="1" indent="0" defTabSz="1219200">
              <a:spcBef>
                <a:spcPts val="400"/>
              </a:spcBef>
              <a:defRPr sz="1200"/>
            </a:pPr>
            <a:r>
              <a:t>Le Groupe Société Générale présente un positionnement unique en Afrique, qui lui permet d’offrir à ses clients l'expertise et le savoir-faire d'une banque internationale et la proximité d'une banque locale. </a:t>
            </a:r>
          </a:p>
        </p:txBody>
      </p:sp>
      <p:sp>
        <p:nvSpPr>
          <p:cNvPr id="360" name="Rectangle 34"/>
          <p:cNvSpPr txBox="1"/>
          <p:nvPr/>
        </p:nvSpPr>
        <p:spPr>
          <a:xfrm>
            <a:off x="1647442" y="4646614"/>
            <a:ext cx="3228789" cy="13406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8000" tIns="48000" rIns="48000" bIns="48000" anchor="b">
            <a:spAutoFit/>
          </a:bodyPr>
          <a:lstStyle/>
          <a:p>
            <a:pPr lvl="1" indent="0" defTabSz="1219200">
              <a:spcBef>
                <a:spcPts val="400"/>
              </a:spcBef>
              <a:defRPr sz="1200"/>
            </a:pPr>
            <a:r>
              <a:t>Afin d’optimiser leur modèle opérationnel IT Organisation, les directions internationales de la banque et finance et les services globaux de la technique ont décidé de la réorganisation de ces activités au sein d’une nouvelle direction de l’Organisation des Systèmes d’Information (DOSI). </a:t>
            </a:r>
          </a:p>
        </p:txBody>
      </p:sp>
      <p:sp>
        <p:nvSpPr>
          <p:cNvPr id="361" name="Rectangle 35"/>
          <p:cNvSpPr txBox="1"/>
          <p:nvPr/>
        </p:nvSpPr>
        <p:spPr>
          <a:xfrm>
            <a:off x="4041239" y="1677330"/>
            <a:ext cx="3156330" cy="985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8000" tIns="48000" rIns="48000" bIns="48000" anchor="b">
            <a:spAutoFit/>
          </a:bodyPr>
          <a:lstStyle>
            <a:lvl1pPr defTabSz="1219200">
              <a:spcBef>
                <a:spcPts val="400"/>
              </a:spcBef>
              <a:defRPr sz="1200"/>
            </a:lvl1pPr>
          </a:lstStyle>
          <a:p>
            <a:r>
              <a:rPr dirty="0"/>
              <a:t>Pour </a:t>
            </a:r>
            <a:r>
              <a:rPr dirty="0" err="1"/>
              <a:t>ses</a:t>
            </a:r>
            <a:r>
              <a:rPr dirty="0"/>
              <a:t> </a:t>
            </a:r>
            <a:r>
              <a:rPr dirty="0" err="1"/>
              <a:t>activités</a:t>
            </a:r>
            <a:r>
              <a:rPr dirty="0"/>
              <a:t> la DOSI </a:t>
            </a:r>
            <a:r>
              <a:rPr dirty="0" err="1"/>
              <a:t>s’appuie</a:t>
            </a:r>
            <a:r>
              <a:rPr dirty="0"/>
              <a:t> sur deux </a:t>
            </a:r>
            <a:r>
              <a:rPr dirty="0" err="1"/>
              <a:t>piliers</a:t>
            </a:r>
            <a:r>
              <a:rPr dirty="0"/>
              <a:t>: La nouvelle structure </a:t>
            </a:r>
            <a:r>
              <a:rPr dirty="0" err="1"/>
              <a:t>juridique</a:t>
            </a:r>
            <a:r>
              <a:rPr dirty="0"/>
              <a:t> SG African Business Services (SGABS), </a:t>
            </a:r>
            <a:r>
              <a:rPr dirty="0" err="1"/>
              <a:t>localisée</a:t>
            </a:r>
            <a:r>
              <a:rPr dirty="0"/>
              <a:t> </a:t>
            </a:r>
            <a:r>
              <a:rPr dirty="0" err="1"/>
              <a:t>à</a:t>
            </a:r>
            <a:r>
              <a:rPr dirty="0"/>
              <a:t> Casablanca Maroc et le </a:t>
            </a:r>
            <a:r>
              <a:rPr dirty="0" err="1"/>
              <a:t>pilier</a:t>
            </a:r>
            <a:r>
              <a:rPr dirty="0"/>
              <a:t> AFS </a:t>
            </a:r>
            <a:r>
              <a:rPr dirty="0" err="1"/>
              <a:t>basé</a:t>
            </a:r>
            <a:r>
              <a:rPr dirty="0"/>
              <a:t> </a:t>
            </a:r>
            <a:r>
              <a:rPr dirty="0" err="1"/>
              <a:t>à</a:t>
            </a:r>
            <a:r>
              <a:rPr dirty="0"/>
              <a:t> Abidjan </a:t>
            </a:r>
            <a:r>
              <a:rPr dirty="0" err="1"/>
              <a:t>en</a:t>
            </a:r>
            <a:r>
              <a:rPr dirty="0"/>
              <a:t> Côte d’Ivoire.</a:t>
            </a:r>
          </a:p>
        </p:txBody>
      </p:sp>
      <p:sp>
        <p:nvSpPr>
          <p:cNvPr id="362" name="Rectangle 36"/>
          <p:cNvSpPr txBox="1"/>
          <p:nvPr/>
        </p:nvSpPr>
        <p:spPr>
          <a:xfrm>
            <a:off x="7821312" y="1677330"/>
            <a:ext cx="3777071" cy="985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8000" tIns="48000" rIns="48000" bIns="48000" anchor="b">
            <a:spAutoFit/>
          </a:bodyPr>
          <a:lstStyle/>
          <a:p>
            <a:pPr lvl="1" indent="0" defTabSz="1219200">
              <a:spcBef>
                <a:spcPts val="400"/>
              </a:spcBef>
              <a:defRPr sz="1200"/>
            </a:pPr>
            <a:r>
              <a:t>Digital Factory s’agit d’une entité qui travaille sur tout ce qui est en relation avec la programmation informatique, management des projets informatiques, pilotage des projets informatiques, la partie monétique, et aussi sur la partie innovation.</a:t>
            </a:r>
          </a:p>
        </p:txBody>
      </p:sp>
      <p:sp>
        <p:nvSpPr>
          <p:cNvPr id="363" name="Rectangle 37"/>
          <p:cNvSpPr txBox="1"/>
          <p:nvPr/>
        </p:nvSpPr>
        <p:spPr>
          <a:xfrm>
            <a:off x="5905084" y="4647316"/>
            <a:ext cx="2117629" cy="985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8000" tIns="48000" rIns="48000" bIns="48000" anchor="b">
            <a:spAutoFit/>
          </a:bodyPr>
          <a:lstStyle/>
          <a:p>
            <a:pPr lvl="1" indent="0" defTabSz="1219200">
              <a:spcBef>
                <a:spcPts val="400"/>
              </a:spcBef>
              <a:defRPr sz="1200"/>
            </a:pPr>
            <a:r>
              <a:t>SG ABS a été créée avec l’ambition de devenir le centre des services par excellence des métiers de l’IT et du digital reconnu.</a:t>
            </a:r>
          </a:p>
        </p:txBody>
      </p:sp>
      <p:sp>
        <p:nvSpPr>
          <p:cNvPr id="364" name="Rectangle 38"/>
          <p:cNvSpPr txBox="1"/>
          <p:nvPr/>
        </p:nvSpPr>
        <p:spPr>
          <a:xfrm>
            <a:off x="8660217" y="4647316"/>
            <a:ext cx="3286755" cy="14676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8000" tIns="48000" rIns="48000" bIns="48000" anchor="b">
            <a:spAutoFit/>
          </a:bodyPr>
          <a:lstStyle/>
          <a:p>
            <a:pPr lvl="1" indent="0" defTabSz="1219200">
              <a:spcBef>
                <a:spcPts val="400"/>
              </a:spcBef>
              <a:defRPr sz="1200"/>
            </a:pPr>
            <a:r>
              <a:t>La </a:t>
            </a:r>
            <a:r>
              <a:rPr err="1"/>
              <a:t>DiFa</a:t>
            </a:r>
            <a:r>
              <a:t> </a:t>
            </a:r>
            <a:r>
              <a:rPr err="1"/>
              <a:t>durant</a:t>
            </a:r>
            <a:r>
              <a:t> des </a:t>
            </a:r>
            <a:r>
              <a:rPr err="1"/>
              <a:t>années</a:t>
            </a:r>
            <a:r>
              <a:t>, a </a:t>
            </a:r>
            <a:r>
              <a:rPr err="1"/>
              <a:t>essayé</a:t>
            </a:r>
            <a:r>
              <a:t> de </a:t>
            </a:r>
            <a:r>
              <a:rPr err="1"/>
              <a:t>construire</a:t>
            </a:r>
            <a:r>
              <a:t> des solutions IT pour </a:t>
            </a:r>
            <a:r>
              <a:rPr err="1"/>
              <a:t>ses</a:t>
            </a:r>
            <a:r>
              <a:t> </a:t>
            </a:r>
            <a:r>
              <a:rPr err="1"/>
              <a:t>filiales</a:t>
            </a:r>
            <a:r>
              <a:t>, et pour </a:t>
            </a:r>
            <a:r>
              <a:rPr err="1"/>
              <a:t>ce</a:t>
            </a:r>
            <a:r>
              <a:t> faire, </a:t>
            </a:r>
            <a:r>
              <a:rPr err="1"/>
              <a:t>elle</a:t>
            </a:r>
            <a:r>
              <a:t> a </a:t>
            </a:r>
            <a:r>
              <a:rPr err="1"/>
              <a:t>lancé</a:t>
            </a:r>
            <a:r>
              <a:t> trois </a:t>
            </a:r>
            <a:r>
              <a:rPr err="1"/>
              <a:t>programmes</a:t>
            </a:r>
            <a:r>
              <a:rPr baseline="41666"/>
              <a:t> </a:t>
            </a:r>
            <a:r>
              <a:rPr err="1"/>
              <a:t>principaux</a:t>
            </a:r>
            <a:r>
              <a:t> pour </a:t>
            </a:r>
            <a:r>
              <a:rPr err="1"/>
              <a:t>satisfaire</a:t>
            </a:r>
            <a:r>
              <a:t> les </a:t>
            </a:r>
            <a:r>
              <a:rPr err="1"/>
              <a:t>besoins</a:t>
            </a:r>
            <a:r>
              <a:t> de </a:t>
            </a:r>
            <a:r>
              <a:rPr err="1"/>
              <a:t>ses</a:t>
            </a:r>
            <a:r>
              <a:t> clients et au </a:t>
            </a:r>
            <a:r>
              <a:rPr err="1"/>
              <a:t>même</a:t>
            </a:r>
            <a:r>
              <a:t> temps </a:t>
            </a:r>
            <a:r>
              <a:rPr err="1"/>
              <a:t>répondre</a:t>
            </a:r>
            <a:r>
              <a:t> </a:t>
            </a:r>
            <a:r>
              <a:rPr err="1"/>
              <a:t>à</a:t>
            </a:r>
            <a:r>
              <a:t> la forte concurrence dans </a:t>
            </a:r>
            <a:r>
              <a:rPr err="1"/>
              <a:t>l’Afrique</a:t>
            </a:r>
            <a:r>
              <a:t>.</a:t>
            </a:r>
          </a:p>
          <a:p>
            <a:pPr lvl="1" indent="0" defTabSz="1219200">
              <a:spcBef>
                <a:spcPts val="400"/>
              </a:spcBef>
              <a:defRPr sz="1200" b="1"/>
            </a:pPr>
            <a:r>
              <a:t>Bank-UP  -  </a:t>
            </a:r>
            <a:r>
              <a:rPr b="0"/>
              <a:t>Open-R</a:t>
            </a:r>
            <a:r>
              <a:t>  -  </a:t>
            </a:r>
            <a:r>
              <a:rPr b="0" err="1"/>
              <a:t>UniBank</a:t>
            </a:r>
            <a:endParaRPr b="0"/>
          </a:p>
        </p:txBody>
      </p:sp>
      <p:sp>
        <p:nvSpPr>
          <p:cNvPr id="365" name="Shape 145"/>
          <p:cNvSpPr/>
          <p:nvPr/>
        </p:nvSpPr>
        <p:spPr>
          <a:xfrm flipV="1">
            <a:off x="5619413" y="2815810"/>
            <a:ext cx="1" cy="624001"/>
          </a:xfrm>
          <a:prstGeom prst="line">
            <a:avLst/>
          </a:prstGeom>
          <a:ln w="12700">
            <a:solidFill>
              <a:schemeClr val="accent2"/>
            </a:solidFill>
            <a:miter lim="400000"/>
          </a:ln>
        </p:spPr>
        <p:txBody>
          <a:bodyPr lIns="60959" tIns="60959" rIns="60959" bIns="60959"/>
          <a:lstStyle/>
          <a:p>
            <a:pPr defTabSz="1219200">
              <a:defRPr sz="2400"/>
            </a:pPr>
            <a:endParaRPr/>
          </a:p>
        </p:txBody>
      </p:sp>
      <p:sp>
        <p:nvSpPr>
          <p:cNvPr id="366" name="Shape 145"/>
          <p:cNvSpPr/>
          <p:nvPr/>
        </p:nvSpPr>
        <p:spPr>
          <a:xfrm flipV="1">
            <a:off x="8961985" y="2815810"/>
            <a:ext cx="1" cy="624001"/>
          </a:xfrm>
          <a:prstGeom prst="line">
            <a:avLst/>
          </a:prstGeom>
          <a:ln w="12700">
            <a:solidFill>
              <a:srgbClr val="E55F50"/>
            </a:solidFill>
            <a:miter lim="400000"/>
          </a:ln>
        </p:spPr>
        <p:txBody>
          <a:bodyPr lIns="60959" tIns="60959" rIns="60959" bIns="60959"/>
          <a:lstStyle/>
          <a:p>
            <a:pPr defTabSz="1219200">
              <a:defRPr sz="2400"/>
            </a:pPr>
            <a:endParaRPr/>
          </a:p>
        </p:txBody>
      </p:sp>
      <p:sp>
        <p:nvSpPr>
          <p:cNvPr id="367" name="Shape 149"/>
          <p:cNvSpPr/>
          <p:nvPr/>
        </p:nvSpPr>
        <p:spPr>
          <a:xfrm flipV="1">
            <a:off x="6963898" y="3932762"/>
            <a:ext cx="1" cy="624002"/>
          </a:xfrm>
          <a:prstGeom prst="line">
            <a:avLst/>
          </a:prstGeom>
          <a:ln w="12700">
            <a:solidFill>
              <a:schemeClr val="accent2"/>
            </a:solidFill>
            <a:miter lim="400000"/>
          </a:ln>
        </p:spPr>
        <p:txBody>
          <a:bodyPr lIns="60959" tIns="60959" rIns="60959" bIns="60959"/>
          <a:lstStyle/>
          <a:p>
            <a:pPr defTabSz="1219200">
              <a:defRPr sz="2400"/>
            </a:pPr>
            <a:endParaRPr/>
          </a:p>
        </p:txBody>
      </p:sp>
      <p:sp>
        <p:nvSpPr>
          <p:cNvPr id="368" name="Shape 149"/>
          <p:cNvSpPr/>
          <p:nvPr/>
        </p:nvSpPr>
        <p:spPr>
          <a:xfrm flipV="1">
            <a:off x="3258486" y="3932762"/>
            <a:ext cx="1" cy="624002"/>
          </a:xfrm>
          <a:prstGeom prst="line">
            <a:avLst/>
          </a:prstGeom>
          <a:ln w="12700">
            <a:solidFill>
              <a:srgbClr val="E55F50"/>
            </a:solidFill>
            <a:miter lim="400000"/>
          </a:ln>
        </p:spPr>
        <p:txBody>
          <a:bodyPr lIns="60959" tIns="60959" rIns="60959" bIns="60959"/>
          <a:lstStyle/>
          <a:p>
            <a:pPr defTabSz="1219200">
              <a:defRPr sz="2400"/>
            </a:pPr>
            <a:endParaRPr/>
          </a:p>
        </p:txBody>
      </p:sp>
      <p:sp>
        <p:nvSpPr>
          <p:cNvPr id="369" name="Shape 143"/>
          <p:cNvSpPr/>
          <p:nvPr/>
        </p:nvSpPr>
        <p:spPr>
          <a:xfrm>
            <a:off x="10304915" y="3532390"/>
            <a:ext cx="346296" cy="340595"/>
          </a:xfrm>
          <a:prstGeom prst="ellipse">
            <a:avLst/>
          </a:prstGeom>
          <a:solidFill>
            <a:srgbClr val="FFFFFF"/>
          </a:solidFill>
          <a:ln w="25400">
            <a:solidFill>
              <a:srgbClr val="E55F50"/>
            </a:solidFill>
            <a:miter lim="400000"/>
          </a:ln>
        </p:spPr>
        <p:txBody>
          <a:bodyPr lIns="0" tIns="0" rIns="0" bIns="0" anchor="ctr"/>
          <a:lstStyle/>
          <a:p>
            <a:pPr algn="ctr" defTabSz="1219200">
              <a:defRPr sz="2400">
                <a:solidFill>
                  <a:srgbClr val="000000"/>
                </a:solidFill>
                <a:latin typeface="HelveticaNeueLT Com 35 Th"/>
                <a:ea typeface="HelveticaNeueLT Com 35 Th"/>
                <a:cs typeface="HelveticaNeueLT Com 35 Th"/>
                <a:sym typeface="HelveticaNeueLT Com 35 Th"/>
              </a:defRPr>
            </a:pPr>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1" nodeType="afterEffect">
                                  <p:stCondLst>
                                    <p:cond delay="0"/>
                                  </p:stCondLst>
                                  <p:iterate>
                                    <p:tmAbs val="0"/>
                                  </p:iterate>
                                  <p:childTnLst>
                                    <p:set>
                                      <p:cBhvr>
                                        <p:cTn id="6" fill="hold"/>
                                        <p:tgtEl>
                                          <p:spTgt spid="345"/>
                                        </p:tgtEl>
                                        <p:attrNameLst>
                                          <p:attrName>style.visibility</p:attrName>
                                        </p:attrNameLst>
                                      </p:cBhvr>
                                      <p:to>
                                        <p:strVal val="visible"/>
                                      </p:to>
                                    </p:set>
                                    <p:anim calcmode="lin" valueType="num">
                                      <p:cBhvr>
                                        <p:cTn id="7" dur="1000" fill="hold"/>
                                        <p:tgtEl>
                                          <p:spTgt spid="345"/>
                                        </p:tgtEl>
                                        <p:attrNameLst>
                                          <p:attrName>ppt_x</p:attrName>
                                        </p:attrNameLst>
                                      </p:cBhvr>
                                      <p:tavLst>
                                        <p:tav tm="0">
                                          <p:val>
                                            <p:strVal val="0-#ppt_w/2"/>
                                          </p:val>
                                        </p:tav>
                                        <p:tav tm="100000">
                                          <p:val>
                                            <p:strVal val="#ppt_x"/>
                                          </p:val>
                                        </p:tav>
                                      </p:tavLst>
                                    </p:anim>
                                    <p:anim calcmode="lin" valueType="num">
                                      <p:cBhvr>
                                        <p:cTn id="8" dur="1000" fill="hold"/>
                                        <p:tgtEl>
                                          <p:spTgt spid="345"/>
                                        </p:tgtEl>
                                        <p:attrNameLst>
                                          <p:attrName>ppt_y</p:attrName>
                                        </p:attrNameLst>
                                      </p:cBhvr>
                                      <p:tavLst>
                                        <p:tav tm="0">
                                          <p:val>
                                            <p:strVal val="#ppt_y"/>
                                          </p:val>
                                        </p:tav>
                                        <p:tav tm="100000">
                                          <p:val>
                                            <p:strVal val="#ppt_y"/>
                                          </p:val>
                                        </p:tav>
                                      </p:tavLst>
                                    </p:anim>
                                  </p:childTnLst>
                                </p:cTn>
                              </p:par>
                              <p:par>
                                <p:cTn id="9" presetID="10" presetClass="entr" fill="hold" grpId="2" nodeType="withEffect">
                                  <p:stCondLst>
                                    <p:cond delay="0"/>
                                  </p:stCondLst>
                                  <p:iterate>
                                    <p:tmAbs val="0"/>
                                  </p:iterate>
                                  <p:childTnLst>
                                    <p:set>
                                      <p:cBhvr>
                                        <p:cTn id="10" fill="hold"/>
                                        <p:tgtEl>
                                          <p:spTgt spid="358"/>
                                        </p:tgtEl>
                                        <p:attrNameLst>
                                          <p:attrName>style.visibility</p:attrName>
                                        </p:attrNameLst>
                                      </p:cBhvr>
                                      <p:to>
                                        <p:strVal val="visible"/>
                                      </p:to>
                                    </p:set>
                                    <p:animEffect transition="in" filter="fade">
                                      <p:cBhvr>
                                        <p:cTn id="11" dur="500"/>
                                        <p:tgtEl>
                                          <p:spTgt spid="358"/>
                                        </p:tgtEl>
                                      </p:cBhvr>
                                    </p:animEffect>
                                  </p:childTnLst>
                                </p:cTn>
                              </p:par>
                            </p:childTnLst>
                          </p:cTn>
                        </p:par>
                        <p:par>
                          <p:cTn id="12" fill="hold">
                            <p:stCondLst>
                              <p:cond delay="1000"/>
                            </p:stCondLst>
                            <p:childTnLst>
                              <p:par>
                                <p:cTn id="13" presetID="23" presetClass="entr" presetSubtype="32" fill="hold" grpId="3" nodeType="afterEffect">
                                  <p:stCondLst>
                                    <p:cond delay="0"/>
                                  </p:stCondLst>
                                  <p:iterate>
                                    <p:tmAbs val="0"/>
                                  </p:iterate>
                                  <p:childTnLst>
                                    <p:set>
                                      <p:cBhvr>
                                        <p:cTn id="14" fill="hold"/>
                                        <p:tgtEl>
                                          <p:spTgt spid="353"/>
                                        </p:tgtEl>
                                        <p:attrNameLst>
                                          <p:attrName>style.visibility</p:attrName>
                                        </p:attrNameLst>
                                      </p:cBhvr>
                                      <p:to>
                                        <p:strVal val="visible"/>
                                      </p:to>
                                    </p:set>
                                    <p:anim calcmode="lin" valueType="num">
                                      <p:cBhvr>
                                        <p:cTn id="15" dur="750" fill="hold"/>
                                        <p:tgtEl>
                                          <p:spTgt spid="353"/>
                                        </p:tgtEl>
                                        <p:attrNameLst>
                                          <p:attrName>ppt_w</p:attrName>
                                        </p:attrNameLst>
                                      </p:cBhvr>
                                      <p:tavLst>
                                        <p:tav tm="0">
                                          <p:val>
                                            <p:strVal val="4*#ppt_w"/>
                                          </p:val>
                                        </p:tav>
                                        <p:tav tm="100000">
                                          <p:val>
                                            <p:strVal val="#ppt_w"/>
                                          </p:val>
                                        </p:tav>
                                      </p:tavLst>
                                    </p:anim>
                                    <p:anim calcmode="lin" valueType="num">
                                      <p:cBhvr>
                                        <p:cTn id="16" dur="750" fill="hold"/>
                                        <p:tgtEl>
                                          <p:spTgt spid="353"/>
                                        </p:tgtEl>
                                        <p:attrNameLst>
                                          <p:attrName>ppt_h</p:attrName>
                                        </p:attrNameLst>
                                      </p:cBhvr>
                                      <p:tavLst>
                                        <p:tav tm="0">
                                          <p:val>
                                            <p:strVal val="4*#ppt_h"/>
                                          </p:val>
                                        </p:tav>
                                        <p:tav tm="100000">
                                          <p:val>
                                            <p:strVal val="#ppt_h"/>
                                          </p:val>
                                        </p:tav>
                                      </p:tavLst>
                                    </p:anim>
                                  </p:childTnLst>
                                </p:cTn>
                              </p:par>
                            </p:childTnLst>
                          </p:cTn>
                        </p:par>
                        <p:par>
                          <p:cTn id="17" fill="hold">
                            <p:stCondLst>
                              <p:cond delay="1750"/>
                            </p:stCondLst>
                            <p:childTnLst>
                              <p:par>
                                <p:cTn id="18" presetID="23" presetClass="entr" presetSubtype="16" fill="hold" grpId="4" nodeType="afterEffect">
                                  <p:stCondLst>
                                    <p:cond delay="0"/>
                                  </p:stCondLst>
                                  <p:iterate>
                                    <p:tmAbs val="0"/>
                                  </p:iterate>
                                  <p:childTnLst>
                                    <p:set>
                                      <p:cBhvr>
                                        <p:cTn id="19" fill="hold"/>
                                        <p:tgtEl>
                                          <p:spTgt spid="346"/>
                                        </p:tgtEl>
                                        <p:attrNameLst>
                                          <p:attrName>style.visibility</p:attrName>
                                        </p:attrNameLst>
                                      </p:cBhvr>
                                      <p:to>
                                        <p:strVal val="visible"/>
                                      </p:to>
                                    </p:set>
                                    <p:anim calcmode="lin" valueType="num">
                                      <p:cBhvr>
                                        <p:cTn id="20" dur="250" fill="hold"/>
                                        <p:tgtEl>
                                          <p:spTgt spid="346"/>
                                        </p:tgtEl>
                                        <p:attrNameLst>
                                          <p:attrName>ppt_w</p:attrName>
                                        </p:attrNameLst>
                                      </p:cBhvr>
                                      <p:tavLst>
                                        <p:tav tm="0">
                                          <p:val>
                                            <p:fltVal val="0"/>
                                          </p:val>
                                        </p:tav>
                                        <p:tav tm="100000">
                                          <p:val>
                                            <p:strVal val="#ppt_w"/>
                                          </p:val>
                                        </p:tav>
                                      </p:tavLst>
                                    </p:anim>
                                    <p:anim calcmode="lin" valueType="num">
                                      <p:cBhvr>
                                        <p:cTn id="21" dur="250" fill="hold"/>
                                        <p:tgtEl>
                                          <p:spTgt spid="346"/>
                                        </p:tgtEl>
                                        <p:attrNameLst>
                                          <p:attrName>ppt_h</p:attrName>
                                        </p:attrNameLst>
                                      </p:cBhvr>
                                      <p:tavLst>
                                        <p:tav tm="0">
                                          <p:val>
                                            <p:fltVal val="0"/>
                                          </p:val>
                                        </p:tav>
                                        <p:tav tm="100000">
                                          <p:val>
                                            <p:strVal val="#ppt_h"/>
                                          </p:val>
                                        </p:tav>
                                      </p:tavLst>
                                    </p:anim>
                                  </p:childTnLst>
                                </p:cTn>
                              </p:par>
                              <p:par>
                                <p:cTn id="22" presetID="25" presetClass="entr" presetSubtype="0" fill="hold" grpId="5" nodeType="withEffect">
                                  <p:stCondLst>
                                    <p:cond delay="0"/>
                                  </p:stCondLst>
                                  <p:childTnLst>
                                    <p:set>
                                      <p:cBhvr>
                                        <p:cTn id="23" dur="1" fill="hold">
                                          <p:stCondLst>
                                            <p:cond delay="0"/>
                                          </p:stCondLst>
                                        </p:cTn>
                                        <p:tgtEl>
                                          <p:spTgt spid="351"/>
                                        </p:tgtEl>
                                        <p:attrNameLst>
                                          <p:attrName>style.visibility</p:attrName>
                                        </p:attrNameLst>
                                      </p:cBhvr>
                                      <p:to>
                                        <p:strVal val="visible"/>
                                      </p:to>
                                    </p:set>
                                    <p:anim calcmode="lin" valueType="num">
                                      <p:cBhvr>
                                        <p:cTn id="24" dur="375" decel="50000" fill="hold">
                                          <p:stCondLst>
                                            <p:cond delay="0"/>
                                          </p:stCondLst>
                                        </p:cTn>
                                        <p:tgtEl>
                                          <p:spTgt spid="351"/>
                                        </p:tgtEl>
                                        <p:attrNameLst>
                                          <p:attrName>style.rotation</p:attrName>
                                        </p:attrNameLst>
                                      </p:cBhvr>
                                      <p:tavLst>
                                        <p:tav tm="0">
                                          <p:val>
                                            <p:fltVal val="-90"/>
                                          </p:val>
                                        </p:tav>
                                        <p:tav tm="100000">
                                          <p:val>
                                            <p:fltVal val="0"/>
                                          </p:val>
                                        </p:tav>
                                      </p:tavLst>
                                    </p:anim>
                                    <p:anim calcmode="lin" valueType="num">
                                      <p:cBhvr>
                                        <p:cTn id="25" dur="375" decel="50000" fill="hold">
                                          <p:stCondLst>
                                            <p:cond delay="0"/>
                                          </p:stCondLst>
                                        </p:cTn>
                                        <p:tgtEl>
                                          <p:spTgt spid="351"/>
                                        </p:tgtEl>
                                        <p:attrNameLst>
                                          <p:attrName>ppt_w</p:attrName>
                                        </p:attrNameLst>
                                      </p:cBhvr>
                                      <p:tavLst>
                                        <p:tav tm="0">
                                          <p:val>
                                            <p:strVal val="#ppt_w"/>
                                          </p:val>
                                        </p:tav>
                                        <p:tav tm="100000">
                                          <p:val>
                                            <p:strVal val="#ppt_w*.05"/>
                                          </p:val>
                                        </p:tav>
                                      </p:tavLst>
                                    </p:anim>
                                    <p:anim calcmode="lin" valueType="num">
                                      <p:cBhvr>
                                        <p:cTn id="26" dur="375" accel="50000" fill="hold">
                                          <p:stCondLst>
                                            <p:cond delay="375"/>
                                          </p:stCondLst>
                                        </p:cTn>
                                        <p:tgtEl>
                                          <p:spTgt spid="351"/>
                                        </p:tgtEl>
                                        <p:attrNameLst>
                                          <p:attrName>ppt_w</p:attrName>
                                        </p:attrNameLst>
                                      </p:cBhvr>
                                      <p:tavLst>
                                        <p:tav tm="0">
                                          <p:val>
                                            <p:strVal val="#ppt_w*.05"/>
                                          </p:val>
                                        </p:tav>
                                        <p:tav tm="100000">
                                          <p:val>
                                            <p:strVal val="#ppt_w"/>
                                          </p:val>
                                        </p:tav>
                                      </p:tavLst>
                                    </p:anim>
                                    <p:anim calcmode="lin" valueType="num">
                                      <p:cBhvr>
                                        <p:cTn id="27" dur="750" fill="hold"/>
                                        <p:tgtEl>
                                          <p:spTgt spid="351"/>
                                        </p:tgtEl>
                                        <p:attrNameLst>
                                          <p:attrName>ppt_h</p:attrName>
                                        </p:attrNameLst>
                                      </p:cBhvr>
                                      <p:tavLst>
                                        <p:tav tm="0">
                                          <p:val>
                                            <p:strVal val="#ppt_h"/>
                                          </p:val>
                                        </p:tav>
                                        <p:tav tm="100000">
                                          <p:val>
                                            <p:strVal val="#ppt_h"/>
                                          </p:val>
                                        </p:tav>
                                      </p:tavLst>
                                    </p:anim>
                                    <p:anim calcmode="lin" valueType="num">
                                      <p:cBhvr>
                                        <p:cTn id="28" dur="375" decel="50000" fill="hold">
                                          <p:stCondLst>
                                            <p:cond delay="0"/>
                                          </p:stCondLst>
                                        </p:cTn>
                                        <p:tgtEl>
                                          <p:spTgt spid="351"/>
                                        </p:tgtEl>
                                        <p:attrNameLst>
                                          <p:attrName>ppt_x</p:attrName>
                                        </p:attrNameLst>
                                      </p:cBhvr>
                                      <p:tavLst>
                                        <p:tav tm="0">
                                          <p:val>
                                            <p:strVal val="#ppt_x+.4"/>
                                          </p:val>
                                        </p:tav>
                                        <p:tav tm="100000">
                                          <p:val>
                                            <p:strVal val="#ppt_x"/>
                                          </p:val>
                                        </p:tav>
                                      </p:tavLst>
                                    </p:anim>
                                    <p:anim calcmode="lin" valueType="num">
                                      <p:cBhvr>
                                        <p:cTn id="29" dur="375" decel="50000" fill="hold">
                                          <p:stCondLst>
                                            <p:cond delay="0"/>
                                          </p:stCondLst>
                                        </p:cTn>
                                        <p:tgtEl>
                                          <p:spTgt spid="351"/>
                                        </p:tgtEl>
                                        <p:attrNameLst>
                                          <p:attrName>ppt_y</p:attrName>
                                        </p:attrNameLst>
                                      </p:cBhvr>
                                      <p:tavLst>
                                        <p:tav tm="0">
                                          <p:val>
                                            <p:strVal val="#ppt_y-.2"/>
                                          </p:val>
                                        </p:tav>
                                        <p:tav tm="100000">
                                          <p:val>
                                            <p:strVal val="#ppt_y+.1"/>
                                          </p:val>
                                        </p:tav>
                                      </p:tavLst>
                                    </p:anim>
                                    <p:anim calcmode="lin" valueType="num">
                                      <p:cBhvr>
                                        <p:cTn id="30" dur="375" accel="50000" fill="hold">
                                          <p:stCondLst>
                                            <p:cond delay="375"/>
                                          </p:stCondLst>
                                        </p:cTn>
                                        <p:tgtEl>
                                          <p:spTgt spid="351"/>
                                        </p:tgtEl>
                                        <p:attrNameLst>
                                          <p:attrName>ppt_y</p:attrName>
                                        </p:attrNameLst>
                                      </p:cBhvr>
                                      <p:tavLst>
                                        <p:tav tm="0">
                                          <p:val>
                                            <p:strVal val="#ppt_y+.1"/>
                                          </p:val>
                                        </p:tav>
                                        <p:tav tm="100000">
                                          <p:val>
                                            <p:strVal val="#ppt_y"/>
                                          </p:val>
                                        </p:tav>
                                      </p:tavLst>
                                    </p:anim>
                                    <p:animEffect transition="in" filter="fade">
                                      <p:cBhvr>
                                        <p:cTn id="31" dur="750" decel="50000">
                                          <p:stCondLst>
                                            <p:cond delay="0"/>
                                          </p:stCondLst>
                                        </p:cTn>
                                        <p:tgtEl>
                                          <p:spTgt spid="351"/>
                                        </p:tgtEl>
                                      </p:cBhvr>
                                    </p:animEffect>
                                  </p:childTnLst>
                                </p:cTn>
                              </p:par>
                            </p:childTnLst>
                          </p:cTn>
                        </p:par>
                        <p:par>
                          <p:cTn id="32" fill="hold">
                            <p:stCondLst>
                              <p:cond delay="2500"/>
                            </p:stCondLst>
                            <p:childTnLst>
                              <p:par>
                                <p:cTn id="33" presetID="3" presetClass="entr" presetSubtype="10" fill="hold" grpId="6" nodeType="afterEffect">
                                  <p:stCondLst>
                                    <p:cond delay="0"/>
                                  </p:stCondLst>
                                  <p:childTnLst>
                                    <p:set>
                                      <p:cBhvr>
                                        <p:cTn id="34" dur="1" fill="hold">
                                          <p:stCondLst>
                                            <p:cond delay="0"/>
                                          </p:stCondLst>
                                        </p:cTn>
                                        <p:tgtEl>
                                          <p:spTgt spid="359"/>
                                        </p:tgtEl>
                                        <p:attrNameLst>
                                          <p:attrName>style.visibility</p:attrName>
                                        </p:attrNameLst>
                                      </p:cBhvr>
                                      <p:to>
                                        <p:strVal val="visible"/>
                                      </p:to>
                                    </p:set>
                                    <p:animEffect transition="in" filter="blinds(horizontal)">
                                      <p:cBhvr>
                                        <p:cTn id="35" dur="500"/>
                                        <p:tgtEl>
                                          <p:spTgt spid="359"/>
                                        </p:tgtEl>
                                      </p:cBhvr>
                                    </p:animEffect>
                                  </p:childTnLst>
                                </p:cTn>
                              </p:par>
                              <p:par>
                                <p:cTn id="36" presetID="23" presetClass="entr" presetSubtype="16" fill="hold" grpId="7" nodeType="withEffect">
                                  <p:stCondLst>
                                    <p:cond delay="200"/>
                                  </p:stCondLst>
                                  <p:iterate>
                                    <p:tmAbs val="0"/>
                                  </p:iterate>
                                  <p:childTnLst>
                                    <p:set>
                                      <p:cBhvr>
                                        <p:cTn id="37" fill="hold"/>
                                        <p:tgtEl>
                                          <p:spTgt spid="347"/>
                                        </p:tgtEl>
                                        <p:attrNameLst>
                                          <p:attrName>style.visibility</p:attrName>
                                        </p:attrNameLst>
                                      </p:cBhvr>
                                      <p:to>
                                        <p:strVal val="visible"/>
                                      </p:to>
                                    </p:set>
                                    <p:anim calcmode="lin" valueType="num">
                                      <p:cBhvr>
                                        <p:cTn id="38" dur="250" fill="hold"/>
                                        <p:tgtEl>
                                          <p:spTgt spid="347"/>
                                        </p:tgtEl>
                                        <p:attrNameLst>
                                          <p:attrName>ppt_w</p:attrName>
                                        </p:attrNameLst>
                                      </p:cBhvr>
                                      <p:tavLst>
                                        <p:tav tm="0">
                                          <p:val>
                                            <p:fltVal val="0"/>
                                          </p:val>
                                        </p:tav>
                                        <p:tav tm="100000">
                                          <p:val>
                                            <p:strVal val="#ppt_w"/>
                                          </p:val>
                                        </p:tav>
                                      </p:tavLst>
                                    </p:anim>
                                    <p:anim calcmode="lin" valueType="num">
                                      <p:cBhvr>
                                        <p:cTn id="39" dur="250" fill="hold"/>
                                        <p:tgtEl>
                                          <p:spTgt spid="347"/>
                                        </p:tgtEl>
                                        <p:attrNameLst>
                                          <p:attrName>ppt_h</p:attrName>
                                        </p:attrNameLst>
                                      </p:cBhvr>
                                      <p:tavLst>
                                        <p:tav tm="0">
                                          <p:val>
                                            <p:fltVal val="0"/>
                                          </p:val>
                                        </p:tav>
                                        <p:tav tm="100000">
                                          <p:val>
                                            <p:strVal val="#ppt_h"/>
                                          </p:val>
                                        </p:tav>
                                      </p:tavLst>
                                    </p:anim>
                                  </p:childTnLst>
                                </p:cTn>
                              </p:par>
                              <p:par>
                                <p:cTn id="40" presetID="25" presetClass="entr" presetSubtype="0" fill="hold" grpId="8" nodeType="withEffect">
                                  <p:stCondLst>
                                    <p:cond delay="300"/>
                                  </p:stCondLst>
                                  <p:childTnLst>
                                    <p:set>
                                      <p:cBhvr>
                                        <p:cTn id="41" dur="1" fill="hold">
                                          <p:stCondLst>
                                            <p:cond delay="0"/>
                                          </p:stCondLst>
                                        </p:cTn>
                                        <p:tgtEl>
                                          <p:spTgt spid="368"/>
                                        </p:tgtEl>
                                        <p:attrNameLst>
                                          <p:attrName>style.visibility</p:attrName>
                                        </p:attrNameLst>
                                      </p:cBhvr>
                                      <p:to>
                                        <p:strVal val="visible"/>
                                      </p:to>
                                    </p:set>
                                    <p:anim calcmode="lin" valueType="num">
                                      <p:cBhvr>
                                        <p:cTn id="42" dur="375" decel="50000" fill="hold">
                                          <p:stCondLst>
                                            <p:cond delay="0"/>
                                          </p:stCondLst>
                                        </p:cTn>
                                        <p:tgtEl>
                                          <p:spTgt spid="368"/>
                                        </p:tgtEl>
                                        <p:attrNameLst>
                                          <p:attrName>style.rotation</p:attrName>
                                        </p:attrNameLst>
                                      </p:cBhvr>
                                      <p:tavLst>
                                        <p:tav tm="0">
                                          <p:val>
                                            <p:fltVal val="-90"/>
                                          </p:val>
                                        </p:tav>
                                        <p:tav tm="100000">
                                          <p:val>
                                            <p:fltVal val="0"/>
                                          </p:val>
                                        </p:tav>
                                      </p:tavLst>
                                    </p:anim>
                                    <p:anim calcmode="lin" valueType="num">
                                      <p:cBhvr>
                                        <p:cTn id="43" dur="375" decel="50000" fill="hold">
                                          <p:stCondLst>
                                            <p:cond delay="0"/>
                                          </p:stCondLst>
                                        </p:cTn>
                                        <p:tgtEl>
                                          <p:spTgt spid="368"/>
                                        </p:tgtEl>
                                        <p:attrNameLst>
                                          <p:attrName>ppt_w</p:attrName>
                                        </p:attrNameLst>
                                      </p:cBhvr>
                                      <p:tavLst>
                                        <p:tav tm="0">
                                          <p:val>
                                            <p:strVal val="#ppt_w"/>
                                          </p:val>
                                        </p:tav>
                                        <p:tav tm="100000">
                                          <p:val>
                                            <p:strVal val="#ppt_w*.05"/>
                                          </p:val>
                                        </p:tav>
                                      </p:tavLst>
                                    </p:anim>
                                    <p:anim calcmode="lin" valueType="num">
                                      <p:cBhvr>
                                        <p:cTn id="44" dur="375" accel="50000" fill="hold">
                                          <p:stCondLst>
                                            <p:cond delay="375"/>
                                          </p:stCondLst>
                                        </p:cTn>
                                        <p:tgtEl>
                                          <p:spTgt spid="368"/>
                                        </p:tgtEl>
                                        <p:attrNameLst>
                                          <p:attrName>ppt_w</p:attrName>
                                        </p:attrNameLst>
                                      </p:cBhvr>
                                      <p:tavLst>
                                        <p:tav tm="0">
                                          <p:val>
                                            <p:strVal val="#ppt_w*.05"/>
                                          </p:val>
                                        </p:tav>
                                        <p:tav tm="100000">
                                          <p:val>
                                            <p:strVal val="#ppt_w"/>
                                          </p:val>
                                        </p:tav>
                                      </p:tavLst>
                                    </p:anim>
                                    <p:anim calcmode="lin" valueType="num">
                                      <p:cBhvr>
                                        <p:cTn id="45" dur="750" fill="hold"/>
                                        <p:tgtEl>
                                          <p:spTgt spid="368"/>
                                        </p:tgtEl>
                                        <p:attrNameLst>
                                          <p:attrName>ppt_h</p:attrName>
                                        </p:attrNameLst>
                                      </p:cBhvr>
                                      <p:tavLst>
                                        <p:tav tm="0">
                                          <p:val>
                                            <p:strVal val="#ppt_h"/>
                                          </p:val>
                                        </p:tav>
                                        <p:tav tm="100000">
                                          <p:val>
                                            <p:strVal val="#ppt_h"/>
                                          </p:val>
                                        </p:tav>
                                      </p:tavLst>
                                    </p:anim>
                                    <p:anim calcmode="lin" valueType="num">
                                      <p:cBhvr>
                                        <p:cTn id="46" dur="375" decel="50000" fill="hold">
                                          <p:stCondLst>
                                            <p:cond delay="0"/>
                                          </p:stCondLst>
                                        </p:cTn>
                                        <p:tgtEl>
                                          <p:spTgt spid="368"/>
                                        </p:tgtEl>
                                        <p:attrNameLst>
                                          <p:attrName>ppt_x</p:attrName>
                                        </p:attrNameLst>
                                      </p:cBhvr>
                                      <p:tavLst>
                                        <p:tav tm="0">
                                          <p:val>
                                            <p:strVal val="#ppt_x+.4"/>
                                          </p:val>
                                        </p:tav>
                                        <p:tav tm="100000">
                                          <p:val>
                                            <p:strVal val="#ppt_x"/>
                                          </p:val>
                                        </p:tav>
                                      </p:tavLst>
                                    </p:anim>
                                    <p:anim calcmode="lin" valueType="num">
                                      <p:cBhvr>
                                        <p:cTn id="47" dur="375" decel="50000" fill="hold">
                                          <p:stCondLst>
                                            <p:cond delay="0"/>
                                          </p:stCondLst>
                                        </p:cTn>
                                        <p:tgtEl>
                                          <p:spTgt spid="368"/>
                                        </p:tgtEl>
                                        <p:attrNameLst>
                                          <p:attrName>ppt_y</p:attrName>
                                        </p:attrNameLst>
                                      </p:cBhvr>
                                      <p:tavLst>
                                        <p:tav tm="0">
                                          <p:val>
                                            <p:strVal val="#ppt_y-.2"/>
                                          </p:val>
                                        </p:tav>
                                        <p:tav tm="100000">
                                          <p:val>
                                            <p:strVal val="#ppt_y+.1"/>
                                          </p:val>
                                        </p:tav>
                                      </p:tavLst>
                                    </p:anim>
                                    <p:anim calcmode="lin" valueType="num">
                                      <p:cBhvr>
                                        <p:cTn id="48" dur="375" accel="50000" fill="hold">
                                          <p:stCondLst>
                                            <p:cond delay="375"/>
                                          </p:stCondLst>
                                        </p:cTn>
                                        <p:tgtEl>
                                          <p:spTgt spid="368"/>
                                        </p:tgtEl>
                                        <p:attrNameLst>
                                          <p:attrName>ppt_y</p:attrName>
                                        </p:attrNameLst>
                                      </p:cBhvr>
                                      <p:tavLst>
                                        <p:tav tm="0">
                                          <p:val>
                                            <p:strVal val="#ppt_y+.1"/>
                                          </p:val>
                                        </p:tav>
                                        <p:tav tm="100000">
                                          <p:val>
                                            <p:strVal val="#ppt_y"/>
                                          </p:val>
                                        </p:tav>
                                      </p:tavLst>
                                    </p:anim>
                                    <p:animEffect transition="in" filter="fade">
                                      <p:cBhvr>
                                        <p:cTn id="49" dur="750" decel="50000">
                                          <p:stCondLst>
                                            <p:cond delay="0"/>
                                          </p:stCondLst>
                                        </p:cTn>
                                        <p:tgtEl>
                                          <p:spTgt spid="368"/>
                                        </p:tgtEl>
                                      </p:cBhvr>
                                    </p:animEffect>
                                  </p:childTnLst>
                                </p:cTn>
                              </p:par>
                            </p:childTnLst>
                          </p:cTn>
                        </p:par>
                        <p:par>
                          <p:cTn id="50" fill="hold">
                            <p:stCondLst>
                              <p:cond delay="3550"/>
                            </p:stCondLst>
                            <p:childTnLst>
                              <p:par>
                                <p:cTn id="51" presetID="3" presetClass="entr" presetSubtype="10" fill="hold" grpId="9" nodeType="afterEffect">
                                  <p:stCondLst>
                                    <p:cond delay="0"/>
                                  </p:stCondLst>
                                  <p:childTnLst>
                                    <p:set>
                                      <p:cBhvr>
                                        <p:cTn id="52" dur="1" fill="hold">
                                          <p:stCondLst>
                                            <p:cond delay="0"/>
                                          </p:stCondLst>
                                        </p:cTn>
                                        <p:tgtEl>
                                          <p:spTgt spid="360"/>
                                        </p:tgtEl>
                                        <p:attrNameLst>
                                          <p:attrName>style.visibility</p:attrName>
                                        </p:attrNameLst>
                                      </p:cBhvr>
                                      <p:to>
                                        <p:strVal val="visible"/>
                                      </p:to>
                                    </p:set>
                                    <p:animEffect transition="in" filter="blinds(horizontal)">
                                      <p:cBhvr>
                                        <p:cTn id="53" dur="500"/>
                                        <p:tgtEl>
                                          <p:spTgt spid="360"/>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fill="hold" grpId="10" nodeType="clickEffect">
                                  <p:stCondLst>
                                    <p:cond delay="0"/>
                                  </p:stCondLst>
                                  <p:iterate>
                                    <p:tmAbs val="0"/>
                                  </p:iterate>
                                  <p:childTnLst>
                                    <p:set>
                                      <p:cBhvr>
                                        <p:cTn id="57" fill="hold"/>
                                        <p:tgtEl>
                                          <p:spTgt spid="357"/>
                                        </p:tgtEl>
                                        <p:attrNameLst>
                                          <p:attrName>style.visibility</p:attrName>
                                        </p:attrNameLst>
                                      </p:cBhvr>
                                      <p:to>
                                        <p:strVal val="visible"/>
                                      </p:to>
                                    </p:set>
                                    <p:animEffect transition="in" filter="fade">
                                      <p:cBhvr>
                                        <p:cTn id="58" dur="750"/>
                                        <p:tgtEl>
                                          <p:spTgt spid="357"/>
                                        </p:tgtEl>
                                      </p:cBhvr>
                                    </p:animEffect>
                                  </p:childTnLst>
                                </p:cTn>
                              </p:par>
                              <p:par>
                                <p:cTn id="59" presetID="23" presetClass="entr" presetSubtype="32" fill="hold" grpId="11" nodeType="withEffect">
                                  <p:stCondLst>
                                    <p:cond delay="300"/>
                                  </p:stCondLst>
                                  <p:iterate>
                                    <p:tmAbs val="0"/>
                                  </p:iterate>
                                  <p:childTnLst>
                                    <p:set>
                                      <p:cBhvr>
                                        <p:cTn id="60" fill="hold"/>
                                        <p:tgtEl>
                                          <p:spTgt spid="356"/>
                                        </p:tgtEl>
                                        <p:attrNameLst>
                                          <p:attrName>style.visibility</p:attrName>
                                        </p:attrNameLst>
                                      </p:cBhvr>
                                      <p:to>
                                        <p:strVal val="visible"/>
                                      </p:to>
                                    </p:set>
                                    <p:anim calcmode="lin" valueType="num">
                                      <p:cBhvr>
                                        <p:cTn id="61" dur="750" fill="hold"/>
                                        <p:tgtEl>
                                          <p:spTgt spid="356"/>
                                        </p:tgtEl>
                                        <p:attrNameLst>
                                          <p:attrName>ppt_w</p:attrName>
                                        </p:attrNameLst>
                                      </p:cBhvr>
                                      <p:tavLst>
                                        <p:tav tm="0">
                                          <p:val>
                                            <p:strVal val="4*#ppt_w"/>
                                          </p:val>
                                        </p:tav>
                                        <p:tav tm="100000">
                                          <p:val>
                                            <p:strVal val="#ppt_w"/>
                                          </p:val>
                                        </p:tav>
                                      </p:tavLst>
                                    </p:anim>
                                    <p:anim calcmode="lin" valueType="num">
                                      <p:cBhvr>
                                        <p:cTn id="62" dur="750" fill="hold"/>
                                        <p:tgtEl>
                                          <p:spTgt spid="356"/>
                                        </p:tgtEl>
                                        <p:attrNameLst>
                                          <p:attrName>ppt_h</p:attrName>
                                        </p:attrNameLst>
                                      </p:cBhvr>
                                      <p:tavLst>
                                        <p:tav tm="0">
                                          <p:val>
                                            <p:strVal val="4*#ppt_h"/>
                                          </p:val>
                                        </p:tav>
                                        <p:tav tm="100000">
                                          <p:val>
                                            <p:strVal val="#ppt_h"/>
                                          </p:val>
                                        </p:tav>
                                      </p:tavLst>
                                    </p:anim>
                                  </p:childTnLst>
                                </p:cTn>
                              </p:par>
                            </p:childTnLst>
                          </p:cTn>
                        </p:par>
                        <p:par>
                          <p:cTn id="63" fill="hold">
                            <p:stCondLst>
                              <p:cond delay="1050"/>
                            </p:stCondLst>
                            <p:childTnLst>
                              <p:par>
                                <p:cTn id="64" presetID="23" presetClass="entr" presetSubtype="16" fill="hold" grpId="12" nodeType="afterEffect">
                                  <p:stCondLst>
                                    <p:cond delay="0"/>
                                  </p:stCondLst>
                                  <p:iterate>
                                    <p:tmAbs val="0"/>
                                  </p:iterate>
                                  <p:childTnLst>
                                    <p:set>
                                      <p:cBhvr>
                                        <p:cTn id="65" fill="hold"/>
                                        <p:tgtEl>
                                          <p:spTgt spid="348"/>
                                        </p:tgtEl>
                                        <p:attrNameLst>
                                          <p:attrName>style.visibility</p:attrName>
                                        </p:attrNameLst>
                                      </p:cBhvr>
                                      <p:to>
                                        <p:strVal val="visible"/>
                                      </p:to>
                                    </p:set>
                                    <p:anim calcmode="lin" valueType="num">
                                      <p:cBhvr>
                                        <p:cTn id="66" dur="250" fill="hold"/>
                                        <p:tgtEl>
                                          <p:spTgt spid="348"/>
                                        </p:tgtEl>
                                        <p:attrNameLst>
                                          <p:attrName>ppt_w</p:attrName>
                                        </p:attrNameLst>
                                      </p:cBhvr>
                                      <p:tavLst>
                                        <p:tav tm="0">
                                          <p:val>
                                            <p:fltVal val="0"/>
                                          </p:val>
                                        </p:tav>
                                        <p:tav tm="100000">
                                          <p:val>
                                            <p:strVal val="#ppt_w"/>
                                          </p:val>
                                        </p:tav>
                                      </p:tavLst>
                                    </p:anim>
                                    <p:anim calcmode="lin" valueType="num">
                                      <p:cBhvr>
                                        <p:cTn id="67" dur="250" fill="hold"/>
                                        <p:tgtEl>
                                          <p:spTgt spid="348"/>
                                        </p:tgtEl>
                                        <p:attrNameLst>
                                          <p:attrName>ppt_h</p:attrName>
                                        </p:attrNameLst>
                                      </p:cBhvr>
                                      <p:tavLst>
                                        <p:tav tm="0">
                                          <p:val>
                                            <p:fltVal val="0"/>
                                          </p:val>
                                        </p:tav>
                                        <p:tav tm="100000">
                                          <p:val>
                                            <p:strVal val="#ppt_h"/>
                                          </p:val>
                                        </p:tav>
                                      </p:tavLst>
                                    </p:anim>
                                  </p:childTnLst>
                                </p:cTn>
                              </p:par>
                              <p:par>
                                <p:cTn id="68" presetID="25" presetClass="entr" presetSubtype="0" fill="hold" grpId="13" nodeType="withEffect">
                                  <p:stCondLst>
                                    <p:cond delay="100"/>
                                  </p:stCondLst>
                                  <p:childTnLst>
                                    <p:set>
                                      <p:cBhvr>
                                        <p:cTn id="69" dur="1" fill="hold">
                                          <p:stCondLst>
                                            <p:cond delay="0"/>
                                          </p:stCondLst>
                                        </p:cTn>
                                        <p:tgtEl>
                                          <p:spTgt spid="365"/>
                                        </p:tgtEl>
                                        <p:attrNameLst>
                                          <p:attrName>style.visibility</p:attrName>
                                        </p:attrNameLst>
                                      </p:cBhvr>
                                      <p:to>
                                        <p:strVal val="visible"/>
                                      </p:to>
                                    </p:set>
                                    <p:anim calcmode="lin" valueType="num">
                                      <p:cBhvr>
                                        <p:cTn id="70" dur="375" decel="50000" fill="hold">
                                          <p:stCondLst>
                                            <p:cond delay="0"/>
                                          </p:stCondLst>
                                        </p:cTn>
                                        <p:tgtEl>
                                          <p:spTgt spid="365"/>
                                        </p:tgtEl>
                                        <p:attrNameLst>
                                          <p:attrName>style.rotation</p:attrName>
                                        </p:attrNameLst>
                                      </p:cBhvr>
                                      <p:tavLst>
                                        <p:tav tm="0">
                                          <p:val>
                                            <p:fltVal val="-90"/>
                                          </p:val>
                                        </p:tav>
                                        <p:tav tm="100000">
                                          <p:val>
                                            <p:fltVal val="0"/>
                                          </p:val>
                                        </p:tav>
                                      </p:tavLst>
                                    </p:anim>
                                    <p:anim calcmode="lin" valueType="num">
                                      <p:cBhvr>
                                        <p:cTn id="71" dur="375" decel="50000" fill="hold">
                                          <p:stCondLst>
                                            <p:cond delay="0"/>
                                          </p:stCondLst>
                                        </p:cTn>
                                        <p:tgtEl>
                                          <p:spTgt spid="365"/>
                                        </p:tgtEl>
                                        <p:attrNameLst>
                                          <p:attrName>ppt_w</p:attrName>
                                        </p:attrNameLst>
                                      </p:cBhvr>
                                      <p:tavLst>
                                        <p:tav tm="0">
                                          <p:val>
                                            <p:strVal val="#ppt_w"/>
                                          </p:val>
                                        </p:tav>
                                        <p:tav tm="100000">
                                          <p:val>
                                            <p:strVal val="#ppt_w*.05"/>
                                          </p:val>
                                        </p:tav>
                                      </p:tavLst>
                                    </p:anim>
                                    <p:anim calcmode="lin" valueType="num">
                                      <p:cBhvr>
                                        <p:cTn id="72" dur="375" accel="50000" fill="hold">
                                          <p:stCondLst>
                                            <p:cond delay="375"/>
                                          </p:stCondLst>
                                        </p:cTn>
                                        <p:tgtEl>
                                          <p:spTgt spid="365"/>
                                        </p:tgtEl>
                                        <p:attrNameLst>
                                          <p:attrName>ppt_w</p:attrName>
                                        </p:attrNameLst>
                                      </p:cBhvr>
                                      <p:tavLst>
                                        <p:tav tm="0">
                                          <p:val>
                                            <p:strVal val="#ppt_w*.05"/>
                                          </p:val>
                                        </p:tav>
                                        <p:tav tm="100000">
                                          <p:val>
                                            <p:strVal val="#ppt_w"/>
                                          </p:val>
                                        </p:tav>
                                      </p:tavLst>
                                    </p:anim>
                                    <p:anim calcmode="lin" valueType="num">
                                      <p:cBhvr>
                                        <p:cTn id="73" dur="750" fill="hold"/>
                                        <p:tgtEl>
                                          <p:spTgt spid="365"/>
                                        </p:tgtEl>
                                        <p:attrNameLst>
                                          <p:attrName>ppt_h</p:attrName>
                                        </p:attrNameLst>
                                      </p:cBhvr>
                                      <p:tavLst>
                                        <p:tav tm="0">
                                          <p:val>
                                            <p:strVal val="#ppt_h"/>
                                          </p:val>
                                        </p:tav>
                                        <p:tav tm="100000">
                                          <p:val>
                                            <p:strVal val="#ppt_h"/>
                                          </p:val>
                                        </p:tav>
                                      </p:tavLst>
                                    </p:anim>
                                    <p:anim calcmode="lin" valueType="num">
                                      <p:cBhvr>
                                        <p:cTn id="74" dur="375" decel="50000" fill="hold">
                                          <p:stCondLst>
                                            <p:cond delay="0"/>
                                          </p:stCondLst>
                                        </p:cTn>
                                        <p:tgtEl>
                                          <p:spTgt spid="365"/>
                                        </p:tgtEl>
                                        <p:attrNameLst>
                                          <p:attrName>ppt_x</p:attrName>
                                        </p:attrNameLst>
                                      </p:cBhvr>
                                      <p:tavLst>
                                        <p:tav tm="0">
                                          <p:val>
                                            <p:strVal val="#ppt_x+.4"/>
                                          </p:val>
                                        </p:tav>
                                        <p:tav tm="100000">
                                          <p:val>
                                            <p:strVal val="#ppt_x"/>
                                          </p:val>
                                        </p:tav>
                                      </p:tavLst>
                                    </p:anim>
                                    <p:anim calcmode="lin" valueType="num">
                                      <p:cBhvr>
                                        <p:cTn id="75" dur="375" decel="50000" fill="hold">
                                          <p:stCondLst>
                                            <p:cond delay="0"/>
                                          </p:stCondLst>
                                        </p:cTn>
                                        <p:tgtEl>
                                          <p:spTgt spid="365"/>
                                        </p:tgtEl>
                                        <p:attrNameLst>
                                          <p:attrName>ppt_y</p:attrName>
                                        </p:attrNameLst>
                                      </p:cBhvr>
                                      <p:tavLst>
                                        <p:tav tm="0">
                                          <p:val>
                                            <p:strVal val="#ppt_y-.2"/>
                                          </p:val>
                                        </p:tav>
                                        <p:tav tm="100000">
                                          <p:val>
                                            <p:strVal val="#ppt_y+.1"/>
                                          </p:val>
                                        </p:tav>
                                      </p:tavLst>
                                    </p:anim>
                                    <p:anim calcmode="lin" valueType="num">
                                      <p:cBhvr>
                                        <p:cTn id="76" dur="375" accel="50000" fill="hold">
                                          <p:stCondLst>
                                            <p:cond delay="375"/>
                                          </p:stCondLst>
                                        </p:cTn>
                                        <p:tgtEl>
                                          <p:spTgt spid="365"/>
                                        </p:tgtEl>
                                        <p:attrNameLst>
                                          <p:attrName>ppt_y</p:attrName>
                                        </p:attrNameLst>
                                      </p:cBhvr>
                                      <p:tavLst>
                                        <p:tav tm="0">
                                          <p:val>
                                            <p:strVal val="#ppt_y+.1"/>
                                          </p:val>
                                        </p:tav>
                                        <p:tav tm="100000">
                                          <p:val>
                                            <p:strVal val="#ppt_y"/>
                                          </p:val>
                                        </p:tav>
                                      </p:tavLst>
                                    </p:anim>
                                    <p:animEffect transition="in" filter="fade">
                                      <p:cBhvr>
                                        <p:cTn id="77" dur="750" decel="50000">
                                          <p:stCondLst>
                                            <p:cond delay="0"/>
                                          </p:stCondLst>
                                        </p:cTn>
                                        <p:tgtEl>
                                          <p:spTgt spid="365"/>
                                        </p:tgtEl>
                                      </p:cBhvr>
                                    </p:animEffect>
                                  </p:childTnLst>
                                </p:cTn>
                              </p:par>
                            </p:childTnLst>
                          </p:cTn>
                        </p:par>
                        <p:par>
                          <p:cTn id="78" fill="hold">
                            <p:stCondLst>
                              <p:cond delay="1900"/>
                            </p:stCondLst>
                            <p:childTnLst>
                              <p:par>
                                <p:cTn id="79" presetID="3" presetClass="entr" presetSubtype="10" fill="hold" grpId="14" nodeType="afterEffect">
                                  <p:stCondLst>
                                    <p:cond delay="0"/>
                                  </p:stCondLst>
                                  <p:childTnLst>
                                    <p:set>
                                      <p:cBhvr>
                                        <p:cTn id="80" dur="1" fill="hold">
                                          <p:stCondLst>
                                            <p:cond delay="0"/>
                                          </p:stCondLst>
                                        </p:cTn>
                                        <p:tgtEl>
                                          <p:spTgt spid="361"/>
                                        </p:tgtEl>
                                        <p:attrNameLst>
                                          <p:attrName>style.visibility</p:attrName>
                                        </p:attrNameLst>
                                      </p:cBhvr>
                                      <p:to>
                                        <p:strVal val="visible"/>
                                      </p:to>
                                    </p:set>
                                    <p:animEffect transition="in" filter="blinds(horizontal)">
                                      <p:cBhvr>
                                        <p:cTn id="81" dur="500"/>
                                        <p:tgtEl>
                                          <p:spTgt spid="361"/>
                                        </p:tgtEl>
                                      </p:cBhvr>
                                    </p:animEffect>
                                  </p:childTnLst>
                                </p:cTn>
                              </p:par>
                              <p:par>
                                <p:cTn id="82" presetID="23" presetClass="entr" presetSubtype="16" fill="hold" grpId="15" nodeType="withEffect">
                                  <p:stCondLst>
                                    <p:cond delay="200"/>
                                  </p:stCondLst>
                                  <p:iterate>
                                    <p:tmAbs val="0"/>
                                  </p:iterate>
                                  <p:childTnLst>
                                    <p:set>
                                      <p:cBhvr>
                                        <p:cTn id="83" fill="hold"/>
                                        <p:tgtEl>
                                          <p:spTgt spid="349"/>
                                        </p:tgtEl>
                                        <p:attrNameLst>
                                          <p:attrName>style.visibility</p:attrName>
                                        </p:attrNameLst>
                                      </p:cBhvr>
                                      <p:to>
                                        <p:strVal val="visible"/>
                                      </p:to>
                                    </p:set>
                                    <p:anim calcmode="lin" valueType="num">
                                      <p:cBhvr>
                                        <p:cTn id="84" dur="250" fill="hold"/>
                                        <p:tgtEl>
                                          <p:spTgt spid="349"/>
                                        </p:tgtEl>
                                        <p:attrNameLst>
                                          <p:attrName>ppt_w</p:attrName>
                                        </p:attrNameLst>
                                      </p:cBhvr>
                                      <p:tavLst>
                                        <p:tav tm="0">
                                          <p:val>
                                            <p:fltVal val="0"/>
                                          </p:val>
                                        </p:tav>
                                        <p:tav tm="100000">
                                          <p:val>
                                            <p:strVal val="#ppt_w"/>
                                          </p:val>
                                        </p:tav>
                                      </p:tavLst>
                                    </p:anim>
                                    <p:anim calcmode="lin" valueType="num">
                                      <p:cBhvr>
                                        <p:cTn id="85" dur="250" fill="hold"/>
                                        <p:tgtEl>
                                          <p:spTgt spid="349"/>
                                        </p:tgtEl>
                                        <p:attrNameLst>
                                          <p:attrName>ppt_h</p:attrName>
                                        </p:attrNameLst>
                                      </p:cBhvr>
                                      <p:tavLst>
                                        <p:tav tm="0">
                                          <p:val>
                                            <p:fltVal val="0"/>
                                          </p:val>
                                        </p:tav>
                                        <p:tav tm="100000">
                                          <p:val>
                                            <p:strVal val="#ppt_h"/>
                                          </p:val>
                                        </p:tav>
                                      </p:tavLst>
                                    </p:anim>
                                  </p:childTnLst>
                                </p:cTn>
                              </p:par>
                              <p:par>
                                <p:cTn id="86" presetID="25" presetClass="entr" presetSubtype="0" fill="hold" grpId="16" nodeType="withEffect">
                                  <p:stCondLst>
                                    <p:cond delay="300"/>
                                  </p:stCondLst>
                                  <p:childTnLst>
                                    <p:set>
                                      <p:cBhvr>
                                        <p:cTn id="87" dur="1" fill="hold">
                                          <p:stCondLst>
                                            <p:cond delay="0"/>
                                          </p:stCondLst>
                                        </p:cTn>
                                        <p:tgtEl>
                                          <p:spTgt spid="367"/>
                                        </p:tgtEl>
                                        <p:attrNameLst>
                                          <p:attrName>style.visibility</p:attrName>
                                        </p:attrNameLst>
                                      </p:cBhvr>
                                      <p:to>
                                        <p:strVal val="visible"/>
                                      </p:to>
                                    </p:set>
                                    <p:anim calcmode="lin" valueType="num">
                                      <p:cBhvr>
                                        <p:cTn id="88" dur="375" decel="50000" fill="hold">
                                          <p:stCondLst>
                                            <p:cond delay="0"/>
                                          </p:stCondLst>
                                        </p:cTn>
                                        <p:tgtEl>
                                          <p:spTgt spid="367"/>
                                        </p:tgtEl>
                                        <p:attrNameLst>
                                          <p:attrName>style.rotation</p:attrName>
                                        </p:attrNameLst>
                                      </p:cBhvr>
                                      <p:tavLst>
                                        <p:tav tm="0">
                                          <p:val>
                                            <p:fltVal val="-90"/>
                                          </p:val>
                                        </p:tav>
                                        <p:tav tm="100000">
                                          <p:val>
                                            <p:fltVal val="0"/>
                                          </p:val>
                                        </p:tav>
                                      </p:tavLst>
                                    </p:anim>
                                    <p:anim calcmode="lin" valueType="num">
                                      <p:cBhvr>
                                        <p:cTn id="89" dur="375" decel="50000" fill="hold">
                                          <p:stCondLst>
                                            <p:cond delay="0"/>
                                          </p:stCondLst>
                                        </p:cTn>
                                        <p:tgtEl>
                                          <p:spTgt spid="367"/>
                                        </p:tgtEl>
                                        <p:attrNameLst>
                                          <p:attrName>ppt_w</p:attrName>
                                        </p:attrNameLst>
                                      </p:cBhvr>
                                      <p:tavLst>
                                        <p:tav tm="0">
                                          <p:val>
                                            <p:strVal val="#ppt_w"/>
                                          </p:val>
                                        </p:tav>
                                        <p:tav tm="100000">
                                          <p:val>
                                            <p:strVal val="#ppt_w*.05"/>
                                          </p:val>
                                        </p:tav>
                                      </p:tavLst>
                                    </p:anim>
                                    <p:anim calcmode="lin" valueType="num">
                                      <p:cBhvr>
                                        <p:cTn id="90" dur="375" accel="50000" fill="hold">
                                          <p:stCondLst>
                                            <p:cond delay="375"/>
                                          </p:stCondLst>
                                        </p:cTn>
                                        <p:tgtEl>
                                          <p:spTgt spid="367"/>
                                        </p:tgtEl>
                                        <p:attrNameLst>
                                          <p:attrName>ppt_w</p:attrName>
                                        </p:attrNameLst>
                                      </p:cBhvr>
                                      <p:tavLst>
                                        <p:tav tm="0">
                                          <p:val>
                                            <p:strVal val="#ppt_w*.05"/>
                                          </p:val>
                                        </p:tav>
                                        <p:tav tm="100000">
                                          <p:val>
                                            <p:strVal val="#ppt_w"/>
                                          </p:val>
                                        </p:tav>
                                      </p:tavLst>
                                    </p:anim>
                                    <p:anim calcmode="lin" valueType="num">
                                      <p:cBhvr>
                                        <p:cTn id="91" dur="750" fill="hold"/>
                                        <p:tgtEl>
                                          <p:spTgt spid="367"/>
                                        </p:tgtEl>
                                        <p:attrNameLst>
                                          <p:attrName>ppt_h</p:attrName>
                                        </p:attrNameLst>
                                      </p:cBhvr>
                                      <p:tavLst>
                                        <p:tav tm="0">
                                          <p:val>
                                            <p:strVal val="#ppt_h"/>
                                          </p:val>
                                        </p:tav>
                                        <p:tav tm="100000">
                                          <p:val>
                                            <p:strVal val="#ppt_h"/>
                                          </p:val>
                                        </p:tav>
                                      </p:tavLst>
                                    </p:anim>
                                    <p:anim calcmode="lin" valueType="num">
                                      <p:cBhvr>
                                        <p:cTn id="92" dur="375" decel="50000" fill="hold">
                                          <p:stCondLst>
                                            <p:cond delay="0"/>
                                          </p:stCondLst>
                                        </p:cTn>
                                        <p:tgtEl>
                                          <p:spTgt spid="367"/>
                                        </p:tgtEl>
                                        <p:attrNameLst>
                                          <p:attrName>ppt_x</p:attrName>
                                        </p:attrNameLst>
                                      </p:cBhvr>
                                      <p:tavLst>
                                        <p:tav tm="0">
                                          <p:val>
                                            <p:strVal val="#ppt_x+.4"/>
                                          </p:val>
                                        </p:tav>
                                        <p:tav tm="100000">
                                          <p:val>
                                            <p:strVal val="#ppt_x"/>
                                          </p:val>
                                        </p:tav>
                                      </p:tavLst>
                                    </p:anim>
                                    <p:anim calcmode="lin" valueType="num">
                                      <p:cBhvr>
                                        <p:cTn id="93" dur="375" decel="50000" fill="hold">
                                          <p:stCondLst>
                                            <p:cond delay="0"/>
                                          </p:stCondLst>
                                        </p:cTn>
                                        <p:tgtEl>
                                          <p:spTgt spid="367"/>
                                        </p:tgtEl>
                                        <p:attrNameLst>
                                          <p:attrName>ppt_y</p:attrName>
                                        </p:attrNameLst>
                                      </p:cBhvr>
                                      <p:tavLst>
                                        <p:tav tm="0">
                                          <p:val>
                                            <p:strVal val="#ppt_y-.2"/>
                                          </p:val>
                                        </p:tav>
                                        <p:tav tm="100000">
                                          <p:val>
                                            <p:strVal val="#ppt_y+.1"/>
                                          </p:val>
                                        </p:tav>
                                      </p:tavLst>
                                    </p:anim>
                                    <p:anim calcmode="lin" valueType="num">
                                      <p:cBhvr>
                                        <p:cTn id="94" dur="375" accel="50000" fill="hold">
                                          <p:stCondLst>
                                            <p:cond delay="375"/>
                                          </p:stCondLst>
                                        </p:cTn>
                                        <p:tgtEl>
                                          <p:spTgt spid="367"/>
                                        </p:tgtEl>
                                        <p:attrNameLst>
                                          <p:attrName>ppt_y</p:attrName>
                                        </p:attrNameLst>
                                      </p:cBhvr>
                                      <p:tavLst>
                                        <p:tav tm="0">
                                          <p:val>
                                            <p:strVal val="#ppt_y+.1"/>
                                          </p:val>
                                        </p:tav>
                                        <p:tav tm="100000">
                                          <p:val>
                                            <p:strVal val="#ppt_y"/>
                                          </p:val>
                                        </p:tav>
                                      </p:tavLst>
                                    </p:anim>
                                    <p:animEffect transition="in" filter="fade">
                                      <p:cBhvr>
                                        <p:cTn id="95" dur="750" decel="50000">
                                          <p:stCondLst>
                                            <p:cond delay="0"/>
                                          </p:stCondLst>
                                        </p:cTn>
                                        <p:tgtEl>
                                          <p:spTgt spid="367"/>
                                        </p:tgtEl>
                                      </p:cBhvr>
                                    </p:animEffect>
                                  </p:childTnLst>
                                </p:cTn>
                              </p:par>
                            </p:childTnLst>
                          </p:cTn>
                        </p:par>
                        <p:par>
                          <p:cTn id="96" fill="hold">
                            <p:stCondLst>
                              <p:cond delay="2950"/>
                            </p:stCondLst>
                            <p:childTnLst>
                              <p:par>
                                <p:cTn id="97" presetID="3" presetClass="entr" presetSubtype="10" fill="hold" grpId="17" nodeType="afterEffect">
                                  <p:stCondLst>
                                    <p:cond delay="0"/>
                                  </p:stCondLst>
                                  <p:childTnLst>
                                    <p:set>
                                      <p:cBhvr>
                                        <p:cTn id="98" dur="1" fill="hold">
                                          <p:stCondLst>
                                            <p:cond delay="0"/>
                                          </p:stCondLst>
                                        </p:cTn>
                                        <p:tgtEl>
                                          <p:spTgt spid="363"/>
                                        </p:tgtEl>
                                        <p:attrNameLst>
                                          <p:attrName>style.visibility</p:attrName>
                                        </p:attrNameLst>
                                      </p:cBhvr>
                                      <p:to>
                                        <p:strVal val="visible"/>
                                      </p:to>
                                    </p:set>
                                    <p:animEffect transition="in" filter="blinds(horizontal)">
                                      <p:cBhvr>
                                        <p:cTn id="99" dur="500"/>
                                        <p:tgtEl>
                                          <p:spTgt spid="363"/>
                                        </p:tgtEl>
                                      </p:cBhvr>
                                    </p:animEffect>
                                  </p:childTnLst>
                                </p:cTn>
                              </p:par>
                            </p:childTnLst>
                          </p:cTn>
                        </p:par>
                      </p:childTnLst>
                    </p:cTn>
                  </p:par>
                  <p:par>
                    <p:cTn id="100" fill="hold">
                      <p:stCondLst>
                        <p:cond delay="indefinite"/>
                      </p:stCondLst>
                      <p:childTnLst>
                        <p:par>
                          <p:cTn id="101" fill="hold">
                            <p:stCondLst>
                              <p:cond delay="0"/>
                            </p:stCondLst>
                            <p:childTnLst>
                              <p:par>
                                <p:cTn id="102" presetID="10" presetClass="entr" fill="hold" grpId="18" nodeType="clickEffect">
                                  <p:stCondLst>
                                    <p:cond delay="0"/>
                                  </p:stCondLst>
                                  <p:iterate>
                                    <p:tmAbs val="0"/>
                                  </p:iterate>
                                  <p:childTnLst>
                                    <p:set>
                                      <p:cBhvr>
                                        <p:cTn id="103" fill="hold"/>
                                        <p:tgtEl>
                                          <p:spTgt spid="355"/>
                                        </p:tgtEl>
                                        <p:attrNameLst>
                                          <p:attrName>style.visibility</p:attrName>
                                        </p:attrNameLst>
                                      </p:cBhvr>
                                      <p:to>
                                        <p:strVal val="visible"/>
                                      </p:to>
                                    </p:set>
                                    <p:animEffect transition="in" filter="fade">
                                      <p:cBhvr>
                                        <p:cTn id="104" dur="750"/>
                                        <p:tgtEl>
                                          <p:spTgt spid="355"/>
                                        </p:tgtEl>
                                      </p:cBhvr>
                                    </p:animEffect>
                                  </p:childTnLst>
                                </p:cTn>
                              </p:par>
                              <p:par>
                                <p:cTn id="105" presetID="23" presetClass="entr" presetSubtype="32" fill="hold" grpId="19" nodeType="withEffect">
                                  <p:stCondLst>
                                    <p:cond delay="300"/>
                                  </p:stCondLst>
                                  <p:iterate>
                                    <p:tmAbs val="0"/>
                                  </p:iterate>
                                  <p:childTnLst>
                                    <p:set>
                                      <p:cBhvr>
                                        <p:cTn id="106" fill="hold"/>
                                        <p:tgtEl>
                                          <p:spTgt spid="352"/>
                                        </p:tgtEl>
                                        <p:attrNameLst>
                                          <p:attrName>style.visibility</p:attrName>
                                        </p:attrNameLst>
                                      </p:cBhvr>
                                      <p:to>
                                        <p:strVal val="visible"/>
                                      </p:to>
                                    </p:set>
                                    <p:anim calcmode="lin" valueType="num">
                                      <p:cBhvr>
                                        <p:cTn id="107" dur="750" fill="hold"/>
                                        <p:tgtEl>
                                          <p:spTgt spid="352"/>
                                        </p:tgtEl>
                                        <p:attrNameLst>
                                          <p:attrName>ppt_w</p:attrName>
                                        </p:attrNameLst>
                                      </p:cBhvr>
                                      <p:tavLst>
                                        <p:tav tm="0">
                                          <p:val>
                                            <p:strVal val="4*#ppt_w"/>
                                          </p:val>
                                        </p:tav>
                                        <p:tav tm="100000">
                                          <p:val>
                                            <p:strVal val="#ppt_w"/>
                                          </p:val>
                                        </p:tav>
                                      </p:tavLst>
                                    </p:anim>
                                    <p:anim calcmode="lin" valueType="num">
                                      <p:cBhvr>
                                        <p:cTn id="108" dur="750" fill="hold"/>
                                        <p:tgtEl>
                                          <p:spTgt spid="352"/>
                                        </p:tgtEl>
                                        <p:attrNameLst>
                                          <p:attrName>ppt_h</p:attrName>
                                        </p:attrNameLst>
                                      </p:cBhvr>
                                      <p:tavLst>
                                        <p:tav tm="0">
                                          <p:val>
                                            <p:strVal val="4*#ppt_h"/>
                                          </p:val>
                                        </p:tav>
                                        <p:tav tm="100000">
                                          <p:val>
                                            <p:strVal val="#ppt_h"/>
                                          </p:val>
                                        </p:tav>
                                      </p:tavLst>
                                    </p:anim>
                                  </p:childTnLst>
                                </p:cTn>
                              </p:par>
                            </p:childTnLst>
                          </p:cTn>
                        </p:par>
                        <p:par>
                          <p:cTn id="109" fill="hold">
                            <p:stCondLst>
                              <p:cond delay="1050"/>
                            </p:stCondLst>
                            <p:childTnLst>
                              <p:par>
                                <p:cTn id="110" presetID="23" presetClass="entr" presetSubtype="16" fill="hold" grpId="20" nodeType="afterEffect">
                                  <p:stCondLst>
                                    <p:cond delay="0"/>
                                  </p:stCondLst>
                                  <p:iterate>
                                    <p:tmAbs val="0"/>
                                  </p:iterate>
                                  <p:childTnLst>
                                    <p:set>
                                      <p:cBhvr>
                                        <p:cTn id="111" fill="hold"/>
                                        <p:tgtEl>
                                          <p:spTgt spid="350"/>
                                        </p:tgtEl>
                                        <p:attrNameLst>
                                          <p:attrName>style.visibility</p:attrName>
                                        </p:attrNameLst>
                                      </p:cBhvr>
                                      <p:to>
                                        <p:strVal val="visible"/>
                                      </p:to>
                                    </p:set>
                                    <p:anim calcmode="lin" valueType="num">
                                      <p:cBhvr>
                                        <p:cTn id="112" dur="250" fill="hold"/>
                                        <p:tgtEl>
                                          <p:spTgt spid="350"/>
                                        </p:tgtEl>
                                        <p:attrNameLst>
                                          <p:attrName>ppt_w</p:attrName>
                                        </p:attrNameLst>
                                      </p:cBhvr>
                                      <p:tavLst>
                                        <p:tav tm="0">
                                          <p:val>
                                            <p:fltVal val="0"/>
                                          </p:val>
                                        </p:tav>
                                        <p:tav tm="100000">
                                          <p:val>
                                            <p:strVal val="#ppt_w"/>
                                          </p:val>
                                        </p:tav>
                                      </p:tavLst>
                                    </p:anim>
                                    <p:anim calcmode="lin" valueType="num">
                                      <p:cBhvr>
                                        <p:cTn id="113" dur="250" fill="hold"/>
                                        <p:tgtEl>
                                          <p:spTgt spid="350"/>
                                        </p:tgtEl>
                                        <p:attrNameLst>
                                          <p:attrName>ppt_h</p:attrName>
                                        </p:attrNameLst>
                                      </p:cBhvr>
                                      <p:tavLst>
                                        <p:tav tm="0">
                                          <p:val>
                                            <p:fltVal val="0"/>
                                          </p:val>
                                        </p:tav>
                                        <p:tav tm="100000">
                                          <p:val>
                                            <p:strVal val="#ppt_h"/>
                                          </p:val>
                                        </p:tav>
                                      </p:tavLst>
                                    </p:anim>
                                  </p:childTnLst>
                                </p:cTn>
                              </p:par>
                              <p:par>
                                <p:cTn id="114" presetID="25" presetClass="entr" presetSubtype="0" fill="hold" grpId="21" nodeType="withEffect">
                                  <p:stCondLst>
                                    <p:cond delay="100"/>
                                  </p:stCondLst>
                                  <p:childTnLst>
                                    <p:set>
                                      <p:cBhvr>
                                        <p:cTn id="115" dur="1" fill="hold">
                                          <p:stCondLst>
                                            <p:cond delay="0"/>
                                          </p:stCondLst>
                                        </p:cTn>
                                        <p:tgtEl>
                                          <p:spTgt spid="366"/>
                                        </p:tgtEl>
                                        <p:attrNameLst>
                                          <p:attrName>style.visibility</p:attrName>
                                        </p:attrNameLst>
                                      </p:cBhvr>
                                      <p:to>
                                        <p:strVal val="visible"/>
                                      </p:to>
                                    </p:set>
                                    <p:anim calcmode="lin" valueType="num">
                                      <p:cBhvr>
                                        <p:cTn id="116" dur="375" decel="50000" fill="hold">
                                          <p:stCondLst>
                                            <p:cond delay="0"/>
                                          </p:stCondLst>
                                        </p:cTn>
                                        <p:tgtEl>
                                          <p:spTgt spid="366"/>
                                        </p:tgtEl>
                                        <p:attrNameLst>
                                          <p:attrName>style.rotation</p:attrName>
                                        </p:attrNameLst>
                                      </p:cBhvr>
                                      <p:tavLst>
                                        <p:tav tm="0">
                                          <p:val>
                                            <p:fltVal val="-90"/>
                                          </p:val>
                                        </p:tav>
                                        <p:tav tm="100000">
                                          <p:val>
                                            <p:fltVal val="0"/>
                                          </p:val>
                                        </p:tav>
                                      </p:tavLst>
                                    </p:anim>
                                    <p:anim calcmode="lin" valueType="num">
                                      <p:cBhvr>
                                        <p:cTn id="117" dur="375" decel="50000" fill="hold">
                                          <p:stCondLst>
                                            <p:cond delay="0"/>
                                          </p:stCondLst>
                                        </p:cTn>
                                        <p:tgtEl>
                                          <p:spTgt spid="366"/>
                                        </p:tgtEl>
                                        <p:attrNameLst>
                                          <p:attrName>ppt_w</p:attrName>
                                        </p:attrNameLst>
                                      </p:cBhvr>
                                      <p:tavLst>
                                        <p:tav tm="0">
                                          <p:val>
                                            <p:strVal val="#ppt_w"/>
                                          </p:val>
                                        </p:tav>
                                        <p:tav tm="100000">
                                          <p:val>
                                            <p:strVal val="#ppt_w*.05"/>
                                          </p:val>
                                        </p:tav>
                                      </p:tavLst>
                                    </p:anim>
                                    <p:anim calcmode="lin" valueType="num">
                                      <p:cBhvr>
                                        <p:cTn id="118" dur="375" accel="50000" fill="hold">
                                          <p:stCondLst>
                                            <p:cond delay="375"/>
                                          </p:stCondLst>
                                        </p:cTn>
                                        <p:tgtEl>
                                          <p:spTgt spid="366"/>
                                        </p:tgtEl>
                                        <p:attrNameLst>
                                          <p:attrName>ppt_w</p:attrName>
                                        </p:attrNameLst>
                                      </p:cBhvr>
                                      <p:tavLst>
                                        <p:tav tm="0">
                                          <p:val>
                                            <p:strVal val="#ppt_w*.05"/>
                                          </p:val>
                                        </p:tav>
                                        <p:tav tm="100000">
                                          <p:val>
                                            <p:strVal val="#ppt_w"/>
                                          </p:val>
                                        </p:tav>
                                      </p:tavLst>
                                    </p:anim>
                                    <p:anim calcmode="lin" valueType="num">
                                      <p:cBhvr>
                                        <p:cTn id="119" dur="750" fill="hold"/>
                                        <p:tgtEl>
                                          <p:spTgt spid="366"/>
                                        </p:tgtEl>
                                        <p:attrNameLst>
                                          <p:attrName>ppt_h</p:attrName>
                                        </p:attrNameLst>
                                      </p:cBhvr>
                                      <p:tavLst>
                                        <p:tav tm="0">
                                          <p:val>
                                            <p:strVal val="#ppt_h"/>
                                          </p:val>
                                        </p:tav>
                                        <p:tav tm="100000">
                                          <p:val>
                                            <p:strVal val="#ppt_h"/>
                                          </p:val>
                                        </p:tav>
                                      </p:tavLst>
                                    </p:anim>
                                    <p:anim calcmode="lin" valueType="num">
                                      <p:cBhvr>
                                        <p:cTn id="120" dur="375" decel="50000" fill="hold">
                                          <p:stCondLst>
                                            <p:cond delay="0"/>
                                          </p:stCondLst>
                                        </p:cTn>
                                        <p:tgtEl>
                                          <p:spTgt spid="366"/>
                                        </p:tgtEl>
                                        <p:attrNameLst>
                                          <p:attrName>ppt_x</p:attrName>
                                        </p:attrNameLst>
                                      </p:cBhvr>
                                      <p:tavLst>
                                        <p:tav tm="0">
                                          <p:val>
                                            <p:strVal val="#ppt_x+.4"/>
                                          </p:val>
                                        </p:tav>
                                        <p:tav tm="100000">
                                          <p:val>
                                            <p:strVal val="#ppt_x"/>
                                          </p:val>
                                        </p:tav>
                                      </p:tavLst>
                                    </p:anim>
                                    <p:anim calcmode="lin" valueType="num">
                                      <p:cBhvr>
                                        <p:cTn id="121" dur="375" decel="50000" fill="hold">
                                          <p:stCondLst>
                                            <p:cond delay="0"/>
                                          </p:stCondLst>
                                        </p:cTn>
                                        <p:tgtEl>
                                          <p:spTgt spid="366"/>
                                        </p:tgtEl>
                                        <p:attrNameLst>
                                          <p:attrName>ppt_y</p:attrName>
                                        </p:attrNameLst>
                                      </p:cBhvr>
                                      <p:tavLst>
                                        <p:tav tm="0">
                                          <p:val>
                                            <p:strVal val="#ppt_y-.2"/>
                                          </p:val>
                                        </p:tav>
                                        <p:tav tm="100000">
                                          <p:val>
                                            <p:strVal val="#ppt_y+.1"/>
                                          </p:val>
                                        </p:tav>
                                      </p:tavLst>
                                    </p:anim>
                                    <p:anim calcmode="lin" valueType="num">
                                      <p:cBhvr>
                                        <p:cTn id="122" dur="375" accel="50000" fill="hold">
                                          <p:stCondLst>
                                            <p:cond delay="375"/>
                                          </p:stCondLst>
                                        </p:cTn>
                                        <p:tgtEl>
                                          <p:spTgt spid="366"/>
                                        </p:tgtEl>
                                        <p:attrNameLst>
                                          <p:attrName>ppt_y</p:attrName>
                                        </p:attrNameLst>
                                      </p:cBhvr>
                                      <p:tavLst>
                                        <p:tav tm="0">
                                          <p:val>
                                            <p:strVal val="#ppt_y+.1"/>
                                          </p:val>
                                        </p:tav>
                                        <p:tav tm="100000">
                                          <p:val>
                                            <p:strVal val="#ppt_y"/>
                                          </p:val>
                                        </p:tav>
                                      </p:tavLst>
                                    </p:anim>
                                    <p:animEffect transition="in" filter="fade">
                                      <p:cBhvr>
                                        <p:cTn id="123" dur="750" decel="50000">
                                          <p:stCondLst>
                                            <p:cond delay="0"/>
                                          </p:stCondLst>
                                        </p:cTn>
                                        <p:tgtEl>
                                          <p:spTgt spid="366"/>
                                        </p:tgtEl>
                                      </p:cBhvr>
                                    </p:animEffect>
                                  </p:childTnLst>
                                </p:cTn>
                              </p:par>
                            </p:childTnLst>
                          </p:cTn>
                        </p:par>
                        <p:par>
                          <p:cTn id="124" fill="hold">
                            <p:stCondLst>
                              <p:cond delay="1900"/>
                            </p:stCondLst>
                            <p:childTnLst>
                              <p:par>
                                <p:cTn id="125" presetID="3" presetClass="entr" presetSubtype="10" fill="hold" grpId="22" nodeType="afterEffect">
                                  <p:stCondLst>
                                    <p:cond delay="0"/>
                                  </p:stCondLst>
                                  <p:childTnLst>
                                    <p:set>
                                      <p:cBhvr>
                                        <p:cTn id="126" dur="1" fill="hold">
                                          <p:stCondLst>
                                            <p:cond delay="0"/>
                                          </p:stCondLst>
                                        </p:cTn>
                                        <p:tgtEl>
                                          <p:spTgt spid="362"/>
                                        </p:tgtEl>
                                        <p:attrNameLst>
                                          <p:attrName>style.visibility</p:attrName>
                                        </p:attrNameLst>
                                      </p:cBhvr>
                                      <p:to>
                                        <p:strVal val="visible"/>
                                      </p:to>
                                    </p:set>
                                    <p:animEffect transition="in" filter="blinds(horizontal)">
                                      <p:cBhvr>
                                        <p:cTn id="127" dur="500"/>
                                        <p:tgtEl>
                                          <p:spTgt spid="362"/>
                                        </p:tgtEl>
                                      </p:cBhvr>
                                    </p:animEffect>
                                  </p:childTnLst>
                                </p:cTn>
                              </p:par>
                              <p:par>
                                <p:cTn id="128" presetID="23" presetClass="entr" presetSubtype="16" fill="hold" grpId="23" nodeType="withEffect">
                                  <p:stCondLst>
                                    <p:cond delay="200"/>
                                  </p:stCondLst>
                                  <p:iterate>
                                    <p:tmAbs val="0"/>
                                  </p:iterate>
                                  <p:childTnLst>
                                    <p:set>
                                      <p:cBhvr>
                                        <p:cTn id="129" fill="hold"/>
                                        <p:tgtEl>
                                          <p:spTgt spid="369"/>
                                        </p:tgtEl>
                                        <p:attrNameLst>
                                          <p:attrName>style.visibility</p:attrName>
                                        </p:attrNameLst>
                                      </p:cBhvr>
                                      <p:to>
                                        <p:strVal val="visible"/>
                                      </p:to>
                                    </p:set>
                                    <p:anim calcmode="lin" valueType="num">
                                      <p:cBhvr>
                                        <p:cTn id="130" dur="500" fill="hold"/>
                                        <p:tgtEl>
                                          <p:spTgt spid="369"/>
                                        </p:tgtEl>
                                        <p:attrNameLst>
                                          <p:attrName>ppt_w</p:attrName>
                                        </p:attrNameLst>
                                      </p:cBhvr>
                                      <p:tavLst>
                                        <p:tav tm="0">
                                          <p:val>
                                            <p:fltVal val="0"/>
                                          </p:val>
                                        </p:tav>
                                        <p:tav tm="100000">
                                          <p:val>
                                            <p:strVal val="#ppt_w"/>
                                          </p:val>
                                        </p:tav>
                                      </p:tavLst>
                                    </p:anim>
                                    <p:anim calcmode="lin" valueType="num">
                                      <p:cBhvr>
                                        <p:cTn id="131" dur="500" fill="hold"/>
                                        <p:tgtEl>
                                          <p:spTgt spid="369"/>
                                        </p:tgtEl>
                                        <p:attrNameLst>
                                          <p:attrName>ppt_h</p:attrName>
                                        </p:attrNameLst>
                                      </p:cBhvr>
                                      <p:tavLst>
                                        <p:tav tm="0">
                                          <p:val>
                                            <p:fltVal val="0"/>
                                          </p:val>
                                        </p:tav>
                                        <p:tav tm="100000">
                                          <p:val>
                                            <p:strVal val="#ppt_h"/>
                                          </p:val>
                                        </p:tav>
                                      </p:tavLst>
                                    </p:anim>
                                  </p:childTnLst>
                                </p:cTn>
                              </p:par>
                              <p:par>
                                <p:cTn id="132" presetID="25" presetClass="entr" presetSubtype="0" fill="hold" grpId="24" nodeType="withEffect">
                                  <p:stCondLst>
                                    <p:cond delay="300"/>
                                  </p:stCondLst>
                                  <p:childTnLst>
                                    <p:set>
                                      <p:cBhvr>
                                        <p:cTn id="133" dur="1" fill="hold">
                                          <p:stCondLst>
                                            <p:cond delay="0"/>
                                          </p:stCondLst>
                                        </p:cTn>
                                        <p:tgtEl>
                                          <p:spTgt spid="354"/>
                                        </p:tgtEl>
                                        <p:attrNameLst>
                                          <p:attrName>style.visibility</p:attrName>
                                        </p:attrNameLst>
                                      </p:cBhvr>
                                      <p:to>
                                        <p:strVal val="visible"/>
                                      </p:to>
                                    </p:set>
                                    <p:anim calcmode="lin" valueType="num">
                                      <p:cBhvr>
                                        <p:cTn id="134" dur="375" decel="50000" fill="hold">
                                          <p:stCondLst>
                                            <p:cond delay="0"/>
                                          </p:stCondLst>
                                        </p:cTn>
                                        <p:tgtEl>
                                          <p:spTgt spid="354"/>
                                        </p:tgtEl>
                                        <p:attrNameLst>
                                          <p:attrName>style.rotation</p:attrName>
                                        </p:attrNameLst>
                                      </p:cBhvr>
                                      <p:tavLst>
                                        <p:tav tm="0">
                                          <p:val>
                                            <p:fltVal val="-90"/>
                                          </p:val>
                                        </p:tav>
                                        <p:tav tm="100000">
                                          <p:val>
                                            <p:fltVal val="0"/>
                                          </p:val>
                                        </p:tav>
                                      </p:tavLst>
                                    </p:anim>
                                    <p:anim calcmode="lin" valueType="num">
                                      <p:cBhvr>
                                        <p:cTn id="135" dur="375" decel="50000" fill="hold">
                                          <p:stCondLst>
                                            <p:cond delay="0"/>
                                          </p:stCondLst>
                                        </p:cTn>
                                        <p:tgtEl>
                                          <p:spTgt spid="354"/>
                                        </p:tgtEl>
                                        <p:attrNameLst>
                                          <p:attrName>ppt_w</p:attrName>
                                        </p:attrNameLst>
                                      </p:cBhvr>
                                      <p:tavLst>
                                        <p:tav tm="0">
                                          <p:val>
                                            <p:strVal val="#ppt_w"/>
                                          </p:val>
                                        </p:tav>
                                        <p:tav tm="100000">
                                          <p:val>
                                            <p:strVal val="#ppt_w*.05"/>
                                          </p:val>
                                        </p:tav>
                                      </p:tavLst>
                                    </p:anim>
                                    <p:anim calcmode="lin" valueType="num">
                                      <p:cBhvr>
                                        <p:cTn id="136" dur="375" accel="50000" fill="hold">
                                          <p:stCondLst>
                                            <p:cond delay="375"/>
                                          </p:stCondLst>
                                        </p:cTn>
                                        <p:tgtEl>
                                          <p:spTgt spid="354"/>
                                        </p:tgtEl>
                                        <p:attrNameLst>
                                          <p:attrName>ppt_w</p:attrName>
                                        </p:attrNameLst>
                                      </p:cBhvr>
                                      <p:tavLst>
                                        <p:tav tm="0">
                                          <p:val>
                                            <p:strVal val="#ppt_w*.05"/>
                                          </p:val>
                                        </p:tav>
                                        <p:tav tm="100000">
                                          <p:val>
                                            <p:strVal val="#ppt_w"/>
                                          </p:val>
                                        </p:tav>
                                      </p:tavLst>
                                    </p:anim>
                                    <p:anim calcmode="lin" valueType="num">
                                      <p:cBhvr>
                                        <p:cTn id="137" dur="750" fill="hold"/>
                                        <p:tgtEl>
                                          <p:spTgt spid="354"/>
                                        </p:tgtEl>
                                        <p:attrNameLst>
                                          <p:attrName>ppt_h</p:attrName>
                                        </p:attrNameLst>
                                      </p:cBhvr>
                                      <p:tavLst>
                                        <p:tav tm="0">
                                          <p:val>
                                            <p:strVal val="#ppt_h"/>
                                          </p:val>
                                        </p:tav>
                                        <p:tav tm="100000">
                                          <p:val>
                                            <p:strVal val="#ppt_h"/>
                                          </p:val>
                                        </p:tav>
                                      </p:tavLst>
                                    </p:anim>
                                    <p:anim calcmode="lin" valueType="num">
                                      <p:cBhvr>
                                        <p:cTn id="138" dur="375" decel="50000" fill="hold">
                                          <p:stCondLst>
                                            <p:cond delay="0"/>
                                          </p:stCondLst>
                                        </p:cTn>
                                        <p:tgtEl>
                                          <p:spTgt spid="354"/>
                                        </p:tgtEl>
                                        <p:attrNameLst>
                                          <p:attrName>ppt_x</p:attrName>
                                        </p:attrNameLst>
                                      </p:cBhvr>
                                      <p:tavLst>
                                        <p:tav tm="0">
                                          <p:val>
                                            <p:strVal val="#ppt_x+.4"/>
                                          </p:val>
                                        </p:tav>
                                        <p:tav tm="100000">
                                          <p:val>
                                            <p:strVal val="#ppt_x"/>
                                          </p:val>
                                        </p:tav>
                                      </p:tavLst>
                                    </p:anim>
                                    <p:anim calcmode="lin" valueType="num">
                                      <p:cBhvr>
                                        <p:cTn id="139" dur="375" decel="50000" fill="hold">
                                          <p:stCondLst>
                                            <p:cond delay="0"/>
                                          </p:stCondLst>
                                        </p:cTn>
                                        <p:tgtEl>
                                          <p:spTgt spid="354"/>
                                        </p:tgtEl>
                                        <p:attrNameLst>
                                          <p:attrName>ppt_y</p:attrName>
                                        </p:attrNameLst>
                                      </p:cBhvr>
                                      <p:tavLst>
                                        <p:tav tm="0">
                                          <p:val>
                                            <p:strVal val="#ppt_y-.2"/>
                                          </p:val>
                                        </p:tav>
                                        <p:tav tm="100000">
                                          <p:val>
                                            <p:strVal val="#ppt_y+.1"/>
                                          </p:val>
                                        </p:tav>
                                      </p:tavLst>
                                    </p:anim>
                                    <p:anim calcmode="lin" valueType="num">
                                      <p:cBhvr>
                                        <p:cTn id="140" dur="375" accel="50000" fill="hold">
                                          <p:stCondLst>
                                            <p:cond delay="375"/>
                                          </p:stCondLst>
                                        </p:cTn>
                                        <p:tgtEl>
                                          <p:spTgt spid="354"/>
                                        </p:tgtEl>
                                        <p:attrNameLst>
                                          <p:attrName>ppt_y</p:attrName>
                                        </p:attrNameLst>
                                      </p:cBhvr>
                                      <p:tavLst>
                                        <p:tav tm="0">
                                          <p:val>
                                            <p:strVal val="#ppt_y+.1"/>
                                          </p:val>
                                        </p:tav>
                                        <p:tav tm="100000">
                                          <p:val>
                                            <p:strVal val="#ppt_y"/>
                                          </p:val>
                                        </p:tav>
                                      </p:tavLst>
                                    </p:anim>
                                    <p:animEffect transition="in" filter="fade">
                                      <p:cBhvr>
                                        <p:cTn id="141" dur="750" decel="50000">
                                          <p:stCondLst>
                                            <p:cond delay="0"/>
                                          </p:stCondLst>
                                        </p:cTn>
                                        <p:tgtEl>
                                          <p:spTgt spid="354"/>
                                        </p:tgtEl>
                                      </p:cBhvr>
                                    </p:animEffect>
                                  </p:childTnLst>
                                </p:cTn>
                              </p:par>
                            </p:childTnLst>
                          </p:cTn>
                        </p:par>
                        <p:par>
                          <p:cTn id="142" fill="hold">
                            <p:stCondLst>
                              <p:cond delay="2950"/>
                            </p:stCondLst>
                            <p:childTnLst>
                              <p:par>
                                <p:cTn id="143" presetID="3" presetClass="entr" presetSubtype="10" fill="hold" grpId="25" nodeType="afterEffect">
                                  <p:stCondLst>
                                    <p:cond delay="0"/>
                                  </p:stCondLst>
                                  <p:childTnLst>
                                    <p:set>
                                      <p:cBhvr>
                                        <p:cTn id="144" dur="1" fill="hold">
                                          <p:stCondLst>
                                            <p:cond delay="0"/>
                                          </p:stCondLst>
                                        </p:cTn>
                                        <p:tgtEl>
                                          <p:spTgt spid="364"/>
                                        </p:tgtEl>
                                        <p:attrNameLst>
                                          <p:attrName>style.visibility</p:attrName>
                                        </p:attrNameLst>
                                      </p:cBhvr>
                                      <p:to>
                                        <p:strVal val="visible"/>
                                      </p:to>
                                    </p:set>
                                    <p:animEffect transition="in" filter="blinds(horizontal)">
                                      <p:cBhvr>
                                        <p:cTn id="145" dur="500"/>
                                        <p:tgtEl>
                                          <p:spTgt spid="3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5" grpId="1" animBg="1" advAuto="0"/>
      <p:bldP spid="346" grpId="4" animBg="1" advAuto="0"/>
      <p:bldP spid="347" grpId="7" animBg="1" advAuto="0"/>
      <p:bldP spid="348" grpId="12" animBg="1" advAuto="0"/>
      <p:bldP spid="349" grpId="15" animBg="1" advAuto="0"/>
      <p:bldP spid="350" grpId="20" animBg="1" advAuto="0"/>
      <p:bldP spid="351" grpId="5" animBg="1" advAuto="0"/>
      <p:bldP spid="352" grpId="19" animBg="1" advAuto="0"/>
      <p:bldP spid="353" grpId="3" animBg="1" advAuto="0"/>
      <p:bldP spid="354" grpId="24" animBg="1" advAuto="0"/>
      <p:bldP spid="355" grpId="18" animBg="1" advAuto="0"/>
      <p:bldP spid="356" grpId="11" animBg="1" advAuto="0"/>
      <p:bldP spid="357" grpId="10" animBg="1" advAuto="0"/>
      <p:bldP spid="358" grpId="2" animBg="1" advAuto="0"/>
      <p:bldP spid="359" grpId="6" animBg="1" advAuto="0"/>
      <p:bldP spid="360" grpId="9" animBg="1" advAuto="0"/>
      <p:bldP spid="361" grpId="14" animBg="1" advAuto="0"/>
      <p:bldP spid="362" grpId="22" animBg="1" advAuto="0"/>
      <p:bldP spid="363" grpId="17" animBg="1" advAuto="0"/>
      <p:bldP spid="364" grpId="25" animBg="1" advAuto="0"/>
      <p:bldP spid="365" grpId="13" animBg="1" advAuto="0"/>
      <p:bldP spid="366" grpId="21" animBg="1" advAuto="0"/>
      <p:bldP spid="367" grpId="16" animBg="1" advAuto="0"/>
      <p:bldP spid="368" grpId="8" animBg="1" advAuto="0"/>
      <p:bldP spid="369" grpId="23" animBg="1" advAuto="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2" name="Diagramme 12"/>
          <p:cNvGrpSpPr/>
          <p:nvPr/>
        </p:nvGrpSpPr>
        <p:grpSpPr>
          <a:xfrm>
            <a:off x="-1" y="-14291"/>
            <a:ext cx="12186642" cy="768630"/>
            <a:chOff x="0" y="-1"/>
            <a:chExt cx="12186641" cy="768629"/>
          </a:xfrm>
        </p:grpSpPr>
        <p:grpSp>
          <p:nvGrpSpPr>
            <p:cNvPr id="375" name="Grouper"/>
            <p:cNvGrpSpPr/>
            <p:nvPr/>
          </p:nvGrpSpPr>
          <p:grpSpPr>
            <a:xfrm>
              <a:off x="0" y="-1"/>
              <a:ext cx="4685109" cy="768629"/>
              <a:chOff x="0" y="-1"/>
              <a:chExt cx="4685108" cy="768628"/>
            </a:xfrm>
          </p:grpSpPr>
          <p:sp>
            <p:nvSpPr>
              <p:cNvPr id="373" name="Figure"/>
              <p:cNvSpPr/>
              <p:nvPr/>
            </p:nvSpPr>
            <p:spPr>
              <a:xfrm>
                <a:off x="0" y="-1"/>
                <a:ext cx="4685108" cy="76862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9828" y="0"/>
                    </a:lnTo>
                    <a:lnTo>
                      <a:pt x="21600" y="10800"/>
                    </a:lnTo>
                    <a:lnTo>
                      <a:pt x="19828" y="21600"/>
                    </a:lnTo>
                    <a:lnTo>
                      <a:pt x="0" y="21600"/>
                    </a:lnTo>
                    <a:close/>
                  </a:path>
                </a:pathLst>
              </a:custGeom>
              <a:solidFill>
                <a:srgbClr val="FFFFFF"/>
              </a:solidFill>
              <a:ln w="12700" cap="flat">
                <a:noFill/>
                <a:miter lim="400000"/>
              </a:ln>
              <a:effectLst>
                <a:outerShdw blurRad="38100" dist="20000" dir="5400000" rotWithShape="0">
                  <a:srgbClr val="000000">
                    <a:alpha val="38000"/>
                  </a:srgbClr>
                </a:outerShdw>
              </a:effectLst>
            </p:spPr>
            <p:txBody>
              <a:bodyPr wrap="square" lIns="0" tIns="0" rIns="0" bIns="0" numCol="1" anchor="ctr">
                <a:noAutofit/>
              </a:bodyPr>
              <a:lstStyle/>
              <a:p>
                <a:pPr algn="ctr" defTabSz="1066800">
                  <a:lnSpc>
                    <a:spcPct val="90000"/>
                  </a:lnSpc>
                  <a:spcBef>
                    <a:spcPts val="700"/>
                  </a:spcBef>
                </a:pPr>
                <a:endParaRPr/>
              </a:p>
            </p:txBody>
          </p:sp>
          <p:sp>
            <p:nvSpPr>
              <p:cNvPr id="374" name="Organisme d’accueil"/>
              <p:cNvSpPr txBox="1"/>
              <p:nvPr/>
            </p:nvSpPr>
            <p:spPr>
              <a:xfrm>
                <a:off x="96011" y="199647"/>
                <a:ext cx="4396942" cy="36932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2003" tIns="32003" rIns="32003" bIns="32003" numCol="1" anchor="ctr">
                <a:spAutoFit/>
              </a:bodyPr>
              <a:lstStyle>
                <a:lvl1pPr algn="ctr" defTabSz="1066800">
                  <a:lnSpc>
                    <a:spcPct val="90000"/>
                  </a:lnSpc>
                  <a:spcBef>
                    <a:spcPts val="1000"/>
                  </a:spcBef>
                  <a:defRPr sz="2200"/>
                </a:lvl1pPr>
              </a:lstStyle>
              <a:p>
                <a:r>
                  <a:rPr lang="fr-FR" dirty="0"/>
                  <a:t>Problématique</a:t>
                </a:r>
                <a:endParaRPr dirty="0"/>
              </a:p>
            </p:txBody>
          </p:sp>
        </p:grpSp>
        <p:grpSp>
          <p:nvGrpSpPr>
            <p:cNvPr id="378" name="Grouper"/>
            <p:cNvGrpSpPr/>
            <p:nvPr/>
          </p:nvGrpSpPr>
          <p:grpSpPr>
            <a:xfrm>
              <a:off x="3832959" y="0"/>
              <a:ext cx="4685110" cy="768628"/>
              <a:chOff x="0" y="0"/>
              <a:chExt cx="4685108" cy="768627"/>
            </a:xfrm>
          </p:grpSpPr>
          <p:sp>
            <p:nvSpPr>
              <p:cNvPr id="376" name="Chevron"/>
              <p:cNvSpPr/>
              <p:nvPr/>
            </p:nvSpPr>
            <p:spPr>
              <a:xfrm>
                <a:off x="0" y="0"/>
                <a:ext cx="4685108" cy="768627"/>
              </a:xfrm>
              <a:prstGeom prst="chevron">
                <a:avLst>
                  <a:gd name="adj" fmla="val 50000"/>
                </a:avLst>
              </a:prstGeom>
              <a:solidFill>
                <a:srgbClr val="E9041E"/>
              </a:solidFill>
              <a:ln w="12700" cap="flat">
                <a:noFill/>
                <a:miter lim="400000"/>
              </a:ln>
              <a:effectLst>
                <a:outerShdw blurRad="38100" dist="20000" dir="5400000" rotWithShape="0">
                  <a:srgbClr val="000000">
                    <a:alpha val="38000"/>
                  </a:srgbClr>
                </a:outerShdw>
              </a:effectLst>
            </p:spPr>
            <p:txBody>
              <a:bodyPr wrap="square" lIns="0" tIns="0" rIns="0" bIns="0" numCol="1" anchor="ctr">
                <a:noAutofit/>
              </a:bodyPr>
              <a:lstStyle/>
              <a:p>
                <a:pPr algn="ctr" defTabSz="1066800">
                  <a:lnSpc>
                    <a:spcPct val="90000"/>
                  </a:lnSpc>
                  <a:spcBef>
                    <a:spcPts val="700"/>
                  </a:spcBef>
                </a:pPr>
                <a:endParaRPr/>
              </a:p>
            </p:txBody>
          </p:sp>
          <p:sp>
            <p:nvSpPr>
              <p:cNvPr id="377" name="Cadrage du projet"/>
              <p:cNvSpPr txBox="1"/>
              <p:nvPr/>
            </p:nvSpPr>
            <p:spPr>
              <a:xfrm>
                <a:off x="448320" y="185798"/>
                <a:ext cx="3484095" cy="39702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2003" tIns="32003" rIns="32003" bIns="32003" numCol="1" anchor="ctr">
                <a:spAutoFit/>
              </a:bodyPr>
              <a:lstStyle>
                <a:lvl1pPr algn="ctr" defTabSz="1066800">
                  <a:lnSpc>
                    <a:spcPct val="90000"/>
                  </a:lnSpc>
                  <a:spcBef>
                    <a:spcPts val="1000"/>
                  </a:spcBef>
                  <a:defRPr sz="2400" b="1">
                    <a:solidFill>
                      <a:srgbClr val="FFFFFF"/>
                    </a:solidFill>
                  </a:defRPr>
                </a:lvl1pPr>
              </a:lstStyle>
              <a:p>
                <a:r>
                  <a:rPr lang="fr-FR" dirty="0"/>
                  <a:t>Collaborateurs occupés</a:t>
                </a:r>
              </a:p>
            </p:txBody>
          </p:sp>
        </p:grpSp>
        <p:grpSp>
          <p:nvGrpSpPr>
            <p:cNvPr id="381" name="Grouper"/>
            <p:cNvGrpSpPr/>
            <p:nvPr/>
          </p:nvGrpSpPr>
          <p:grpSpPr>
            <a:xfrm>
              <a:off x="7501532" y="0"/>
              <a:ext cx="4685109" cy="768628"/>
              <a:chOff x="0" y="0"/>
              <a:chExt cx="4685108" cy="768627"/>
            </a:xfrm>
          </p:grpSpPr>
          <p:sp>
            <p:nvSpPr>
              <p:cNvPr id="379" name="Chevron"/>
              <p:cNvSpPr/>
              <p:nvPr/>
            </p:nvSpPr>
            <p:spPr>
              <a:xfrm>
                <a:off x="0" y="0"/>
                <a:ext cx="4685108" cy="768627"/>
              </a:xfrm>
              <a:prstGeom prst="chevron">
                <a:avLst>
                  <a:gd name="adj" fmla="val 50000"/>
                </a:avLst>
              </a:prstGeom>
              <a:solidFill>
                <a:srgbClr val="FFFFFF"/>
              </a:solidFill>
              <a:ln w="12700" cap="flat">
                <a:noFill/>
                <a:miter lim="400000"/>
              </a:ln>
              <a:effectLst>
                <a:outerShdw blurRad="38100" dist="20000" dir="5400000" rotWithShape="0">
                  <a:srgbClr val="000000">
                    <a:alpha val="38000"/>
                  </a:srgbClr>
                </a:outerShdw>
              </a:effectLst>
            </p:spPr>
            <p:txBody>
              <a:bodyPr wrap="square" lIns="0" tIns="0" rIns="0" bIns="0" numCol="1" anchor="ctr">
                <a:noAutofit/>
              </a:bodyPr>
              <a:lstStyle/>
              <a:p>
                <a:pPr algn="ctr" defTabSz="1066800">
                  <a:lnSpc>
                    <a:spcPct val="90000"/>
                  </a:lnSpc>
                  <a:spcBef>
                    <a:spcPts val="700"/>
                  </a:spcBef>
                </a:pPr>
                <a:endParaRPr/>
              </a:p>
            </p:txBody>
          </p:sp>
          <p:sp>
            <p:nvSpPr>
              <p:cNvPr id="380" name="Besoins et objectifs"/>
              <p:cNvSpPr txBox="1"/>
              <p:nvPr/>
            </p:nvSpPr>
            <p:spPr>
              <a:xfrm>
                <a:off x="448320" y="199647"/>
                <a:ext cx="3852475" cy="36932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2003" tIns="32003" rIns="32003" bIns="32003" numCol="1" anchor="ctr">
                <a:spAutoFit/>
              </a:bodyPr>
              <a:lstStyle>
                <a:lvl1pPr algn="ctr" defTabSz="1066800">
                  <a:lnSpc>
                    <a:spcPct val="90000"/>
                  </a:lnSpc>
                  <a:spcBef>
                    <a:spcPts val="1000"/>
                  </a:spcBef>
                  <a:defRPr sz="2200"/>
                </a:lvl1pPr>
              </a:lstStyle>
              <a:p>
                <a:r>
                  <a:rPr lang="fr-FR" dirty="0" err="1"/>
                  <a:t>Reactions</a:t>
                </a:r>
                <a:r>
                  <a:rPr lang="fr-FR" dirty="0"/>
                  <a:t> </a:t>
                </a:r>
                <a:endParaRPr dirty="0"/>
              </a:p>
            </p:txBody>
          </p:sp>
        </p:grpSp>
      </p:grpSp>
      <p:sp>
        <p:nvSpPr>
          <p:cNvPr id="383" name="TextBox 1"/>
          <p:cNvSpPr txBox="1"/>
          <p:nvPr/>
        </p:nvSpPr>
        <p:spPr>
          <a:xfrm>
            <a:off x="235265" y="960864"/>
            <a:ext cx="3988393" cy="453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6000" tIns="36000" rIns="36000" bIns="36000">
            <a:spAutoFit/>
          </a:bodyPr>
          <a:lstStyle>
            <a:lvl1pPr>
              <a:defRPr sz="2500">
                <a:latin typeface="Montserrat ExtraBold"/>
                <a:ea typeface="Montserrat ExtraBold"/>
                <a:cs typeface="Montserrat ExtraBold"/>
                <a:sym typeface="Montserrat ExtraBold"/>
              </a:defRPr>
            </a:lvl1pPr>
          </a:lstStyle>
          <a:p>
            <a:r>
              <a:rPr dirty="0" err="1"/>
              <a:t>Problématique</a:t>
            </a:r>
            <a:endParaRPr dirty="0"/>
          </a:p>
        </p:txBody>
      </p:sp>
      <p:sp>
        <p:nvSpPr>
          <p:cNvPr id="385" name="J’aimerai avoir des informations sur les prêts de crédit à la consommation"/>
          <p:cNvSpPr/>
          <p:nvPr/>
        </p:nvSpPr>
        <p:spPr>
          <a:xfrm>
            <a:off x="8090776" y="959602"/>
            <a:ext cx="3203523" cy="1202007"/>
          </a:xfrm>
          <a:prstGeom prst="roundRect">
            <a:avLst>
              <a:gd name="adj" fmla="val 15000"/>
            </a:avLst>
          </a:prstGeom>
          <a:solidFill>
            <a:srgbClr val="1673E9"/>
          </a:solidFill>
          <a:ln w="3175">
            <a:miter lim="400000"/>
          </a:ln>
          <a:effectLst>
            <a:outerShdw blurRad="50800" dist="12700" dir="5400000" rotWithShape="0">
              <a:srgbClr val="000000">
                <a:alpha val="60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400" tIns="25400" rIns="25400" bIns="25400" anchor="ctr"/>
          <a:lstStyle>
            <a:lvl1pPr algn="ctr" defTabSz="412750">
              <a:defRPr sz="1600">
                <a:solidFill>
                  <a:srgbClr val="FFFFFF"/>
                </a:solidFill>
                <a:latin typeface="Helvetica Neue Medium"/>
                <a:ea typeface="Helvetica Neue Medium"/>
                <a:cs typeface="Helvetica Neue Medium"/>
                <a:sym typeface="Helvetica Neue Medium"/>
              </a:defRPr>
            </a:lvl1pPr>
          </a:lstStyle>
          <a:p>
            <a:r>
              <a:rPr lang="fr-FR" dirty="0"/>
              <a:t>Stp Ousmane , Tu peux patienter un peu le temps que je termine une chose pour vérifier le Document ?</a:t>
            </a:r>
            <a:endParaRPr dirty="0"/>
          </a:p>
        </p:txBody>
      </p:sp>
      <p:sp>
        <p:nvSpPr>
          <p:cNvPr id="386" name="Je veux effectuer une demande de crédit à la consommation"/>
          <p:cNvSpPr/>
          <p:nvPr/>
        </p:nvSpPr>
        <p:spPr>
          <a:xfrm>
            <a:off x="8090776" y="3801026"/>
            <a:ext cx="3203523" cy="1202007"/>
          </a:xfrm>
          <a:prstGeom prst="roundRect">
            <a:avLst>
              <a:gd name="adj" fmla="val 15000"/>
            </a:avLst>
          </a:prstGeom>
          <a:solidFill>
            <a:srgbClr val="1673E9"/>
          </a:solidFill>
          <a:ln w="3175">
            <a:miter lim="400000"/>
          </a:ln>
          <a:effectLst>
            <a:outerShdw blurRad="50800" dist="12700" dir="5400000" rotWithShape="0">
              <a:srgbClr val="000000">
                <a:alpha val="60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400" tIns="25400" rIns="25400" bIns="25400" anchor="ctr"/>
          <a:lstStyle>
            <a:lvl1pPr algn="ctr" defTabSz="412750">
              <a:defRPr sz="1600">
                <a:solidFill>
                  <a:srgbClr val="FFFFFF"/>
                </a:solidFill>
                <a:latin typeface="Helvetica Neue Medium"/>
                <a:ea typeface="Helvetica Neue Medium"/>
                <a:cs typeface="Helvetica Neue Medium"/>
                <a:sym typeface="Helvetica Neue Medium"/>
              </a:defRPr>
            </a:lvl1pPr>
          </a:lstStyle>
          <a:p>
            <a:r>
              <a:rPr lang="fr-FR" dirty="0"/>
              <a:t>En vérité Ousmane c’est  compliqué je pense tu dois voir avec les Tech leads si ils ont une disponibilité. </a:t>
            </a:r>
            <a:endParaRPr dirty="0"/>
          </a:p>
        </p:txBody>
      </p:sp>
      <p:sp>
        <p:nvSpPr>
          <p:cNvPr id="387" name="Je veux suivre l’état d’une demande de crédit"/>
          <p:cNvSpPr/>
          <p:nvPr/>
        </p:nvSpPr>
        <p:spPr>
          <a:xfrm>
            <a:off x="8090777" y="5295578"/>
            <a:ext cx="3187316" cy="1107816"/>
          </a:xfrm>
          <a:prstGeom prst="roundRect">
            <a:avLst>
              <a:gd name="adj" fmla="val 15000"/>
            </a:avLst>
          </a:prstGeom>
          <a:solidFill>
            <a:srgbClr val="1673E9"/>
          </a:solidFill>
          <a:ln w="3175">
            <a:miter lim="400000"/>
          </a:ln>
          <a:effectLst>
            <a:outerShdw blurRad="50800" dist="12700" dir="5400000" rotWithShape="0">
              <a:srgbClr val="000000">
                <a:alpha val="60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400" tIns="25400" rIns="25400" bIns="25400" anchor="ctr"/>
          <a:lstStyle>
            <a:lvl1pPr algn="ctr" defTabSz="412750">
              <a:defRPr sz="1600">
                <a:solidFill>
                  <a:srgbClr val="FFFFFF"/>
                </a:solidFill>
                <a:latin typeface="Helvetica Neue Medium"/>
                <a:ea typeface="Helvetica Neue Medium"/>
                <a:cs typeface="Helvetica Neue Medium"/>
                <a:sym typeface="Helvetica Neue Medium"/>
              </a:defRPr>
            </a:lvl1pPr>
          </a:lstStyle>
          <a:p>
            <a:r>
              <a:rPr lang="fr-FR" dirty="0"/>
              <a:t>Tech lead , Bon essaie de cloner un projet après si je termine je vais voir avec toi pour nettoyer le projet …. </a:t>
            </a:r>
            <a:endParaRPr dirty="0"/>
          </a:p>
        </p:txBody>
      </p:sp>
      <p:sp>
        <p:nvSpPr>
          <p:cNvPr id="398" name="Je veux simuler un prêt"/>
          <p:cNvSpPr/>
          <p:nvPr/>
        </p:nvSpPr>
        <p:spPr>
          <a:xfrm>
            <a:off x="8090776" y="2306475"/>
            <a:ext cx="3203523" cy="1202006"/>
          </a:xfrm>
          <a:prstGeom prst="roundRect">
            <a:avLst>
              <a:gd name="adj" fmla="val 15000"/>
            </a:avLst>
          </a:prstGeom>
          <a:solidFill>
            <a:srgbClr val="1673E9"/>
          </a:solidFill>
          <a:ln w="3175">
            <a:miter lim="400000"/>
          </a:ln>
          <a:effectLst>
            <a:outerShdw blurRad="50800" dist="12700" dir="5400000" rotWithShape="0">
              <a:srgbClr val="000000">
                <a:alpha val="60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400" tIns="25400" rIns="25400" bIns="25400" anchor="ctr"/>
          <a:lstStyle>
            <a:lvl1pPr algn="ctr" defTabSz="412750">
              <a:defRPr sz="1600">
                <a:solidFill>
                  <a:srgbClr val="FFFFFF"/>
                </a:solidFill>
                <a:latin typeface="Helvetica Neue Medium"/>
                <a:ea typeface="Helvetica Neue Medium"/>
                <a:cs typeface="Helvetica Neue Medium"/>
                <a:sym typeface="Helvetica Neue Medium"/>
              </a:defRPr>
            </a:lvl1pPr>
          </a:lstStyle>
          <a:p>
            <a:r>
              <a:rPr lang="fr-FR" dirty="0"/>
              <a:t>Oh , Désolé Ousmane Aucune idée Demande aux Manager.. Mais pff il n’est pas au bureau aujourd’hui.</a:t>
            </a:r>
            <a:endParaRPr dirty="0"/>
          </a:p>
        </p:txBody>
      </p:sp>
      <p:sp>
        <p:nvSpPr>
          <p:cNvPr id="408" name="Ligne de connexion"/>
          <p:cNvSpPr/>
          <p:nvPr/>
        </p:nvSpPr>
        <p:spPr>
          <a:xfrm>
            <a:off x="7350671" y="5890644"/>
            <a:ext cx="731863" cy="810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21600"/>
                </a:lnTo>
              </a:path>
            </a:pathLst>
          </a:custGeom>
          <a:ln w="25400">
            <a:solidFill>
              <a:srgbClr val="000000"/>
            </a:solidFill>
            <a:miter lim="400000"/>
            <a:tailEnd type="triangle"/>
          </a:ln>
        </p:spPr>
        <p:txBody>
          <a:bodyPr/>
          <a:lstStyle/>
          <a:p>
            <a:endParaRPr/>
          </a:p>
        </p:txBody>
      </p:sp>
      <p:sp>
        <p:nvSpPr>
          <p:cNvPr id="409" name="Ligne de connexion"/>
          <p:cNvSpPr/>
          <p:nvPr/>
        </p:nvSpPr>
        <p:spPr>
          <a:xfrm>
            <a:off x="7350671" y="4405077"/>
            <a:ext cx="731863" cy="103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0"/>
                </a:lnTo>
              </a:path>
            </a:pathLst>
          </a:custGeom>
          <a:ln w="25400">
            <a:solidFill>
              <a:srgbClr val="000000"/>
            </a:solidFill>
            <a:miter lim="400000"/>
            <a:tailEnd type="triangle"/>
          </a:ln>
        </p:spPr>
        <p:txBody>
          <a:bodyPr/>
          <a:lstStyle/>
          <a:p>
            <a:endParaRPr/>
          </a:p>
        </p:txBody>
      </p:sp>
      <p:sp>
        <p:nvSpPr>
          <p:cNvPr id="410" name="Ligne de connexion"/>
          <p:cNvSpPr/>
          <p:nvPr/>
        </p:nvSpPr>
        <p:spPr>
          <a:xfrm>
            <a:off x="7350671" y="2902427"/>
            <a:ext cx="731863" cy="810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21600"/>
                </a:lnTo>
              </a:path>
            </a:pathLst>
          </a:custGeom>
          <a:ln w="25400">
            <a:solidFill>
              <a:srgbClr val="000000"/>
            </a:solidFill>
            <a:miter lim="400000"/>
            <a:tailEnd type="triangle"/>
          </a:ln>
        </p:spPr>
        <p:txBody>
          <a:bodyPr/>
          <a:lstStyle/>
          <a:p>
            <a:endParaRPr/>
          </a:p>
        </p:txBody>
      </p:sp>
      <p:sp>
        <p:nvSpPr>
          <p:cNvPr id="411" name="Ligne de connexion"/>
          <p:cNvSpPr/>
          <p:nvPr/>
        </p:nvSpPr>
        <p:spPr>
          <a:xfrm>
            <a:off x="7350671" y="1563232"/>
            <a:ext cx="731863" cy="422"/>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21600"/>
                </a:lnTo>
              </a:path>
            </a:pathLst>
          </a:custGeom>
          <a:ln w="25400">
            <a:solidFill>
              <a:srgbClr val="000000"/>
            </a:solidFill>
            <a:miter lim="400000"/>
            <a:tailEnd type="triangle"/>
          </a:ln>
        </p:spPr>
        <p:txBody>
          <a:bodyPr/>
          <a:lstStyle/>
          <a:p>
            <a:endParaRPr/>
          </a:p>
        </p:txBody>
      </p:sp>
      <p:sp>
        <p:nvSpPr>
          <p:cNvPr id="412" name="Ligne de connexion"/>
          <p:cNvSpPr/>
          <p:nvPr/>
        </p:nvSpPr>
        <p:spPr>
          <a:xfrm>
            <a:off x="7345779" y="1549179"/>
            <a:ext cx="5403" cy="4359534"/>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0"/>
                </a:lnTo>
              </a:path>
            </a:pathLst>
          </a:custGeom>
          <a:ln w="25400">
            <a:solidFill>
              <a:srgbClr val="000000"/>
            </a:solidFill>
            <a:miter lim="400000"/>
          </a:ln>
        </p:spPr>
        <p:txBody>
          <a:bodyPr/>
          <a:lstStyle/>
          <a:p>
            <a:endParaRPr/>
          </a:p>
        </p:txBody>
      </p:sp>
      <p:sp>
        <p:nvSpPr>
          <p:cNvPr id="405" name="Numéro de diapositive"/>
          <p:cNvSpPr txBox="1">
            <a:spLocks noGrp="1"/>
          </p:cNvSpPr>
          <p:nvPr>
            <p:ph type="sldNum" sz="quarter" idx="2"/>
          </p:nvPr>
        </p:nvSpPr>
        <p:spPr>
          <a:xfrm>
            <a:off x="5976830" y="6343825"/>
            <a:ext cx="238340" cy="383541"/>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lgn="ctr">
              <a:defRPr sz="1900"/>
            </a:lvl1pPr>
          </a:lstStyle>
          <a:p>
            <a:fld id="{86CB4B4D-7CA3-9044-876B-883B54F8677D}" type="slidenum">
              <a:rPr/>
              <a:t>7</a:t>
            </a:fld>
            <a:endParaRPr/>
          </a:p>
        </p:txBody>
      </p:sp>
      <p:pic>
        <p:nvPicPr>
          <p:cNvPr id="35" name="Picture 34">
            <a:extLst>
              <a:ext uri="{FF2B5EF4-FFF2-40B4-BE49-F238E27FC236}">
                <a16:creationId xmlns:a16="http://schemas.microsoft.com/office/drawing/2014/main" id="{93D6D45B-B450-7A4F-BBF4-A3C82F9D4077}"/>
              </a:ext>
            </a:extLst>
          </p:cNvPr>
          <p:cNvPicPr/>
          <p:nvPr/>
        </p:nvPicPr>
        <p:blipFill>
          <a:blip r:embed="rId3"/>
          <a:stretch>
            <a:fillRect/>
          </a:stretch>
        </p:blipFill>
        <p:spPr>
          <a:xfrm>
            <a:off x="480850" y="1823356"/>
            <a:ext cx="1480577" cy="1768734"/>
          </a:xfrm>
          <a:prstGeom prst="rect">
            <a:avLst/>
          </a:prstGeom>
        </p:spPr>
      </p:pic>
      <p:sp>
        <p:nvSpPr>
          <p:cNvPr id="2" name="Rectangle 1">
            <a:extLst>
              <a:ext uri="{FF2B5EF4-FFF2-40B4-BE49-F238E27FC236}">
                <a16:creationId xmlns:a16="http://schemas.microsoft.com/office/drawing/2014/main" id="{77B03CB9-1BC5-794F-903C-7E7AAB842923}"/>
              </a:ext>
            </a:extLst>
          </p:cNvPr>
          <p:cNvSpPr/>
          <p:nvPr/>
        </p:nvSpPr>
        <p:spPr>
          <a:xfrm>
            <a:off x="678451" y="1465627"/>
            <a:ext cx="3294492" cy="369332"/>
          </a:xfrm>
          <a:prstGeom prst="rect">
            <a:avLst/>
          </a:prstGeom>
        </p:spPr>
        <p:txBody>
          <a:bodyPr wrap="none">
            <a:spAutoFit/>
          </a:bodyPr>
          <a:lstStyle/>
          <a:p>
            <a:r>
              <a:rPr lang="fr-FR" b="1" dirty="0">
                <a:solidFill>
                  <a:srgbClr val="000000"/>
                </a:solidFill>
                <a:latin typeface="Calibri" panose="020F0502020204030204" pitchFamily="34" charset="0"/>
              </a:rPr>
              <a:t>Ousmane Nouveau Développeur</a:t>
            </a:r>
            <a:endParaRPr lang="en-MA" dirty="0"/>
          </a:p>
        </p:txBody>
      </p:sp>
      <p:sp>
        <p:nvSpPr>
          <p:cNvPr id="39" name="Shape 1506">
            <a:extLst>
              <a:ext uri="{FF2B5EF4-FFF2-40B4-BE49-F238E27FC236}">
                <a16:creationId xmlns:a16="http://schemas.microsoft.com/office/drawing/2014/main" id="{57BDA18C-A7E4-134A-BDE9-237491A7A42B}"/>
              </a:ext>
            </a:extLst>
          </p:cNvPr>
          <p:cNvSpPr/>
          <p:nvPr/>
        </p:nvSpPr>
        <p:spPr>
          <a:xfrm>
            <a:off x="2147984" y="1877411"/>
            <a:ext cx="2658745" cy="816610"/>
          </a:xfrm>
          <a:custGeom>
            <a:avLst/>
            <a:gdLst/>
            <a:ahLst/>
            <a:cxnLst/>
            <a:rect l="0" t="0" r="0" b="0"/>
            <a:pathLst>
              <a:path w="2659380" h="816864">
                <a:moveTo>
                  <a:pt x="0" y="136271"/>
                </a:moveTo>
                <a:cubicBezTo>
                  <a:pt x="0" y="60960"/>
                  <a:pt x="60960" y="0"/>
                  <a:pt x="136271" y="0"/>
                </a:cubicBezTo>
                <a:lnTo>
                  <a:pt x="2523109" y="0"/>
                </a:lnTo>
                <a:cubicBezTo>
                  <a:pt x="2598420" y="0"/>
                  <a:pt x="2659380" y="60960"/>
                  <a:pt x="2659380" y="136271"/>
                </a:cubicBezTo>
                <a:lnTo>
                  <a:pt x="2659380" y="680593"/>
                </a:lnTo>
                <a:cubicBezTo>
                  <a:pt x="2659380" y="755904"/>
                  <a:pt x="2598420" y="816864"/>
                  <a:pt x="2523109" y="816864"/>
                </a:cubicBezTo>
                <a:lnTo>
                  <a:pt x="136271" y="816864"/>
                </a:lnTo>
                <a:cubicBezTo>
                  <a:pt x="60960" y="816864"/>
                  <a:pt x="0" y="755904"/>
                  <a:pt x="0" y="680593"/>
                </a:cubicBezTo>
                <a:close/>
              </a:path>
            </a:pathLst>
          </a:custGeom>
          <a:ln w="12700" cap="flat">
            <a:miter lim="101600"/>
          </a:ln>
        </p:spPr>
        <p:style>
          <a:lnRef idx="1">
            <a:srgbClr val="6C4F00"/>
          </a:lnRef>
          <a:fillRef idx="0">
            <a:srgbClr val="000000">
              <a:alpha val="0"/>
            </a:srgbClr>
          </a:fillRef>
          <a:effectRef idx="0">
            <a:scrgbClr r="0" g="0" b="0"/>
          </a:effectRef>
          <a:fontRef idx="none"/>
        </p:style>
        <p:txBody>
          <a:bodyPr/>
          <a:lstStyle/>
          <a:p>
            <a:endParaRPr lang="en-GB" dirty="0">
              <a:solidFill>
                <a:srgbClr val="FF0000"/>
              </a:solidFill>
              <a:highlight>
                <a:srgbClr val="FFFF00"/>
              </a:highlight>
            </a:endParaRPr>
          </a:p>
        </p:txBody>
      </p:sp>
      <p:sp>
        <p:nvSpPr>
          <p:cNvPr id="3" name="TextBox 2">
            <a:extLst>
              <a:ext uri="{FF2B5EF4-FFF2-40B4-BE49-F238E27FC236}">
                <a16:creationId xmlns:a16="http://schemas.microsoft.com/office/drawing/2014/main" id="{E49354A7-D6D4-D549-BF1C-FE762A6A969D}"/>
              </a:ext>
            </a:extLst>
          </p:cNvPr>
          <p:cNvSpPr txBox="1"/>
          <p:nvPr/>
        </p:nvSpPr>
        <p:spPr>
          <a:xfrm>
            <a:off x="2701020" y="1981423"/>
            <a:ext cx="1522637" cy="62670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6000" tIns="36000" rIns="36000" bIns="3600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GB" sz="1200" b="0" i="0" u="none" strike="noStrike" cap="none" spc="0" normalizeH="0" baseline="0" dirty="0">
                <a:ln>
                  <a:noFill/>
                </a:ln>
                <a:solidFill>
                  <a:srgbClr val="010101"/>
                </a:solidFill>
                <a:effectLst/>
                <a:uFillTx/>
                <a:latin typeface="Source Sans Pro"/>
                <a:ea typeface="Source Sans Pro"/>
                <a:cs typeface="Source Sans Pro"/>
                <a:sym typeface="Source Sans Pro"/>
              </a:rPr>
              <a:t>J</a:t>
            </a:r>
            <a:r>
              <a:rPr kumimoji="0" lang="en-MA" sz="1200" b="0" i="0" u="none" strike="noStrike" cap="none" spc="0" normalizeH="0" baseline="0" dirty="0">
                <a:ln>
                  <a:noFill/>
                </a:ln>
                <a:solidFill>
                  <a:srgbClr val="010101"/>
                </a:solidFill>
                <a:effectLst/>
                <a:uFillTx/>
                <a:latin typeface="Source Sans Pro"/>
                <a:ea typeface="Source Sans Pro"/>
                <a:cs typeface="Source Sans Pro"/>
                <a:sym typeface="Source Sans Pro"/>
              </a:rPr>
              <a:t>e veux avoir le document sur les normes de  Dév ?</a:t>
            </a:r>
          </a:p>
        </p:txBody>
      </p:sp>
      <p:sp>
        <p:nvSpPr>
          <p:cNvPr id="41" name="Shape 1506">
            <a:extLst>
              <a:ext uri="{FF2B5EF4-FFF2-40B4-BE49-F238E27FC236}">
                <a16:creationId xmlns:a16="http://schemas.microsoft.com/office/drawing/2014/main" id="{22A5BFB0-8C7B-8749-9A0D-2A2DE618287A}"/>
              </a:ext>
            </a:extLst>
          </p:cNvPr>
          <p:cNvSpPr/>
          <p:nvPr/>
        </p:nvSpPr>
        <p:spPr>
          <a:xfrm>
            <a:off x="2131690" y="2779917"/>
            <a:ext cx="2658745" cy="816610"/>
          </a:xfrm>
          <a:custGeom>
            <a:avLst/>
            <a:gdLst/>
            <a:ahLst/>
            <a:cxnLst/>
            <a:rect l="0" t="0" r="0" b="0"/>
            <a:pathLst>
              <a:path w="2659380" h="816864">
                <a:moveTo>
                  <a:pt x="0" y="136271"/>
                </a:moveTo>
                <a:cubicBezTo>
                  <a:pt x="0" y="60960"/>
                  <a:pt x="60960" y="0"/>
                  <a:pt x="136271" y="0"/>
                </a:cubicBezTo>
                <a:lnTo>
                  <a:pt x="2523109" y="0"/>
                </a:lnTo>
                <a:cubicBezTo>
                  <a:pt x="2598420" y="0"/>
                  <a:pt x="2659380" y="60960"/>
                  <a:pt x="2659380" y="136271"/>
                </a:cubicBezTo>
                <a:lnTo>
                  <a:pt x="2659380" y="680593"/>
                </a:lnTo>
                <a:cubicBezTo>
                  <a:pt x="2659380" y="755904"/>
                  <a:pt x="2598420" y="816864"/>
                  <a:pt x="2523109" y="816864"/>
                </a:cubicBezTo>
                <a:lnTo>
                  <a:pt x="136271" y="816864"/>
                </a:lnTo>
                <a:cubicBezTo>
                  <a:pt x="60960" y="816864"/>
                  <a:pt x="0" y="755904"/>
                  <a:pt x="0" y="680593"/>
                </a:cubicBezTo>
                <a:close/>
              </a:path>
            </a:pathLst>
          </a:custGeom>
          <a:ln w="12700" cap="flat">
            <a:miter lim="101600"/>
          </a:ln>
        </p:spPr>
        <p:style>
          <a:lnRef idx="1">
            <a:srgbClr val="6C4F00"/>
          </a:lnRef>
          <a:fillRef idx="0">
            <a:srgbClr val="000000">
              <a:alpha val="0"/>
            </a:srgbClr>
          </a:fillRef>
          <a:effectRef idx="0">
            <a:scrgbClr r="0" g="0" b="0"/>
          </a:effectRef>
          <a:fontRef idx="none"/>
        </p:style>
        <p:txBody>
          <a:bodyPr/>
          <a:lstStyle/>
          <a:p>
            <a:endParaRPr lang="en-GB" dirty="0">
              <a:solidFill>
                <a:srgbClr val="FF0000"/>
              </a:solidFill>
              <a:highlight>
                <a:srgbClr val="FFFF00"/>
              </a:highlight>
            </a:endParaRPr>
          </a:p>
        </p:txBody>
      </p:sp>
      <p:sp>
        <p:nvSpPr>
          <p:cNvPr id="4" name="Rectangle 3">
            <a:extLst>
              <a:ext uri="{FF2B5EF4-FFF2-40B4-BE49-F238E27FC236}">
                <a16:creationId xmlns:a16="http://schemas.microsoft.com/office/drawing/2014/main" id="{70C18119-FBEE-AF4E-AD62-656C788D39B5}"/>
              </a:ext>
            </a:extLst>
          </p:cNvPr>
          <p:cNvSpPr/>
          <p:nvPr/>
        </p:nvSpPr>
        <p:spPr>
          <a:xfrm>
            <a:off x="2378869" y="2915134"/>
            <a:ext cx="1941903" cy="646331"/>
          </a:xfrm>
          <a:prstGeom prst="rect">
            <a:avLst/>
          </a:prstGeom>
        </p:spPr>
        <p:txBody>
          <a:bodyPr wrap="square">
            <a:spAutoFit/>
          </a:bodyPr>
          <a:lstStyle/>
          <a:p>
            <a:r>
              <a:rPr lang="en-MA" sz="1200" dirty="0"/>
              <a:t>comment je peux  consulter la documntation des APIS  de SGABS? </a:t>
            </a:r>
          </a:p>
        </p:txBody>
      </p:sp>
      <p:sp>
        <p:nvSpPr>
          <p:cNvPr id="43" name="Shape 1506">
            <a:extLst>
              <a:ext uri="{FF2B5EF4-FFF2-40B4-BE49-F238E27FC236}">
                <a16:creationId xmlns:a16="http://schemas.microsoft.com/office/drawing/2014/main" id="{8005586C-B0F4-A34B-A6EF-E33BF6C86DB6}"/>
              </a:ext>
            </a:extLst>
          </p:cNvPr>
          <p:cNvSpPr/>
          <p:nvPr/>
        </p:nvSpPr>
        <p:spPr>
          <a:xfrm>
            <a:off x="2147984" y="3728946"/>
            <a:ext cx="2692835" cy="1120960"/>
          </a:xfrm>
          <a:custGeom>
            <a:avLst/>
            <a:gdLst/>
            <a:ahLst/>
            <a:cxnLst/>
            <a:rect l="0" t="0" r="0" b="0"/>
            <a:pathLst>
              <a:path w="2659380" h="816864">
                <a:moveTo>
                  <a:pt x="0" y="136271"/>
                </a:moveTo>
                <a:cubicBezTo>
                  <a:pt x="0" y="60960"/>
                  <a:pt x="60960" y="0"/>
                  <a:pt x="136271" y="0"/>
                </a:cubicBezTo>
                <a:lnTo>
                  <a:pt x="2523109" y="0"/>
                </a:lnTo>
                <a:cubicBezTo>
                  <a:pt x="2598420" y="0"/>
                  <a:pt x="2659380" y="60960"/>
                  <a:pt x="2659380" y="136271"/>
                </a:cubicBezTo>
                <a:lnTo>
                  <a:pt x="2659380" y="680593"/>
                </a:lnTo>
                <a:cubicBezTo>
                  <a:pt x="2659380" y="755904"/>
                  <a:pt x="2598420" y="816864"/>
                  <a:pt x="2523109" y="816864"/>
                </a:cubicBezTo>
                <a:lnTo>
                  <a:pt x="136271" y="816864"/>
                </a:lnTo>
                <a:cubicBezTo>
                  <a:pt x="60960" y="816864"/>
                  <a:pt x="0" y="755904"/>
                  <a:pt x="0" y="680593"/>
                </a:cubicBezTo>
                <a:close/>
              </a:path>
            </a:pathLst>
          </a:custGeom>
          <a:ln w="12700" cap="flat">
            <a:miter lim="101600"/>
          </a:ln>
        </p:spPr>
        <p:style>
          <a:lnRef idx="1">
            <a:srgbClr val="6C4F00"/>
          </a:lnRef>
          <a:fillRef idx="0">
            <a:srgbClr val="000000">
              <a:alpha val="0"/>
            </a:srgbClr>
          </a:fillRef>
          <a:effectRef idx="0">
            <a:scrgbClr r="0" g="0" b="0"/>
          </a:effectRef>
          <a:fontRef idx="none"/>
        </p:style>
        <p:txBody>
          <a:bodyPr/>
          <a:lstStyle/>
          <a:p>
            <a:endParaRPr lang="en-GB" dirty="0">
              <a:solidFill>
                <a:srgbClr val="FF0000"/>
              </a:solidFill>
              <a:highlight>
                <a:srgbClr val="FFFF00"/>
              </a:highlight>
            </a:endParaRPr>
          </a:p>
        </p:txBody>
      </p:sp>
      <p:sp>
        <p:nvSpPr>
          <p:cNvPr id="5" name="Rectangle 4">
            <a:extLst>
              <a:ext uri="{FF2B5EF4-FFF2-40B4-BE49-F238E27FC236}">
                <a16:creationId xmlns:a16="http://schemas.microsoft.com/office/drawing/2014/main" id="{0501BD82-02F3-754B-9A4C-4ED5A2448565}"/>
              </a:ext>
            </a:extLst>
          </p:cNvPr>
          <p:cNvSpPr/>
          <p:nvPr/>
        </p:nvSpPr>
        <p:spPr>
          <a:xfrm>
            <a:off x="2378869" y="3801026"/>
            <a:ext cx="2114084" cy="830997"/>
          </a:xfrm>
          <a:prstGeom prst="rect">
            <a:avLst/>
          </a:prstGeom>
        </p:spPr>
        <p:txBody>
          <a:bodyPr wrap="square">
            <a:spAutoFit/>
          </a:bodyPr>
          <a:lstStyle/>
          <a:p>
            <a:r>
              <a:rPr lang="en-MA" sz="1200" dirty="0"/>
              <a:t>comment je peux </a:t>
            </a:r>
          </a:p>
          <a:p>
            <a:r>
              <a:rPr lang="en-MA" sz="1200" dirty="0"/>
              <a:t> créer un nouveau projet </a:t>
            </a:r>
          </a:p>
          <a:p>
            <a:r>
              <a:rPr lang="en-MA" sz="1200" dirty="0"/>
              <a:t> qui respecte les normes de SGABS et commencer à coder </a:t>
            </a:r>
          </a:p>
        </p:txBody>
      </p:sp>
      <p:pic>
        <p:nvPicPr>
          <p:cNvPr id="45" name="Picture 44">
            <a:extLst>
              <a:ext uri="{FF2B5EF4-FFF2-40B4-BE49-F238E27FC236}">
                <a16:creationId xmlns:a16="http://schemas.microsoft.com/office/drawing/2014/main" id="{E2AEA5C0-DB46-A448-B43E-7953A3B03852}"/>
              </a:ext>
            </a:extLst>
          </p:cNvPr>
          <p:cNvPicPr/>
          <p:nvPr/>
        </p:nvPicPr>
        <p:blipFill>
          <a:blip r:embed="rId4"/>
          <a:stretch>
            <a:fillRect/>
          </a:stretch>
        </p:blipFill>
        <p:spPr>
          <a:xfrm>
            <a:off x="5673682" y="1386419"/>
            <a:ext cx="1089025" cy="1090930"/>
          </a:xfrm>
          <a:prstGeom prst="rect">
            <a:avLst/>
          </a:prstGeom>
        </p:spPr>
      </p:pic>
      <p:pic>
        <p:nvPicPr>
          <p:cNvPr id="46" name="Picture 45">
            <a:extLst>
              <a:ext uri="{FF2B5EF4-FFF2-40B4-BE49-F238E27FC236}">
                <a16:creationId xmlns:a16="http://schemas.microsoft.com/office/drawing/2014/main" id="{22078578-01BF-FB4E-A564-895AF73E7D95}"/>
              </a:ext>
            </a:extLst>
          </p:cNvPr>
          <p:cNvPicPr/>
          <p:nvPr/>
        </p:nvPicPr>
        <p:blipFill>
          <a:blip r:embed="rId4"/>
          <a:stretch>
            <a:fillRect/>
          </a:stretch>
        </p:blipFill>
        <p:spPr>
          <a:xfrm>
            <a:off x="5708121" y="2676694"/>
            <a:ext cx="1089025" cy="1090930"/>
          </a:xfrm>
          <a:prstGeom prst="rect">
            <a:avLst/>
          </a:prstGeom>
        </p:spPr>
      </p:pic>
      <p:pic>
        <p:nvPicPr>
          <p:cNvPr id="47" name="Picture 46">
            <a:extLst>
              <a:ext uri="{FF2B5EF4-FFF2-40B4-BE49-F238E27FC236}">
                <a16:creationId xmlns:a16="http://schemas.microsoft.com/office/drawing/2014/main" id="{F097F141-AA78-CD44-91EC-FC13A35C51AD}"/>
              </a:ext>
            </a:extLst>
          </p:cNvPr>
          <p:cNvPicPr/>
          <p:nvPr/>
        </p:nvPicPr>
        <p:blipFill>
          <a:blip r:embed="rId4"/>
          <a:stretch>
            <a:fillRect/>
          </a:stretch>
        </p:blipFill>
        <p:spPr>
          <a:xfrm>
            <a:off x="5721766" y="3926508"/>
            <a:ext cx="1089025" cy="1090930"/>
          </a:xfrm>
          <a:prstGeom prst="rect">
            <a:avLst/>
          </a:prstGeom>
        </p:spPr>
      </p:pic>
      <p:sp>
        <p:nvSpPr>
          <p:cNvPr id="48" name="Ligne de connexion">
            <a:extLst>
              <a:ext uri="{FF2B5EF4-FFF2-40B4-BE49-F238E27FC236}">
                <a16:creationId xmlns:a16="http://schemas.microsoft.com/office/drawing/2014/main" id="{01B5929D-BDE7-0040-8032-038721077CDB}"/>
              </a:ext>
            </a:extLst>
          </p:cNvPr>
          <p:cNvSpPr/>
          <p:nvPr/>
        </p:nvSpPr>
        <p:spPr>
          <a:xfrm>
            <a:off x="4814971" y="1818990"/>
            <a:ext cx="972179" cy="433935"/>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0"/>
                </a:lnTo>
              </a:path>
            </a:pathLst>
          </a:custGeom>
          <a:ln w="25400">
            <a:solidFill>
              <a:srgbClr val="000000"/>
            </a:solidFill>
            <a:miter lim="400000"/>
            <a:tailEnd type="triangle"/>
          </a:ln>
        </p:spPr>
        <p:txBody>
          <a:bodyPr/>
          <a:lstStyle/>
          <a:p>
            <a:endParaRPr/>
          </a:p>
        </p:txBody>
      </p:sp>
      <p:sp>
        <p:nvSpPr>
          <p:cNvPr id="50" name="Ligne de connexion">
            <a:extLst>
              <a:ext uri="{FF2B5EF4-FFF2-40B4-BE49-F238E27FC236}">
                <a16:creationId xmlns:a16="http://schemas.microsoft.com/office/drawing/2014/main" id="{F1792B91-86B7-F143-8593-7C3ECF414E7F}"/>
              </a:ext>
            </a:extLst>
          </p:cNvPr>
          <p:cNvSpPr/>
          <p:nvPr/>
        </p:nvSpPr>
        <p:spPr>
          <a:xfrm>
            <a:off x="4806729" y="2942864"/>
            <a:ext cx="972179" cy="433935"/>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0"/>
                </a:lnTo>
              </a:path>
            </a:pathLst>
          </a:custGeom>
          <a:ln w="25400">
            <a:solidFill>
              <a:srgbClr val="000000"/>
            </a:solidFill>
            <a:miter lim="400000"/>
            <a:tailEnd type="triangle"/>
          </a:ln>
        </p:spPr>
        <p:txBody>
          <a:bodyPr/>
          <a:lstStyle/>
          <a:p>
            <a:endParaRPr/>
          </a:p>
        </p:txBody>
      </p:sp>
      <p:sp>
        <p:nvSpPr>
          <p:cNvPr id="51" name="Ligne de connexion">
            <a:extLst>
              <a:ext uri="{FF2B5EF4-FFF2-40B4-BE49-F238E27FC236}">
                <a16:creationId xmlns:a16="http://schemas.microsoft.com/office/drawing/2014/main" id="{954F93A7-FFF8-5A42-B5BB-2FD0A585793D}"/>
              </a:ext>
            </a:extLst>
          </p:cNvPr>
          <p:cNvSpPr/>
          <p:nvPr/>
        </p:nvSpPr>
        <p:spPr>
          <a:xfrm>
            <a:off x="4845250" y="4130906"/>
            <a:ext cx="972179" cy="433935"/>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0"/>
                </a:lnTo>
              </a:path>
            </a:pathLst>
          </a:custGeom>
          <a:ln w="25400">
            <a:solidFill>
              <a:srgbClr val="000000"/>
            </a:solidFill>
            <a:miter lim="400000"/>
            <a:tailEnd type="triangle"/>
          </a:ln>
        </p:spPr>
        <p:txBody>
          <a:bodyPr/>
          <a:lstStyle/>
          <a:p>
            <a:endParaRPr/>
          </a:p>
        </p:txBody>
      </p:sp>
      <p:sp>
        <p:nvSpPr>
          <p:cNvPr id="52" name="Shape 1516">
            <a:extLst>
              <a:ext uri="{FF2B5EF4-FFF2-40B4-BE49-F238E27FC236}">
                <a16:creationId xmlns:a16="http://schemas.microsoft.com/office/drawing/2014/main" id="{E2AA06EE-F619-7B45-88C9-F979AA0C9E0B}"/>
              </a:ext>
            </a:extLst>
          </p:cNvPr>
          <p:cNvSpPr/>
          <p:nvPr/>
        </p:nvSpPr>
        <p:spPr>
          <a:xfrm>
            <a:off x="1165413" y="4926424"/>
            <a:ext cx="4127406" cy="1024182"/>
          </a:xfrm>
          <a:custGeom>
            <a:avLst/>
            <a:gdLst/>
            <a:ahLst/>
            <a:cxnLst/>
            <a:rect l="0" t="0" r="0" b="0"/>
            <a:pathLst>
              <a:path w="4869434" h="1552575">
                <a:moveTo>
                  <a:pt x="1524" y="0"/>
                </a:moveTo>
                <a:lnTo>
                  <a:pt x="142113" y="3683"/>
                </a:lnTo>
                <a:lnTo>
                  <a:pt x="286639" y="8001"/>
                </a:lnTo>
                <a:lnTo>
                  <a:pt x="434721" y="12827"/>
                </a:lnTo>
                <a:lnTo>
                  <a:pt x="585851" y="18034"/>
                </a:lnTo>
                <a:lnTo>
                  <a:pt x="739521" y="23876"/>
                </a:lnTo>
                <a:lnTo>
                  <a:pt x="895350" y="30226"/>
                </a:lnTo>
                <a:lnTo>
                  <a:pt x="1053084" y="37084"/>
                </a:lnTo>
                <a:lnTo>
                  <a:pt x="1212215" y="44577"/>
                </a:lnTo>
                <a:lnTo>
                  <a:pt x="1532763" y="60960"/>
                </a:lnTo>
                <a:lnTo>
                  <a:pt x="1853565" y="79756"/>
                </a:lnTo>
                <a:lnTo>
                  <a:pt x="2013204" y="89916"/>
                </a:lnTo>
                <a:lnTo>
                  <a:pt x="2171700" y="100711"/>
                </a:lnTo>
                <a:lnTo>
                  <a:pt x="2328545" y="112141"/>
                </a:lnTo>
                <a:lnTo>
                  <a:pt x="2483485" y="124079"/>
                </a:lnTo>
                <a:lnTo>
                  <a:pt x="2636012" y="136652"/>
                </a:lnTo>
                <a:lnTo>
                  <a:pt x="2785618" y="149860"/>
                </a:lnTo>
                <a:lnTo>
                  <a:pt x="2932049" y="163576"/>
                </a:lnTo>
                <a:lnTo>
                  <a:pt x="3074924" y="177927"/>
                </a:lnTo>
                <a:lnTo>
                  <a:pt x="3213735" y="192913"/>
                </a:lnTo>
                <a:lnTo>
                  <a:pt x="3347847" y="208661"/>
                </a:lnTo>
                <a:lnTo>
                  <a:pt x="3477260" y="224917"/>
                </a:lnTo>
                <a:lnTo>
                  <a:pt x="3601339" y="241808"/>
                </a:lnTo>
                <a:lnTo>
                  <a:pt x="3661156" y="250571"/>
                </a:lnTo>
                <a:lnTo>
                  <a:pt x="3719576" y="259334"/>
                </a:lnTo>
                <a:lnTo>
                  <a:pt x="3776599" y="268351"/>
                </a:lnTo>
                <a:lnTo>
                  <a:pt x="3831844" y="277622"/>
                </a:lnTo>
                <a:lnTo>
                  <a:pt x="3885565" y="286893"/>
                </a:lnTo>
                <a:lnTo>
                  <a:pt x="3937508" y="296418"/>
                </a:lnTo>
                <a:lnTo>
                  <a:pt x="3987800" y="306070"/>
                </a:lnTo>
                <a:lnTo>
                  <a:pt x="4036314" y="315976"/>
                </a:lnTo>
                <a:lnTo>
                  <a:pt x="4082923" y="326009"/>
                </a:lnTo>
                <a:lnTo>
                  <a:pt x="4127627" y="336296"/>
                </a:lnTo>
                <a:lnTo>
                  <a:pt x="4170553" y="346710"/>
                </a:lnTo>
                <a:lnTo>
                  <a:pt x="4211320" y="357251"/>
                </a:lnTo>
                <a:lnTo>
                  <a:pt x="4250182" y="368046"/>
                </a:lnTo>
                <a:lnTo>
                  <a:pt x="4287013" y="379095"/>
                </a:lnTo>
                <a:lnTo>
                  <a:pt x="4321683" y="390144"/>
                </a:lnTo>
                <a:lnTo>
                  <a:pt x="4354195" y="401574"/>
                </a:lnTo>
                <a:lnTo>
                  <a:pt x="4384929" y="413258"/>
                </a:lnTo>
                <a:lnTo>
                  <a:pt x="4414393" y="425069"/>
                </a:lnTo>
                <a:lnTo>
                  <a:pt x="4442841" y="437388"/>
                </a:lnTo>
                <a:lnTo>
                  <a:pt x="4470146" y="449834"/>
                </a:lnTo>
                <a:lnTo>
                  <a:pt x="4496181" y="462788"/>
                </a:lnTo>
                <a:lnTo>
                  <a:pt x="4521200" y="475869"/>
                </a:lnTo>
                <a:lnTo>
                  <a:pt x="4545203" y="489331"/>
                </a:lnTo>
                <a:lnTo>
                  <a:pt x="4568190" y="503174"/>
                </a:lnTo>
                <a:lnTo>
                  <a:pt x="4590034" y="517271"/>
                </a:lnTo>
                <a:lnTo>
                  <a:pt x="4610863" y="531622"/>
                </a:lnTo>
                <a:lnTo>
                  <a:pt x="4630675" y="546227"/>
                </a:lnTo>
                <a:lnTo>
                  <a:pt x="4649597" y="561213"/>
                </a:lnTo>
                <a:lnTo>
                  <a:pt x="4667504" y="576453"/>
                </a:lnTo>
                <a:lnTo>
                  <a:pt x="4684395" y="592074"/>
                </a:lnTo>
                <a:lnTo>
                  <a:pt x="4700397" y="607822"/>
                </a:lnTo>
                <a:lnTo>
                  <a:pt x="4715383" y="623951"/>
                </a:lnTo>
                <a:lnTo>
                  <a:pt x="4729607" y="640334"/>
                </a:lnTo>
                <a:lnTo>
                  <a:pt x="4742815" y="656971"/>
                </a:lnTo>
                <a:lnTo>
                  <a:pt x="4755134" y="673862"/>
                </a:lnTo>
                <a:lnTo>
                  <a:pt x="4766564" y="691007"/>
                </a:lnTo>
                <a:lnTo>
                  <a:pt x="4776978" y="708279"/>
                </a:lnTo>
                <a:lnTo>
                  <a:pt x="4786757" y="725932"/>
                </a:lnTo>
                <a:lnTo>
                  <a:pt x="4795647" y="743839"/>
                </a:lnTo>
                <a:lnTo>
                  <a:pt x="4803649" y="761746"/>
                </a:lnTo>
                <a:lnTo>
                  <a:pt x="4811014" y="779907"/>
                </a:lnTo>
                <a:lnTo>
                  <a:pt x="4817491" y="798449"/>
                </a:lnTo>
                <a:lnTo>
                  <a:pt x="4823079" y="816864"/>
                </a:lnTo>
                <a:lnTo>
                  <a:pt x="4828032" y="835660"/>
                </a:lnTo>
                <a:lnTo>
                  <a:pt x="4832350" y="854456"/>
                </a:lnTo>
                <a:lnTo>
                  <a:pt x="4835779" y="873506"/>
                </a:lnTo>
                <a:lnTo>
                  <a:pt x="4838700" y="892556"/>
                </a:lnTo>
                <a:lnTo>
                  <a:pt x="4840859" y="911733"/>
                </a:lnTo>
                <a:lnTo>
                  <a:pt x="4842510" y="931164"/>
                </a:lnTo>
                <a:lnTo>
                  <a:pt x="4843400" y="950849"/>
                </a:lnTo>
                <a:lnTo>
                  <a:pt x="4843526" y="989838"/>
                </a:lnTo>
                <a:lnTo>
                  <a:pt x="4841367" y="1029462"/>
                </a:lnTo>
                <a:lnTo>
                  <a:pt x="4837303" y="1069340"/>
                </a:lnTo>
                <a:lnTo>
                  <a:pt x="4831207" y="1109599"/>
                </a:lnTo>
                <a:lnTo>
                  <a:pt x="4823588" y="1149858"/>
                </a:lnTo>
                <a:lnTo>
                  <a:pt x="4814570" y="1190625"/>
                </a:lnTo>
                <a:lnTo>
                  <a:pt x="4804029" y="1231519"/>
                </a:lnTo>
                <a:lnTo>
                  <a:pt x="4792345" y="1272540"/>
                </a:lnTo>
                <a:lnTo>
                  <a:pt x="4779645" y="1313815"/>
                </a:lnTo>
                <a:lnTo>
                  <a:pt x="4765929" y="1355090"/>
                </a:lnTo>
                <a:lnTo>
                  <a:pt x="4751578" y="1396619"/>
                </a:lnTo>
                <a:lnTo>
                  <a:pt x="4746168" y="1411693"/>
                </a:lnTo>
                <a:lnTo>
                  <a:pt x="4819396" y="1352169"/>
                </a:lnTo>
                <a:cubicBezTo>
                  <a:pt x="4831588" y="1342263"/>
                  <a:pt x="4849622" y="1344168"/>
                  <a:pt x="4859528" y="1356360"/>
                </a:cubicBezTo>
                <a:cubicBezTo>
                  <a:pt x="4869434" y="1368679"/>
                  <a:pt x="4867656" y="1386586"/>
                  <a:pt x="4855338" y="1396619"/>
                </a:cubicBezTo>
                <a:lnTo>
                  <a:pt x="4663313" y="1552575"/>
                </a:lnTo>
                <a:lnTo>
                  <a:pt x="4622038" y="1308608"/>
                </a:lnTo>
                <a:cubicBezTo>
                  <a:pt x="4619371" y="1292987"/>
                  <a:pt x="4629913" y="1278255"/>
                  <a:pt x="4645406" y="1275715"/>
                </a:cubicBezTo>
                <a:cubicBezTo>
                  <a:pt x="4661027" y="1273048"/>
                  <a:pt x="4675759" y="1283462"/>
                  <a:pt x="4678426" y="1299083"/>
                </a:cubicBezTo>
                <a:lnTo>
                  <a:pt x="4693596" y="1388991"/>
                </a:lnTo>
                <a:lnTo>
                  <a:pt x="4697730" y="1377442"/>
                </a:lnTo>
                <a:lnTo>
                  <a:pt x="4697730" y="1377823"/>
                </a:lnTo>
                <a:lnTo>
                  <a:pt x="4711810" y="1336726"/>
                </a:lnTo>
                <a:lnTo>
                  <a:pt x="4725289" y="1296162"/>
                </a:lnTo>
                <a:lnTo>
                  <a:pt x="4725163" y="1296670"/>
                </a:lnTo>
                <a:lnTo>
                  <a:pt x="4737735" y="1256030"/>
                </a:lnTo>
                <a:lnTo>
                  <a:pt x="4737481" y="1256665"/>
                </a:lnTo>
                <a:lnTo>
                  <a:pt x="4748912" y="1216279"/>
                </a:lnTo>
                <a:lnTo>
                  <a:pt x="4748784" y="1216914"/>
                </a:lnTo>
                <a:lnTo>
                  <a:pt x="4759071" y="1176782"/>
                </a:lnTo>
                <a:lnTo>
                  <a:pt x="4758944" y="1177798"/>
                </a:lnTo>
                <a:lnTo>
                  <a:pt x="4767707" y="1137920"/>
                </a:lnTo>
                <a:lnTo>
                  <a:pt x="4767580" y="1138809"/>
                </a:lnTo>
                <a:lnTo>
                  <a:pt x="4774946" y="1099439"/>
                </a:lnTo>
                <a:lnTo>
                  <a:pt x="4774819" y="1100582"/>
                </a:lnTo>
                <a:lnTo>
                  <a:pt x="4780662" y="1061593"/>
                </a:lnTo>
                <a:lnTo>
                  <a:pt x="4780407" y="1062863"/>
                </a:lnTo>
                <a:lnTo>
                  <a:pt x="4784365" y="1025267"/>
                </a:lnTo>
                <a:lnTo>
                  <a:pt x="4786376" y="987679"/>
                </a:lnTo>
                <a:lnTo>
                  <a:pt x="4786250" y="989203"/>
                </a:lnTo>
                <a:lnTo>
                  <a:pt x="4786250" y="952881"/>
                </a:lnTo>
                <a:lnTo>
                  <a:pt x="4785360" y="934339"/>
                </a:lnTo>
                <a:lnTo>
                  <a:pt x="4785488" y="935355"/>
                </a:lnTo>
                <a:lnTo>
                  <a:pt x="4783963" y="916940"/>
                </a:lnTo>
                <a:lnTo>
                  <a:pt x="4783963" y="917829"/>
                </a:lnTo>
                <a:lnTo>
                  <a:pt x="4781944" y="899659"/>
                </a:lnTo>
                <a:lnTo>
                  <a:pt x="4779391" y="882396"/>
                </a:lnTo>
                <a:lnTo>
                  <a:pt x="4779518" y="883412"/>
                </a:lnTo>
                <a:lnTo>
                  <a:pt x="4776237" y="865494"/>
                </a:lnTo>
                <a:lnTo>
                  <a:pt x="4772406" y="848614"/>
                </a:lnTo>
                <a:lnTo>
                  <a:pt x="4772660" y="849757"/>
                </a:lnTo>
                <a:lnTo>
                  <a:pt x="4767962" y="832104"/>
                </a:lnTo>
                <a:lnTo>
                  <a:pt x="4768342" y="833120"/>
                </a:lnTo>
                <a:lnTo>
                  <a:pt x="4763148" y="816177"/>
                </a:lnTo>
                <a:lnTo>
                  <a:pt x="4757293" y="799465"/>
                </a:lnTo>
                <a:lnTo>
                  <a:pt x="4757675" y="800608"/>
                </a:lnTo>
                <a:lnTo>
                  <a:pt x="4750816" y="783463"/>
                </a:lnTo>
                <a:lnTo>
                  <a:pt x="4751325" y="784479"/>
                </a:lnTo>
                <a:lnTo>
                  <a:pt x="4743704" y="767588"/>
                </a:lnTo>
                <a:lnTo>
                  <a:pt x="4744213" y="768731"/>
                </a:lnTo>
                <a:lnTo>
                  <a:pt x="4735830" y="751967"/>
                </a:lnTo>
                <a:lnTo>
                  <a:pt x="4736465" y="752983"/>
                </a:lnTo>
                <a:lnTo>
                  <a:pt x="4727321" y="736473"/>
                </a:lnTo>
                <a:lnTo>
                  <a:pt x="4727956" y="737489"/>
                </a:lnTo>
                <a:lnTo>
                  <a:pt x="4718050" y="721233"/>
                </a:lnTo>
                <a:lnTo>
                  <a:pt x="4718558" y="722249"/>
                </a:lnTo>
                <a:lnTo>
                  <a:pt x="4707890" y="705993"/>
                </a:lnTo>
                <a:lnTo>
                  <a:pt x="4708525" y="707009"/>
                </a:lnTo>
                <a:lnTo>
                  <a:pt x="4696968" y="691134"/>
                </a:lnTo>
                <a:lnTo>
                  <a:pt x="4697603" y="692023"/>
                </a:lnTo>
                <a:lnTo>
                  <a:pt x="4685157" y="676275"/>
                </a:lnTo>
                <a:lnTo>
                  <a:pt x="4685919" y="677291"/>
                </a:lnTo>
                <a:lnTo>
                  <a:pt x="4672457" y="661670"/>
                </a:lnTo>
                <a:lnTo>
                  <a:pt x="4673219" y="662559"/>
                </a:lnTo>
                <a:lnTo>
                  <a:pt x="4658995" y="647319"/>
                </a:lnTo>
                <a:lnTo>
                  <a:pt x="4659884" y="648081"/>
                </a:lnTo>
                <a:lnTo>
                  <a:pt x="4644644" y="633095"/>
                </a:lnTo>
                <a:lnTo>
                  <a:pt x="4645279" y="633730"/>
                </a:lnTo>
                <a:lnTo>
                  <a:pt x="4629217" y="618932"/>
                </a:lnTo>
                <a:lnTo>
                  <a:pt x="4613402" y="605461"/>
                </a:lnTo>
                <a:lnTo>
                  <a:pt x="4595622" y="591312"/>
                </a:lnTo>
                <a:lnTo>
                  <a:pt x="4596384" y="591947"/>
                </a:lnTo>
                <a:lnTo>
                  <a:pt x="4577334" y="577850"/>
                </a:lnTo>
                <a:lnTo>
                  <a:pt x="4578096" y="578358"/>
                </a:lnTo>
                <a:lnTo>
                  <a:pt x="4558030" y="564515"/>
                </a:lnTo>
                <a:lnTo>
                  <a:pt x="4558665" y="565023"/>
                </a:lnTo>
                <a:lnTo>
                  <a:pt x="4537583" y="551434"/>
                </a:lnTo>
                <a:lnTo>
                  <a:pt x="4538345" y="551942"/>
                </a:lnTo>
                <a:lnTo>
                  <a:pt x="4516120" y="538607"/>
                </a:lnTo>
                <a:lnTo>
                  <a:pt x="4516882" y="538988"/>
                </a:lnTo>
                <a:lnTo>
                  <a:pt x="4493641" y="525907"/>
                </a:lnTo>
                <a:lnTo>
                  <a:pt x="4494403" y="526288"/>
                </a:lnTo>
                <a:lnTo>
                  <a:pt x="4470118" y="513639"/>
                </a:lnTo>
                <a:lnTo>
                  <a:pt x="4445127" y="501269"/>
                </a:lnTo>
                <a:lnTo>
                  <a:pt x="4445889" y="501650"/>
                </a:lnTo>
                <a:lnTo>
                  <a:pt x="4419346" y="489458"/>
                </a:lnTo>
                <a:lnTo>
                  <a:pt x="4419854" y="489712"/>
                </a:lnTo>
                <a:lnTo>
                  <a:pt x="4392041" y="477774"/>
                </a:lnTo>
                <a:lnTo>
                  <a:pt x="4392676" y="478028"/>
                </a:lnTo>
                <a:lnTo>
                  <a:pt x="4363847" y="466344"/>
                </a:lnTo>
                <a:lnTo>
                  <a:pt x="4364355" y="466598"/>
                </a:lnTo>
                <a:lnTo>
                  <a:pt x="4334256" y="455168"/>
                </a:lnTo>
                <a:lnTo>
                  <a:pt x="4335018" y="455422"/>
                </a:lnTo>
                <a:lnTo>
                  <a:pt x="4303486" y="444367"/>
                </a:lnTo>
                <a:lnTo>
                  <a:pt x="4269740" y="433578"/>
                </a:lnTo>
                <a:lnTo>
                  <a:pt x="4270375" y="433705"/>
                </a:lnTo>
                <a:lnTo>
                  <a:pt x="4234180" y="422910"/>
                </a:lnTo>
                <a:lnTo>
                  <a:pt x="4234688" y="423037"/>
                </a:lnTo>
                <a:lnTo>
                  <a:pt x="4196334" y="412496"/>
                </a:lnTo>
                <a:lnTo>
                  <a:pt x="4196715" y="412623"/>
                </a:lnTo>
                <a:lnTo>
                  <a:pt x="4156493" y="402124"/>
                </a:lnTo>
                <a:lnTo>
                  <a:pt x="4114292" y="391795"/>
                </a:lnTo>
                <a:lnTo>
                  <a:pt x="4114800" y="391922"/>
                </a:lnTo>
                <a:lnTo>
                  <a:pt x="4070350" y="381762"/>
                </a:lnTo>
                <a:lnTo>
                  <a:pt x="4070604" y="381889"/>
                </a:lnTo>
                <a:lnTo>
                  <a:pt x="4024376" y="371856"/>
                </a:lnTo>
                <a:lnTo>
                  <a:pt x="4024757" y="371983"/>
                </a:lnTo>
                <a:lnTo>
                  <a:pt x="3976497" y="362077"/>
                </a:lnTo>
                <a:lnTo>
                  <a:pt x="3976751" y="362204"/>
                </a:lnTo>
                <a:lnTo>
                  <a:pt x="3926840" y="352552"/>
                </a:lnTo>
                <a:lnTo>
                  <a:pt x="3927094" y="352679"/>
                </a:lnTo>
                <a:lnTo>
                  <a:pt x="3875405" y="343154"/>
                </a:lnTo>
                <a:lnTo>
                  <a:pt x="3875532" y="343281"/>
                </a:lnTo>
                <a:lnTo>
                  <a:pt x="3822192" y="333883"/>
                </a:lnTo>
                <a:lnTo>
                  <a:pt x="3822319" y="333883"/>
                </a:lnTo>
                <a:lnTo>
                  <a:pt x="3767328" y="324739"/>
                </a:lnTo>
                <a:lnTo>
                  <a:pt x="3767455" y="324866"/>
                </a:lnTo>
                <a:lnTo>
                  <a:pt x="3710686" y="315722"/>
                </a:lnTo>
                <a:lnTo>
                  <a:pt x="3710940" y="315849"/>
                </a:lnTo>
                <a:lnTo>
                  <a:pt x="3652774" y="307086"/>
                </a:lnTo>
                <a:lnTo>
                  <a:pt x="3652901" y="307086"/>
                </a:lnTo>
                <a:lnTo>
                  <a:pt x="3593211" y="298450"/>
                </a:lnTo>
                <a:lnTo>
                  <a:pt x="3593465" y="298450"/>
                </a:lnTo>
                <a:lnTo>
                  <a:pt x="3469767" y="281559"/>
                </a:lnTo>
                <a:lnTo>
                  <a:pt x="3470021" y="281559"/>
                </a:lnTo>
                <a:lnTo>
                  <a:pt x="3340862" y="265303"/>
                </a:lnTo>
                <a:lnTo>
                  <a:pt x="3341116" y="265303"/>
                </a:lnTo>
                <a:lnTo>
                  <a:pt x="3207131" y="249682"/>
                </a:lnTo>
                <a:lnTo>
                  <a:pt x="3207385" y="249809"/>
                </a:lnTo>
                <a:lnTo>
                  <a:pt x="3068828" y="234823"/>
                </a:lnTo>
                <a:lnTo>
                  <a:pt x="3069082" y="234823"/>
                </a:lnTo>
                <a:lnTo>
                  <a:pt x="2926461" y="220472"/>
                </a:lnTo>
                <a:lnTo>
                  <a:pt x="2926588" y="220472"/>
                </a:lnTo>
                <a:lnTo>
                  <a:pt x="2780284" y="206756"/>
                </a:lnTo>
                <a:lnTo>
                  <a:pt x="2780538" y="206756"/>
                </a:lnTo>
                <a:lnTo>
                  <a:pt x="2631059" y="193675"/>
                </a:lnTo>
                <a:lnTo>
                  <a:pt x="2631186" y="193675"/>
                </a:lnTo>
                <a:lnTo>
                  <a:pt x="2478786" y="181102"/>
                </a:lnTo>
                <a:lnTo>
                  <a:pt x="2478913" y="181102"/>
                </a:lnTo>
                <a:lnTo>
                  <a:pt x="2324227" y="169164"/>
                </a:lnTo>
                <a:lnTo>
                  <a:pt x="2324354" y="169164"/>
                </a:lnTo>
                <a:lnTo>
                  <a:pt x="2167636" y="157734"/>
                </a:lnTo>
                <a:lnTo>
                  <a:pt x="2167763" y="157734"/>
                </a:lnTo>
                <a:lnTo>
                  <a:pt x="2009394" y="146939"/>
                </a:lnTo>
                <a:lnTo>
                  <a:pt x="2009521" y="147066"/>
                </a:lnTo>
                <a:lnTo>
                  <a:pt x="1850009" y="136779"/>
                </a:lnTo>
                <a:lnTo>
                  <a:pt x="1850136" y="136779"/>
                </a:lnTo>
                <a:lnTo>
                  <a:pt x="1529461" y="118110"/>
                </a:lnTo>
                <a:lnTo>
                  <a:pt x="1529715" y="118110"/>
                </a:lnTo>
                <a:lnTo>
                  <a:pt x="1209294" y="101600"/>
                </a:lnTo>
                <a:lnTo>
                  <a:pt x="1209421" y="101600"/>
                </a:lnTo>
                <a:lnTo>
                  <a:pt x="1050544" y="94234"/>
                </a:lnTo>
                <a:lnTo>
                  <a:pt x="893064" y="87376"/>
                </a:lnTo>
                <a:lnTo>
                  <a:pt x="737235" y="80899"/>
                </a:lnTo>
                <a:lnTo>
                  <a:pt x="583819" y="75184"/>
                </a:lnTo>
                <a:lnTo>
                  <a:pt x="432943" y="69850"/>
                </a:lnTo>
                <a:lnTo>
                  <a:pt x="284988" y="65151"/>
                </a:lnTo>
                <a:lnTo>
                  <a:pt x="140462" y="60833"/>
                </a:lnTo>
                <a:lnTo>
                  <a:pt x="140589" y="60833"/>
                </a:lnTo>
                <a:lnTo>
                  <a:pt x="0" y="57150"/>
                </a:lnTo>
                <a:lnTo>
                  <a:pt x="1524" y="0"/>
                </a:lnTo>
                <a:close/>
              </a:path>
            </a:pathLst>
          </a:custGeom>
          <a:ln w="0" cap="flat">
            <a:miter lim="101600"/>
          </a:ln>
        </p:spPr>
        <p:style>
          <a:lnRef idx="0">
            <a:srgbClr val="000000">
              <a:alpha val="0"/>
            </a:srgbClr>
          </a:lnRef>
          <a:fillRef idx="1">
            <a:srgbClr val="385723"/>
          </a:fillRef>
          <a:effectRef idx="0">
            <a:scrgbClr r="0" g="0" b="0"/>
          </a:effectRef>
          <a:fontRef idx="none"/>
        </p:style>
        <p:txBody>
          <a:bodyPr/>
          <a:lstStyle/>
          <a:p>
            <a:endParaRPr lang="en-GB"/>
          </a:p>
        </p:txBody>
      </p:sp>
      <p:sp>
        <p:nvSpPr>
          <p:cNvPr id="53" name="Shape 1524">
            <a:extLst>
              <a:ext uri="{FF2B5EF4-FFF2-40B4-BE49-F238E27FC236}">
                <a16:creationId xmlns:a16="http://schemas.microsoft.com/office/drawing/2014/main" id="{69EABFA2-24AD-5B42-A3B1-AD43BD99DDD0}"/>
              </a:ext>
            </a:extLst>
          </p:cNvPr>
          <p:cNvSpPr/>
          <p:nvPr/>
        </p:nvSpPr>
        <p:spPr>
          <a:xfrm>
            <a:off x="1079581" y="4926422"/>
            <a:ext cx="5891278" cy="1045675"/>
          </a:xfrm>
          <a:custGeom>
            <a:avLst/>
            <a:gdLst/>
            <a:ahLst/>
            <a:cxnLst/>
            <a:rect l="0" t="0" r="0" b="0"/>
            <a:pathLst>
              <a:path w="2961259" h="1537208">
                <a:moveTo>
                  <a:pt x="1016" y="0"/>
                </a:moveTo>
                <a:lnTo>
                  <a:pt x="95504" y="1651"/>
                </a:lnTo>
                <a:lnTo>
                  <a:pt x="191897" y="3683"/>
                </a:lnTo>
                <a:lnTo>
                  <a:pt x="290068" y="6096"/>
                </a:lnTo>
                <a:lnTo>
                  <a:pt x="389636" y="9017"/>
                </a:lnTo>
                <a:lnTo>
                  <a:pt x="592074" y="16129"/>
                </a:lnTo>
                <a:lnTo>
                  <a:pt x="797306" y="25273"/>
                </a:lnTo>
                <a:lnTo>
                  <a:pt x="1003173" y="36576"/>
                </a:lnTo>
                <a:lnTo>
                  <a:pt x="1207897" y="50038"/>
                </a:lnTo>
                <a:lnTo>
                  <a:pt x="1409319" y="65786"/>
                </a:lnTo>
                <a:lnTo>
                  <a:pt x="1508252" y="74676"/>
                </a:lnTo>
                <a:lnTo>
                  <a:pt x="1605661" y="84201"/>
                </a:lnTo>
                <a:lnTo>
                  <a:pt x="1701165" y="94361"/>
                </a:lnTo>
                <a:lnTo>
                  <a:pt x="1794637" y="105283"/>
                </a:lnTo>
                <a:lnTo>
                  <a:pt x="1885950" y="116840"/>
                </a:lnTo>
                <a:lnTo>
                  <a:pt x="1974596" y="129032"/>
                </a:lnTo>
                <a:lnTo>
                  <a:pt x="2060448" y="142113"/>
                </a:lnTo>
                <a:lnTo>
                  <a:pt x="2143379" y="155829"/>
                </a:lnTo>
                <a:lnTo>
                  <a:pt x="2223008" y="170434"/>
                </a:lnTo>
                <a:lnTo>
                  <a:pt x="2299081" y="185801"/>
                </a:lnTo>
                <a:lnTo>
                  <a:pt x="2371471" y="201930"/>
                </a:lnTo>
                <a:lnTo>
                  <a:pt x="2439924" y="218948"/>
                </a:lnTo>
                <a:lnTo>
                  <a:pt x="2504059" y="236982"/>
                </a:lnTo>
                <a:lnTo>
                  <a:pt x="2564003" y="255651"/>
                </a:lnTo>
                <a:lnTo>
                  <a:pt x="2619121" y="275590"/>
                </a:lnTo>
                <a:lnTo>
                  <a:pt x="2669413" y="296291"/>
                </a:lnTo>
                <a:lnTo>
                  <a:pt x="2714752" y="318262"/>
                </a:lnTo>
                <a:lnTo>
                  <a:pt x="2754503" y="341376"/>
                </a:lnTo>
                <a:lnTo>
                  <a:pt x="2772791" y="353568"/>
                </a:lnTo>
                <a:lnTo>
                  <a:pt x="2790063" y="366014"/>
                </a:lnTo>
                <a:lnTo>
                  <a:pt x="2806319" y="378841"/>
                </a:lnTo>
                <a:lnTo>
                  <a:pt x="2821686" y="391922"/>
                </a:lnTo>
                <a:lnTo>
                  <a:pt x="2836291" y="405511"/>
                </a:lnTo>
                <a:lnTo>
                  <a:pt x="2850007" y="419354"/>
                </a:lnTo>
                <a:lnTo>
                  <a:pt x="2862834" y="433705"/>
                </a:lnTo>
                <a:lnTo>
                  <a:pt x="2874772" y="448183"/>
                </a:lnTo>
                <a:lnTo>
                  <a:pt x="2885948" y="463169"/>
                </a:lnTo>
                <a:lnTo>
                  <a:pt x="2896362" y="478536"/>
                </a:lnTo>
                <a:lnTo>
                  <a:pt x="2905887" y="494030"/>
                </a:lnTo>
                <a:lnTo>
                  <a:pt x="2914650" y="509905"/>
                </a:lnTo>
                <a:lnTo>
                  <a:pt x="2922524" y="526161"/>
                </a:lnTo>
                <a:lnTo>
                  <a:pt x="2929636" y="542671"/>
                </a:lnTo>
                <a:lnTo>
                  <a:pt x="2935986" y="559181"/>
                </a:lnTo>
                <a:lnTo>
                  <a:pt x="2941574" y="576199"/>
                </a:lnTo>
                <a:lnTo>
                  <a:pt x="2946527" y="593471"/>
                </a:lnTo>
                <a:lnTo>
                  <a:pt x="2950591" y="610870"/>
                </a:lnTo>
                <a:lnTo>
                  <a:pt x="2954020" y="628523"/>
                </a:lnTo>
                <a:lnTo>
                  <a:pt x="2956814" y="646303"/>
                </a:lnTo>
                <a:lnTo>
                  <a:pt x="2958846" y="664210"/>
                </a:lnTo>
                <a:lnTo>
                  <a:pt x="2960370" y="682498"/>
                </a:lnTo>
                <a:lnTo>
                  <a:pt x="2961005" y="700913"/>
                </a:lnTo>
                <a:lnTo>
                  <a:pt x="2961259" y="719582"/>
                </a:lnTo>
                <a:lnTo>
                  <a:pt x="2959862" y="757047"/>
                </a:lnTo>
                <a:lnTo>
                  <a:pt x="2956052" y="795147"/>
                </a:lnTo>
                <a:lnTo>
                  <a:pt x="2950337" y="833882"/>
                </a:lnTo>
                <a:lnTo>
                  <a:pt x="2942590" y="873125"/>
                </a:lnTo>
                <a:lnTo>
                  <a:pt x="2932938" y="912876"/>
                </a:lnTo>
                <a:lnTo>
                  <a:pt x="2921635" y="953135"/>
                </a:lnTo>
                <a:lnTo>
                  <a:pt x="2908808" y="993902"/>
                </a:lnTo>
                <a:lnTo>
                  <a:pt x="2894457" y="1035050"/>
                </a:lnTo>
                <a:lnTo>
                  <a:pt x="2878709" y="1076579"/>
                </a:lnTo>
                <a:lnTo>
                  <a:pt x="2861818" y="1118489"/>
                </a:lnTo>
                <a:lnTo>
                  <a:pt x="2843657" y="1160907"/>
                </a:lnTo>
                <a:lnTo>
                  <a:pt x="2824607" y="1203325"/>
                </a:lnTo>
                <a:lnTo>
                  <a:pt x="2804668" y="1246251"/>
                </a:lnTo>
                <a:lnTo>
                  <a:pt x="2783967" y="1289304"/>
                </a:lnTo>
                <a:lnTo>
                  <a:pt x="2762631" y="1332484"/>
                </a:lnTo>
                <a:lnTo>
                  <a:pt x="2740660" y="1376045"/>
                </a:lnTo>
                <a:lnTo>
                  <a:pt x="2724567" y="1407142"/>
                </a:lnTo>
                <a:lnTo>
                  <a:pt x="2803906" y="1357503"/>
                </a:lnTo>
                <a:cubicBezTo>
                  <a:pt x="2817241" y="1349121"/>
                  <a:pt x="2834894" y="1353185"/>
                  <a:pt x="2843276" y="1366647"/>
                </a:cubicBezTo>
                <a:cubicBezTo>
                  <a:pt x="2851658" y="1379982"/>
                  <a:pt x="2847594" y="1397635"/>
                  <a:pt x="2834132" y="1406017"/>
                </a:cubicBezTo>
                <a:lnTo>
                  <a:pt x="2624455" y="1537208"/>
                </a:lnTo>
                <a:lnTo>
                  <a:pt x="2613406" y="1290066"/>
                </a:lnTo>
                <a:cubicBezTo>
                  <a:pt x="2612644" y="1274318"/>
                  <a:pt x="2624836" y="1260856"/>
                  <a:pt x="2640584" y="1260221"/>
                </a:cubicBezTo>
                <a:cubicBezTo>
                  <a:pt x="2656459" y="1259459"/>
                  <a:pt x="2669794" y="1271778"/>
                  <a:pt x="2670429" y="1287526"/>
                </a:cubicBezTo>
                <a:lnTo>
                  <a:pt x="2674552" y="1379462"/>
                </a:lnTo>
                <a:lnTo>
                  <a:pt x="2689860" y="1349883"/>
                </a:lnTo>
                <a:lnTo>
                  <a:pt x="2689733" y="1350137"/>
                </a:lnTo>
                <a:lnTo>
                  <a:pt x="2711577" y="1306957"/>
                </a:lnTo>
                <a:lnTo>
                  <a:pt x="2711450" y="1307084"/>
                </a:lnTo>
                <a:lnTo>
                  <a:pt x="2732659" y="1264031"/>
                </a:lnTo>
                <a:lnTo>
                  <a:pt x="2732532" y="1264285"/>
                </a:lnTo>
                <a:lnTo>
                  <a:pt x="2753106" y="1221613"/>
                </a:lnTo>
                <a:lnTo>
                  <a:pt x="2752979" y="1221867"/>
                </a:lnTo>
                <a:lnTo>
                  <a:pt x="2772791" y="1179449"/>
                </a:lnTo>
                <a:lnTo>
                  <a:pt x="2772537" y="1179830"/>
                </a:lnTo>
                <a:lnTo>
                  <a:pt x="2791460" y="1137666"/>
                </a:lnTo>
                <a:lnTo>
                  <a:pt x="2791206" y="1138174"/>
                </a:lnTo>
                <a:lnTo>
                  <a:pt x="2809113" y="1096264"/>
                </a:lnTo>
                <a:lnTo>
                  <a:pt x="2808986" y="1096899"/>
                </a:lnTo>
                <a:lnTo>
                  <a:pt x="2825383" y="1056096"/>
                </a:lnTo>
                <a:lnTo>
                  <a:pt x="2840863" y="1015111"/>
                </a:lnTo>
                <a:lnTo>
                  <a:pt x="2840609" y="1015873"/>
                </a:lnTo>
                <a:lnTo>
                  <a:pt x="2854565" y="975890"/>
                </a:lnTo>
                <a:lnTo>
                  <a:pt x="2866985" y="936496"/>
                </a:lnTo>
                <a:lnTo>
                  <a:pt x="2877770" y="898067"/>
                </a:lnTo>
                <a:lnTo>
                  <a:pt x="2886814" y="860913"/>
                </a:lnTo>
                <a:lnTo>
                  <a:pt x="2894203" y="823468"/>
                </a:lnTo>
                <a:lnTo>
                  <a:pt x="2893949" y="824738"/>
                </a:lnTo>
                <a:lnTo>
                  <a:pt x="2899410" y="787400"/>
                </a:lnTo>
                <a:lnTo>
                  <a:pt x="2899283" y="788797"/>
                </a:lnTo>
                <a:lnTo>
                  <a:pt x="2902867" y="753203"/>
                </a:lnTo>
                <a:lnTo>
                  <a:pt x="2904101" y="718421"/>
                </a:lnTo>
                <a:lnTo>
                  <a:pt x="2903982" y="701929"/>
                </a:lnTo>
                <a:lnTo>
                  <a:pt x="2903982" y="702691"/>
                </a:lnTo>
                <a:lnTo>
                  <a:pt x="2903220" y="685292"/>
                </a:lnTo>
                <a:lnTo>
                  <a:pt x="2903347" y="686562"/>
                </a:lnTo>
                <a:lnTo>
                  <a:pt x="2901950" y="669417"/>
                </a:lnTo>
                <a:lnTo>
                  <a:pt x="2901950" y="670179"/>
                </a:lnTo>
                <a:lnTo>
                  <a:pt x="2900045" y="653288"/>
                </a:lnTo>
                <a:lnTo>
                  <a:pt x="2900299" y="654431"/>
                </a:lnTo>
                <a:lnTo>
                  <a:pt x="2897632" y="637794"/>
                </a:lnTo>
                <a:lnTo>
                  <a:pt x="2897886" y="638937"/>
                </a:lnTo>
                <a:lnTo>
                  <a:pt x="2894584" y="622427"/>
                </a:lnTo>
                <a:lnTo>
                  <a:pt x="2894838" y="623443"/>
                </a:lnTo>
                <a:lnTo>
                  <a:pt x="2891028" y="607187"/>
                </a:lnTo>
                <a:lnTo>
                  <a:pt x="2891409" y="608457"/>
                </a:lnTo>
                <a:lnTo>
                  <a:pt x="2886870" y="592571"/>
                </a:lnTo>
                <a:lnTo>
                  <a:pt x="2881884" y="577850"/>
                </a:lnTo>
                <a:lnTo>
                  <a:pt x="2882392" y="578993"/>
                </a:lnTo>
                <a:lnTo>
                  <a:pt x="2876423" y="563626"/>
                </a:lnTo>
                <a:lnTo>
                  <a:pt x="2876931" y="564642"/>
                </a:lnTo>
                <a:lnTo>
                  <a:pt x="2870687" y="550112"/>
                </a:lnTo>
                <a:lnTo>
                  <a:pt x="2864134" y="536780"/>
                </a:lnTo>
                <a:lnTo>
                  <a:pt x="2856690" y="523287"/>
                </a:lnTo>
                <a:lnTo>
                  <a:pt x="2847975" y="508889"/>
                </a:lnTo>
                <a:lnTo>
                  <a:pt x="2848610" y="510032"/>
                </a:lnTo>
                <a:lnTo>
                  <a:pt x="2838958" y="495808"/>
                </a:lnTo>
                <a:lnTo>
                  <a:pt x="2839720" y="496824"/>
                </a:lnTo>
                <a:lnTo>
                  <a:pt x="2830120" y="483905"/>
                </a:lnTo>
                <a:lnTo>
                  <a:pt x="2819520" y="470991"/>
                </a:lnTo>
                <a:lnTo>
                  <a:pt x="2807970" y="458089"/>
                </a:lnTo>
                <a:lnTo>
                  <a:pt x="2808732" y="459105"/>
                </a:lnTo>
                <a:lnTo>
                  <a:pt x="2796032" y="446151"/>
                </a:lnTo>
                <a:lnTo>
                  <a:pt x="2796921" y="446913"/>
                </a:lnTo>
                <a:lnTo>
                  <a:pt x="2783277" y="434280"/>
                </a:lnTo>
                <a:lnTo>
                  <a:pt x="2769616" y="422656"/>
                </a:lnTo>
                <a:lnTo>
                  <a:pt x="2770505" y="423291"/>
                </a:lnTo>
                <a:lnTo>
                  <a:pt x="2755614" y="411599"/>
                </a:lnTo>
                <a:lnTo>
                  <a:pt x="2739901" y="400305"/>
                </a:lnTo>
                <a:lnTo>
                  <a:pt x="2723515" y="389382"/>
                </a:lnTo>
                <a:lnTo>
                  <a:pt x="2725039" y="390398"/>
                </a:lnTo>
                <a:lnTo>
                  <a:pt x="2687888" y="368850"/>
                </a:lnTo>
                <a:lnTo>
                  <a:pt x="2645283" y="348107"/>
                </a:lnTo>
                <a:lnTo>
                  <a:pt x="2646807" y="348869"/>
                </a:lnTo>
                <a:lnTo>
                  <a:pt x="2597912" y="328676"/>
                </a:lnTo>
                <a:lnTo>
                  <a:pt x="2599182" y="329057"/>
                </a:lnTo>
                <a:lnTo>
                  <a:pt x="2545207" y="309626"/>
                </a:lnTo>
                <a:lnTo>
                  <a:pt x="2546223" y="310007"/>
                </a:lnTo>
                <a:lnTo>
                  <a:pt x="2487558" y="291634"/>
                </a:lnTo>
                <a:lnTo>
                  <a:pt x="2424938" y="274066"/>
                </a:lnTo>
                <a:lnTo>
                  <a:pt x="2425700" y="274320"/>
                </a:lnTo>
                <a:lnTo>
                  <a:pt x="2358009" y="257429"/>
                </a:lnTo>
                <a:lnTo>
                  <a:pt x="2358644" y="257683"/>
                </a:lnTo>
                <a:lnTo>
                  <a:pt x="2286889" y="241681"/>
                </a:lnTo>
                <a:lnTo>
                  <a:pt x="2287524" y="241808"/>
                </a:lnTo>
                <a:lnTo>
                  <a:pt x="2211959" y="226568"/>
                </a:lnTo>
                <a:lnTo>
                  <a:pt x="2212467" y="226568"/>
                </a:lnTo>
                <a:lnTo>
                  <a:pt x="2133346" y="212090"/>
                </a:lnTo>
                <a:lnTo>
                  <a:pt x="2133854" y="212217"/>
                </a:lnTo>
                <a:lnTo>
                  <a:pt x="2051304" y="198501"/>
                </a:lnTo>
                <a:lnTo>
                  <a:pt x="2051685" y="198501"/>
                </a:lnTo>
                <a:lnTo>
                  <a:pt x="1966214" y="185547"/>
                </a:lnTo>
                <a:lnTo>
                  <a:pt x="1966595" y="185674"/>
                </a:lnTo>
                <a:lnTo>
                  <a:pt x="1878203" y="173482"/>
                </a:lnTo>
                <a:lnTo>
                  <a:pt x="1878584" y="173482"/>
                </a:lnTo>
                <a:lnTo>
                  <a:pt x="1787652" y="161925"/>
                </a:lnTo>
                <a:lnTo>
                  <a:pt x="1787906" y="162052"/>
                </a:lnTo>
                <a:lnTo>
                  <a:pt x="1694688" y="151130"/>
                </a:lnTo>
                <a:lnTo>
                  <a:pt x="1694942" y="151130"/>
                </a:lnTo>
                <a:lnTo>
                  <a:pt x="1599692" y="141097"/>
                </a:lnTo>
                <a:lnTo>
                  <a:pt x="1599946" y="141097"/>
                </a:lnTo>
                <a:lnTo>
                  <a:pt x="1502791" y="131572"/>
                </a:lnTo>
                <a:lnTo>
                  <a:pt x="1503045" y="131572"/>
                </a:lnTo>
                <a:lnTo>
                  <a:pt x="1404366" y="122809"/>
                </a:lnTo>
                <a:lnTo>
                  <a:pt x="1404620" y="122809"/>
                </a:lnTo>
                <a:lnTo>
                  <a:pt x="1203579" y="106934"/>
                </a:lnTo>
                <a:lnTo>
                  <a:pt x="1203960" y="107061"/>
                </a:lnTo>
                <a:lnTo>
                  <a:pt x="999617" y="93599"/>
                </a:lnTo>
                <a:lnTo>
                  <a:pt x="999871" y="93599"/>
                </a:lnTo>
                <a:lnTo>
                  <a:pt x="794258" y="82296"/>
                </a:lnTo>
                <a:lnTo>
                  <a:pt x="794512" y="82423"/>
                </a:lnTo>
                <a:lnTo>
                  <a:pt x="589661" y="73279"/>
                </a:lnTo>
                <a:lnTo>
                  <a:pt x="589915" y="73279"/>
                </a:lnTo>
                <a:lnTo>
                  <a:pt x="387731" y="66040"/>
                </a:lnTo>
                <a:lnTo>
                  <a:pt x="387985" y="66040"/>
                </a:lnTo>
                <a:lnTo>
                  <a:pt x="288544" y="63246"/>
                </a:lnTo>
                <a:lnTo>
                  <a:pt x="190627" y="60706"/>
                </a:lnTo>
                <a:lnTo>
                  <a:pt x="190754" y="60706"/>
                </a:lnTo>
                <a:lnTo>
                  <a:pt x="94361" y="58801"/>
                </a:lnTo>
                <a:lnTo>
                  <a:pt x="0" y="57150"/>
                </a:lnTo>
                <a:lnTo>
                  <a:pt x="1016" y="0"/>
                </a:lnTo>
                <a:close/>
              </a:path>
            </a:pathLst>
          </a:custGeom>
          <a:ln w="0" cap="flat">
            <a:miter lim="101600"/>
          </a:ln>
        </p:spPr>
        <p:style>
          <a:lnRef idx="0">
            <a:srgbClr val="000000">
              <a:alpha val="0"/>
            </a:srgbClr>
          </a:lnRef>
          <a:fillRef idx="1">
            <a:srgbClr val="385723"/>
          </a:fillRef>
          <a:effectRef idx="0">
            <a:scrgbClr r="0" g="0" b="0"/>
          </a:effectRef>
          <a:fontRef idx="none"/>
        </p:style>
        <p:txBody>
          <a:bodyPr/>
          <a:lstStyle/>
          <a:p>
            <a:endParaRPr lang="en-GB"/>
          </a:p>
        </p:txBody>
      </p:sp>
      <p:sp>
        <p:nvSpPr>
          <p:cNvPr id="54" name="Shape 1524">
            <a:extLst>
              <a:ext uri="{FF2B5EF4-FFF2-40B4-BE49-F238E27FC236}">
                <a16:creationId xmlns:a16="http://schemas.microsoft.com/office/drawing/2014/main" id="{BC60A950-8762-0042-B31E-B5617C7F187F}"/>
              </a:ext>
            </a:extLst>
          </p:cNvPr>
          <p:cNvSpPr/>
          <p:nvPr/>
        </p:nvSpPr>
        <p:spPr>
          <a:xfrm>
            <a:off x="1079581" y="4921986"/>
            <a:ext cx="2492231" cy="1187938"/>
          </a:xfrm>
          <a:custGeom>
            <a:avLst/>
            <a:gdLst/>
            <a:ahLst/>
            <a:cxnLst/>
            <a:rect l="0" t="0" r="0" b="0"/>
            <a:pathLst>
              <a:path w="2961259" h="1537208">
                <a:moveTo>
                  <a:pt x="1016" y="0"/>
                </a:moveTo>
                <a:lnTo>
                  <a:pt x="95504" y="1651"/>
                </a:lnTo>
                <a:lnTo>
                  <a:pt x="191897" y="3683"/>
                </a:lnTo>
                <a:lnTo>
                  <a:pt x="290068" y="6096"/>
                </a:lnTo>
                <a:lnTo>
                  <a:pt x="389636" y="9017"/>
                </a:lnTo>
                <a:lnTo>
                  <a:pt x="592074" y="16129"/>
                </a:lnTo>
                <a:lnTo>
                  <a:pt x="797306" y="25273"/>
                </a:lnTo>
                <a:lnTo>
                  <a:pt x="1003173" y="36576"/>
                </a:lnTo>
                <a:lnTo>
                  <a:pt x="1207897" y="50038"/>
                </a:lnTo>
                <a:lnTo>
                  <a:pt x="1409319" y="65786"/>
                </a:lnTo>
                <a:lnTo>
                  <a:pt x="1508252" y="74676"/>
                </a:lnTo>
                <a:lnTo>
                  <a:pt x="1605661" y="84201"/>
                </a:lnTo>
                <a:lnTo>
                  <a:pt x="1701165" y="94361"/>
                </a:lnTo>
                <a:lnTo>
                  <a:pt x="1794637" y="105283"/>
                </a:lnTo>
                <a:lnTo>
                  <a:pt x="1885950" y="116840"/>
                </a:lnTo>
                <a:lnTo>
                  <a:pt x="1974596" y="129032"/>
                </a:lnTo>
                <a:lnTo>
                  <a:pt x="2060448" y="142113"/>
                </a:lnTo>
                <a:lnTo>
                  <a:pt x="2143379" y="155829"/>
                </a:lnTo>
                <a:lnTo>
                  <a:pt x="2223008" y="170434"/>
                </a:lnTo>
                <a:lnTo>
                  <a:pt x="2299081" y="185801"/>
                </a:lnTo>
                <a:lnTo>
                  <a:pt x="2371471" y="201930"/>
                </a:lnTo>
                <a:lnTo>
                  <a:pt x="2439924" y="218948"/>
                </a:lnTo>
                <a:lnTo>
                  <a:pt x="2504059" y="236982"/>
                </a:lnTo>
                <a:lnTo>
                  <a:pt x="2564003" y="255651"/>
                </a:lnTo>
                <a:lnTo>
                  <a:pt x="2619121" y="275590"/>
                </a:lnTo>
                <a:lnTo>
                  <a:pt x="2669413" y="296291"/>
                </a:lnTo>
                <a:lnTo>
                  <a:pt x="2714752" y="318262"/>
                </a:lnTo>
                <a:lnTo>
                  <a:pt x="2754503" y="341376"/>
                </a:lnTo>
                <a:lnTo>
                  <a:pt x="2772791" y="353568"/>
                </a:lnTo>
                <a:lnTo>
                  <a:pt x="2790063" y="366014"/>
                </a:lnTo>
                <a:lnTo>
                  <a:pt x="2806319" y="378841"/>
                </a:lnTo>
                <a:lnTo>
                  <a:pt x="2821686" y="391922"/>
                </a:lnTo>
                <a:lnTo>
                  <a:pt x="2836291" y="405511"/>
                </a:lnTo>
                <a:lnTo>
                  <a:pt x="2850007" y="419354"/>
                </a:lnTo>
                <a:lnTo>
                  <a:pt x="2862834" y="433705"/>
                </a:lnTo>
                <a:lnTo>
                  <a:pt x="2874772" y="448183"/>
                </a:lnTo>
                <a:lnTo>
                  <a:pt x="2885948" y="463169"/>
                </a:lnTo>
                <a:lnTo>
                  <a:pt x="2896362" y="478536"/>
                </a:lnTo>
                <a:lnTo>
                  <a:pt x="2905887" y="494030"/>
                </a:lnTo>
                <a:lnTo>
                  <a:pt x="2914650" y="509905"/>
                </a:lnTo>
                <a:lnTo>
                  <a:pt x="2922524" y="526161"/>
                </a:lnTo>
                <a:lnTo>
                  <a:pt x="2929636" y="542671"/>
                </a:lnTo>
                <a:lnTo>
                  <a:pt x="2935986" y="559181"/>
                </a:lnTo>
                <a:lnTo>
                  <a:pt x="2941574" y="576199"/>
                </a:lnTo>
                <a:lnTo>
                  <a:pt x="2946527" y="593471"/>
                </a:lnTo>
                <a:lnTo>
                  <a:pt x="2950591" y="610870"/>
                </a:lnTo>
                <a:lnTo>
                  <a:pt x="2954020" y="628523"/>
                </a:lnTo>
                <a:lnTo>
                  <a:pt x="2956814" y="646303"/>
                </a:lnTo>
                <a:lnTo>
                  <a:pt x="2958846" y="664210"/>
                </a:lnTo>
                <a:lnTo>
                  <a:pt x="2960370" y="682498"/>
                </a:lnTo>
                <a:lnTo>
                  <a:pt x="2961005" y="700913"/>
                </a:lnTo>
                <a:lnTo>
                  <a:pt x="2961259" y="719582"/>
                </a:lnTo>
                <a:lnTo>
                  <a:pt x="2959862" y="757047"/>
                </a:lnTo>
                <a:lnTo>
                  <a:pt x="2956052" y="795147"/>
                </a:lnTo>
                <a:lnTo>
                  <a:pt x="2950337" y="833882"/>
                </a:lnTo>
                <a:lnTo>
                  <a:pt x="2942590" y="873125"/>
                </a:lnTo>
                <a:lnTo>
                  <a:pt x="2932938" y="912876"/>
                </a:lnTo>
                <a:lnTo>
                  <a:pt x="2921635" y="953135"/>
                </a:lnTo>
                <a:lnTo>
                  <a:pt x="2908808" y="993902"/>
                </a:lnTo>
                <a:lnTo>
                  <a:pt x="2894457" y="1035050"/>
                </a:lnTo>
                <a:lnTo>
                  <a:pt x="2878709" y="1076579"/>
                </a:lnTo>
                <a:lnTo>
                  <a:pt x="2861818" y="1118489"/>
                </a:lnTo>
                <a:lnTo>
                  <a:pt x="2843657" y="1160907"/>
                </a:lnTo>
                <a:lnTo>
                  <a:pt x="2824607" y="1203325"/>
                </a:lnTo>
                <a:lnTo>
                  <a:pt x="2804668" y="1246251"/>
                </a:lnTo>
                <a:lnTo>
                  <a:pt x="2783967" y="1289304"/>
                </a:lnTo>
                <a:lnTo>
                  <a:pt x="2762631" y="1332484"/>
                </a:lnTo>
                <a:lnTo>
                  <a:pt x="2740660" y="1376045"/>
                </a:lnTo>
                <a:lnTo>
                  <a:pt x="2724567" y="1407142"/>
                </a:lnTo>
                <a:lnTo>
                  <a:pt x="2803906" y="1357503"/>
                </a:lnTo>
                <a:cubicBezTo>
                  <a:pt x="2817241" y="1349121"/>
                  <a:pt x="2834894" y="1353185"/>
                  <a:pt x="2843276" y="1366647"/>
                </a:cubicBezTo>
                <a:cubicBezTo>
                  <a:pt x="2851658" y="1379982"/>
                  <a:pt x="2847594" y="1397635"/>
                  <a:pt x="2834132" y="1406017"/>
                </a:cubicBezTo>
                <a:lnTo>
                  <a:pt x="2624455" y="1537208"/>
                </a:lnTo>
                <a:lnTo>
                  <a:pt x="2613406" y="1290066"/>
                </a:lnTo>
                <a:cubicBezTo>
                  <a:pt x="2612644" y="1274318"/>
                  <a:pt x="2624836" y="1260856"/>
                  <a:pt x="2640584" y="1260221"/>
                </a:cubicBezTo>
                <a:cubicBezTo>
                  <a:pt x="2656459" y="1259459"/>
                  <a:pt x="2669794" y="1271778"/>
                  <a:pt x="2670429" y="1287526"/>
                </a:cubicBezTo>
                <a:lnTo>
                  <a:pt x="2674552" y="1379462"/>
                </a:lnTo>
                <a:lnTo>
                  <a:pt x="2689860" y="1349883"/>
                </a:lnTo>
                <a:lnTo>
                  <a:pt x="2689733" y="1350137"/>
                </a:lnTo>
                <a:lnTo>
                  <a:pt x="2711577" y="1306957"/>
                </a:lnTo>
                <a:lnTo>
                  <a:pt x="2711450" y="1307084"/>
                </a:lnTo>
                <a:lnTo>
                  <a:pt x="2732659" y="1264031"/>
                </a:lnTo>
                <a:lnTo>
                  <a:pt x="2732532" y="1264285"/>
                </a:lnTo>
                <a:lnTo>
                  <a:pt x="2753106" y="1221613"/>
                </a:lnTo>
                <a:lnTo>
                  <a:pt x="2752979" y="1221867"/>
                </a:lnTo>
                <a:lnTo>
                  <a:pt x="2772791" y="1179449"/>
                </a:lnTo>
                <a:lnTo>
                  <a:pt x="2772537" y="1179830"/>
                </a:lnTo>
                <a:lnTo>
                  <a:pt x="2791460" y="1137666"/>
                </a:lnTo>
                <a:lnTo>
                  <a:pt x="2791206" y="1138174"/>
                </a:lnTo>
                <a:lnTo>
                  <a:pt x="2809113" y="1096264"/>
                </a:lnTo>
                <a:lnTo>
                  <a:pt x="2808986" y="1096899"/>
                </a:lnTo>
                <a:lnTo>
                  <a:pt x="2825383" y="1056096"/>
                </a:lnTo>
                <a:lnTo>
                  <a:pt x="2840863" y="1015111"/>
                </a:lnTo>
                <a:lnTo>
                  <a:pt x="2840609" y="1015873"/>
                </a:lnTo>
                <a:lnTo>
                  <a:pt x="2854565" y="975890"/>
                </a:lnTo>
                <a:lnTo>
                  <a:pt x="2866985" y="936496"/>
                </a:lnTo>
                <a:lnTo>
                  <a:pt x="2877770" y="898067"/>
                </a:lnTo>
                <a:lnTo>
                  <a:pt x="2886814" y="860913"/>
                </a:lnTo>
                <a:lnTo>
                  <a:pt x="2894203" y="823468"/>
                </a:lnTo>
                <a:lnTo>
                  <a:pt x="2893949" y="824738"/>
                </a:lnTo>
                <a:lnTo>
                  <a:pt x="2899410" y="787400"/>
                </a:lnTo>
                <a:lnTo>
                  <a:pt x="2899283" y="788797"/>
                </a:lnTo>
                <a:lnTo>
                  <a:pt x="2902867" y="753203"/>
                </a:lnTo>
                <a:lnTo>
                  <a:pt x="2904101" y="718421"/>
                </a:lnTo>
                <a:lnTo>
                  <a:pt x="2903982" y="701929"/>
                </a:lnTo>
                <a:lnTo>
                  <a:pt x="2903982" y="702691"/>
                </a:lnTo>
                <a:lnTo>
                  <a:pt x="2903220" y="685292"/>
                </a:lnTo>
                <a:lnTo>
                  <a:pt x="2903347" y="686562"/>
                </a:lnTo>
                <a:lnTo>
                  <a:pt x="2901950" y="669417"/>
                </a:lnTo>
                <a:lnTo>
                  <a:pt x="2901950" y="670179"/>
                </a:lnTo>
                <a:lnTo>
                  <a:pt x="2900045" y="653288"/>
                </a:lnTo>
                <a:lnTo>
                  <a:pt x="2900299" y="654431"/>
                </a:lnTo>
                <a:lnTo>
                  <a:pt x="2897632" y="637794"/>
                </a:lnTo>
                <a:lnTo>
                  <a:pt x="2897886" y="638937"/>
                </a:lnTo>
                <a:lnTo>
                  <a:pt x="2894584" y="622427"/>
                </a:lnTo>
                <a:lnTo>
                  <a:pt x="2894838" y="623443"/>
                </a:lnTo>
                <a:lnTo>
                  <a:pt x="2891028" y="607187"/>
                </a:lnTo>
                <a:lnTo>
                  <a:pt x="2891409" y="608457"/>
                </a:lnTo>
                <a:lnTo>
                  <a:pt x="2886870" y="592571"/>
                </a:lnTo>
                <a:lnTo>
                  <a:pt x="2881884" y="577850"/>
                </a:lnTo>
                <a:lnTo>
                  <a:pt x="2882392" y="578993"/>
                </a:lnTo>
                <a:lnTo>
                  <a:pt x="2876423" y="563626"/>
                </a:lnTo>
                <a:lnTo>
                  <a:pt x="2876931" y="564642"/>
                </a:lnTo>
                <a:lnTo>
                  <a:pt x="2870687" y="550112"/>
                </a:lnTo>
                <a:lnTo>
                  <a:pt x="2864134" y="536780"/>
                </a:lnTo>
                <a:lnTo>
                  <a:pt x="2856690" y="523287"/>
                </a:lnTo>
                <a:lnTo>
                  <a:pt x="2847975" y="508889"/>
                </a:lnTo>
                <a:lnTo>
                  <a:pt x="2848610" y="510032"/>
                </a:lnTo>
                <a:lnTo>
                  <a:pt x="2838958" y="495808"/>
                </a:lnTo>
                <a:lnTo>
                  <a:pt x="2839720" y="496824"/>
                </a:lnTo>
                <a:lnTo>
                  <a:pt x="2830120" y="483905"/>
                </a:lnTo>
                <a:lnTo>
                  <a:pt x="2819520" y="470991"/>
                </a:lnTo>
                <a:lnTo>
                  <a:pt x="2807970" y="458089"/>
                </a:lnTo>
                <a:lnTo>
                  <a:pt x="2808732" y="459105"/>
                </a:lnTo>
                <a:lnTo>
                  <a:pt x="2796032" y="446151"/>
                </a:lnTo>
                <a:lnTo>
                  <a:pt x="2796921" y="446913"/>
                </a:lnTo>
                <a:lnTo>
                  <a:pt x="2783277" y="434280"/>
                </a:lnTo>
                <a:lnTo>
                  <a:pt x="2769616" y="422656"/>
                </a:lnTo>
                <a:lnTo>
                  <a:pt x="2770505" y="423291"/>
                </a:lnTo>
                <a:lnTo>
                  <a:pt x="2755614" y="411599"/>
                </a:lnTo>
                <a:lnTo>
                  <a:pt x="2739901" y="400305"/>
                </a:lnTo>
                <a:lnTo>
                  <a:pt x="2723515" y="389382"/>
                </a:lnTo>
                <a:lnTo>
                  <a:pt x="2725039" y="390398"/>
                </a:lnTo>
                <a:lnTo>
                  <a:pt x="2687888" y="368850"/>
                </a:lnTo>
                <a:lnTo>
                  <a:pt x="2645283" y="348107"/>
                </a:lnTo>
                <a:lnTo>
                  <a:pt x="2646807" y="348869"/>
                </a:lnTo>
                <a:lnTo>
                  <a:pt x="2597912" y="328676"/>
                </a:lnTo>
                <a:lnTo>
                  <a:pt x="2599182" y="329057"/>
                </a:lnTo>
                <a:lnTo>
                  <a:pt x="2545207" y="309626"/>
                </a:lnTo>
                <a:lnTo>
                  <a:pt x="2546223" y="310007"/>
                </a:lnTo>
                <a:lnTo>
                  <a:pt x="2487558" y="291634"/>
                </a:lnTo>
                <a:lnTo>
                  <a:pt x="2424938" y="274066"/>
                </a:lnTo>
                <a:lnTo>
                  <a:pt x="2425700" y="274320"/>
                </a:lnTo>
                <a:lnTo>
                  <a:pt x="2358009" y="257429"/>
                </a:lnTo>
                <a:lnTo>
                  <a:pt x="2358644" y="257683"/>
                </a:lnTo>
                <a:lnTo>
                  <a:pt x="2286889" y="241681"/>
                </a:lnTo>
                <a:lnTo>
                  <a:pt x="2287524" y="241808"/>
                </a:lnTo>
                <a:lnTo>
                  <a:pt x="2211959" y="226568"/>
                </a:lnTo>
                <a:lnTo>
                  <a:pt x="2212467" y="226568"/>
                </a:lnTo>
                <a:lnTo>
                  <a:pt x="2133346" y="212090"/>
                </a:lnTo>
                <a:lnTo>
                  <a:pt x="2133854" y="212217"/>
                </a:lnTo>
                <a:lnTo>
                  <a:pt x="2051304" y="198501"/>
                </a:lnTo>
                <a:lnTo>
                  <a:pt x="2051685" y="198501"/>
                </a:lnTo>
                <a:lnTo>
                  <a:pt x="1966214" y="185547"/>
                </a:lnTo>
                <a:lnTo>
                  <a:pt x="1966595" y="185674"/>
                </a:lnTo>
                <a:lnTo>
                  <a:pt x="1878203" y="173482"/>
                </a:lnTo>
                <a:lnTo>
                  <a:pt x="1878584" y="173482"/>
                </a:lnTo>
                <a:lnTo>
                  <a:pt x="1787652" y="161925"/>
                </a:lnTo>
                <a:lnTo>
                  <a:pt x="1787906" y="162052"/>
                </a:lnTo>
                <a:lnTo>
                  <a:pt x="1694688" y="151130"/>
                </a:lnTo>
                <a:lnTo>
                  <a:pt x="1694942" y="151130"/>
                </a:lnTo>
                <a:lnTo>
                  <a:pt x="1599692" y="141097"/>
                </a:lnTo>
                <a:lnTo>
                  <a:pt x="1599946" y="141097"/>
                </a:lnTo>
                <a:lnTo>
                  <a:pt x="1502791" y="131572"/>
                </a:lnTo>
                <a:lnTo>
                  <a:pt x="1503045" y="131572"/>
                </a:lnTo>
                <a:lnTo>
                  <a:pt x="1404366" y="122809"/>
                </a:lnTo>
                <a:lnTo>
                  <a:pt x="1404620" y="122809"/>
                </a:lnTo>
                <a:lnTo>
                  <a:pt x="1203579" y="106934"/>
                </a:lnTo>
                <a:lnTo>
                  <a:pt x="1203960" y="107061"/>
                </a:lnTo>
                <a:lnTo>
                  <a:pt x="999617" y="93599"/>
                </a:lnTo>
                <a:lnTo>
                  <a:pt x="999871" y="93599"/>
                </a:lnTo>
                <a:lnTo>
                  <a:pt x="794258" y="82296"/>
                </a:lnTo>
                <a:lnTo>
                  <a:pt x="794512" y="82423"/>
                </a:lnTo>
                <a:lnTo>
                  <a:pt x="589661" y="73279"/>
                </a:lnTo>
                <a:lnTo>
                  <a:pt x="589915" y="73279"/>
                </a:lnTo>
                <a:lnTo>
                  <a:pt x="387731" y="66040"/>
                </a:lnTo>
                <a:lnTo>
                  <a:pt x="387985" y="66040"/>
                </a:lnTo>
                <a:lnTo>
                  <a:pt x="288544" y="63246"/>
                </a:lnTo>
                <a:lnTo>
                  <a:pt x="190627" y="60706"/>
                </a:lnTo>
                <a:lnTo>
                  <a:pt x="190754" y="60706"/>
                </a:lnTo>
                <a:lnTo>
                  <a:pt x="94361" y="58801"/>
                </a:lnTo>
                <a:lnTo>
                  <a:pt x="0" y="57150"/>
                </a:lnTo>
                <a:lnTo>
                  <a:pt x="1016" y="0"/>
                </a:lnTo>
                <a:close/>
              </a:path>
            </a:pathLst>
          </a:custGeom>
          <a:ln w="0" cap="flat">
            <a:miter lim="101600"/>
          </a:ln>
        </p:spPr>
        <p:style>
          <a:lnRef idx="0">
            <a:srgbClr val="000000">
              <a:alpha val="0"/>
            </a:srgbClr>
          </a:lnRef>
          <a:fillRef idx="1">
            <a:srgbClr val="385723"/>
          </a:fillRef>
          <a:effectRef idx="0">
            <a:scrgbClr r="0" g="0" b="0"/>
          </a:effectRef>
          <a:fontRef idx="none"/>
        </p:style>
        <p:txBody>
          <a:bodyPr/>
          <a:lstStyle/>
          <a:p>
            <a:endParaRPr lang="en-GB"/>
          </a:p>
        </p:txBody>
      </p:sp>
      <p:sp>
        <p:nvSpPr>
          <p:cNvPr id="55" name="Rectangle 54">
            <a:extLst>
              <a:ext uri="{FF2B5EF4-FFF2-40B4-BE49-F238E27FC236}">
                <a16:creationId xmlns:a16="http://schemas.microsoft.com/office/drawing/2014/main" id="{7D2795C6-3223-444B-BB7A-9D1B46787908}"/>
              </a:ext>
            </a:extLst>
          </p:cNvPr>
          <p:cNvSpPr/>
          <p:nvPr/>
        </p:nvSpPr>
        <p:spPr>
          <a:xfrm>
            <a:off x="5946022" y="5890644"/>
            <a:ext cx="1615440" cy="310515"/>
          </a:xfrm>
          <a:prstGeom prst="rect">
            <a:avLst/>
          </a:prstGeom>
          <a:ln>
            <a:noFill/>
          </a:ln>
        </p:spPr>
        <p:txBody>
          <a:bodyPr vert="horz" lIns="0" tIns="0" rIns="0" bIns="0" rtlCol="0">
            <a:noAutofit/>
          </a:bodyPr>
          <a:lstStyle/>
          <a:p>
            <a:pPr>
              <a:lnSpc>
                <a:spcPct val="107000"/>
              </a:lnSpc>
              <a:spcAft>
                <a:spcPts val="800"/>
              </a:spcAft>
            </a:pPr>
            <a:r>
              <a:rPr lang="fr-FR" sz="1800" b="1" dirty="0">
                <a:solidFill>
                  <a:srgbClr val="000000"/>
                </a:solidFill>
                <a:effectLst/>
                <a:latin typeface="Abel"/>
                <a:ea typeface="Abel"/>
                <a:cs typeface="Abel"/>
              </a:rPr>
              <a:t>Disponibilité</a:t>
            </a:r>
            <a:endParaRPr lang="en-MA" sz="1100" dirty="0">
              <a:solidFill>
                <a:srgbClr val="000000"/>
              </a:solidFill>
              <a:effectLst/>
              <a:latin typeface="Calibri" panose="020F0502020204030204" pitchFamily="34" charset="0"/>
              <a:ea typeface="Calibri" panose="020F0502020204030204" pitchFamily="34" charset="0"/>
            </a:endParaRPr>
          </a:p>
        </p:txBody>
      </p:sp>
      <p:pic>
        <p:nvPicPr>
          <p:cNvPr id="56" name="Picture 55">
            <a:extLst>
              <a:ext uri="{FF2B5EF4-FFF2-40B4-BE49-F238E27FC236}">
                <a16:creationId xmlns:a16="http://schemas.microsoft.com/office/drawing/2014/main" id="{DE04A6F5-3758-AC45-BD30-CD40748E12C0}"/>
              </a:ext>
            </a:extLst>
          </p:cNvPr>
          <p:cNvPicPr/>
          <p:nvPr/>
        </p:nvPicPr>
        <p:blipFill>
          <a:blip r:embed="rId5"/>
          <a:stretch>
            <a:fillRect/>
          </a:stretch>
        </p:blipFill>
        <p:spPr>
          <a:xfrm>
            <a:off x="6500365" y="6117700"/>
            <a:ext cx="620852" cy="630041"/>
          </a:xfrm>
          <a:prstGeom prst="rect">
            <a:avLst/>
          </a:prstGeom>
        </p:spPr>
      </p:pic>
      <p:sp>
        <p:nvSpPr>
          <p:cNvPr id="58" name="Rectangle 57">
            <a:extLst>
              <a:ext uri="{FF2B5EF4-FFF2-40B4-BE49-F238E27FC236}">
                <a16:creationId xmlns:a16="http://schemas.microsoft.com/office/drawing/2014/main" id="{1F84C328-B179-1049-880D-586BC413FC74}"/>
              </a:ext>
            </a:extLst>
          </p:cNvPr>
          <p:cNvSpPr/>
          <p:nvPr/>
        </p:nvSpPr>
        <p:spPr>
          <a:xfrm>
            <a:off x="4348691" y="5729573"/>
            <a:ext cx="1615440" cy="310515"/>
          </a:xfrm>
          <a:prstGeom prst="rect">
            <a:avLst/>
          </a:prstGeom>
          <a:ln>
            <a:noFill/>
          </a:ln>
        </p:spPr>
        <p:txBody>
          <a:bodyPr vert="horz" lIns="0" tIns="0" rIns="0" bIns="0" rtlCol="0">
            <a:noAutofit/>
          </a:bodyPr>
          <a:lstStyle/>
          <a:p>
            <a:pPr>
              <a:lnSpc>
                <a:spcPct val="107000"/>
              </a:lnSpc>
              <a:spcAft>
                <a:spcPts val="800"/>
              </a:spcAft>
            </a:pPr>
            <a:r>
              <a:rPr lang="fr-FR" sz="1800" b="1" dirty="0">
                <a:solidFill>
                  <a:srgbClr val="000000"/>
                </a:solidFill>
                <a:effectLst/>
                <a:latin typeface="Abel"/>
                <a:ea typeface="Abel"/>
                <a:cs typeface="Abel"/>
              </a:rPr>
              <a:t>Trop  d’intervenants</a:t>
            </a:r>
            <a:endParaRPr lang="en-MA" sz="1100" dirty="0">
              <a:solidFill>
                <a:srgbClr val="000000"/>
              </a:solidFill>
              <a:effectLst/>
              <a:latin typeface="Calibri" panose="020F0502020204030204" pitchFamily="34" charset="0"/>
              <a:ea typeface="Calibri" panose="020F0502020204030204" pitchFamily="34" charset="0"/>
            </a:endParaRPr>
          </a:p>
        </p:txBody>
      </p:sp>
      <p:pic>
        <p:nvPicPr>
          <p:cNvPr id="59" name="Picture 58">
            <a:extLst>
              <a:ext uri="{FF2B5EF4-FFF2-40B4-BE49-F238E27FC236}">
                <a16:creationId xmlns:a16="http://schemas.microsoft.com/office/drawing/2014/main" id="{042F7EC7-72D0-8D40-909B-E1EDFF29F693}"/>
              </a:ext>
            </a:extLst>
          </p:cNvPr>
          <p:cNvPicPr/>
          <p:nvPr/>
        </p:nvPicPr>
        <p:blipFill>
          <a:blip r:embed="rId6"/>
          <a:stretch>
            <a:fillRect/>
          </a:stretch>
        </p:blipFill>
        <p:spPr>
          <a:xfrm>
            <a:off x="4515498" y="6275293"/>
            <a:ext cx="918383" cy="554058"/>
          </a:xfrm>
          <a:prstGeom prst="rect">
            <a:avLst/>
          </a:prstGeom>
        </p:spPr>
      </p:pic>
      <p:sp>
        <p:nvSpPr>
          <p:cNvPr id="60" name="Rectangle 59">
            <a:extLst>
              <a:ext uri="{FF2B5EF4-FFF2-40B4-BE49-F238E27FC236}">
                <a16:creationId xmlns:a16="http://schemas.microsoft.com/office/drawing/2014/main" id="{0C6F3121-AECF-F64B-B5F9-26A9A4436619}"/>
              </a:ext>
            </a:extLst>
          </p:cNvPr>
          <p:cNvSpPr/>
          <p:nvPr/>
        </p:nvSpPr>
        <p:spPr>
          <a:xfrm>
            <a:off x="1665356" y="5810154"/>
            <a:ext cx="1615440" cy="310515"/>
          </a:xfrm>
          <a:prstGeom prst="rect">
            <a:avLst/>
          </a:prstGeom>
          <a:ln>
            <a:noFill/>
          </a:ln>
        </p:spPr>
        <p:txBody>
          <a:bodyPr vert="horz" lIns="0" tIns="0" rIns="0" bIns="0" rtlCol="0">
            <a:noAutofit/>
          </a:bodyPr>
          <a:lstStyle/>
          <a:p>
            <a:pPr>
              <a:lnSpc>
                <a:spcPct val="107000"/>
              </a:lnSpc>
              <a:spcAft>
                <a:spcPts val="800"/>
              </a:spcAft>
            </a:pPr>
            <a:r>
              <a:rPr lang="fr-FR" b="1" dirty="0">
                <a:solidFill>
                  <a:srgbClr val="000000"/>
                </a:solidFill>
                <a:latin typeface="Abel"/>
                <a:ea typeface="Abel"/>
                <a:cs typeface="Abel"/>
              </a:rPr>
              <a:t>P</a:t>
            </a:r>
            <a:r>
              <a:rPr lang="fr-FR" sz="1800" b="1" dirty="0">
                <a:solidFill>
                  <a:srgbClr val="000000"/>
                </a:solidFill>
                <a:effectLst/>
                <a:latin typeface="Abel"/>
                <a:ea typeface="Abel"/>
                <a:cs typeface="Abel"/>
              </a:rPr>
              <a:t>erte de Temps</a:t>
            </a:r>
            <a:endParaRPr lang="en-MA" sz="1100" dirty="0">
              <a:solidFill>
                <a:srgbClr val="000000"/>
              </a:solidFill>
              <a:effectLst/>
              <a:latin typeface="Calibri" panose="020F0502020204030204" pitchFamily="34" charset="0"/>
              <a:ea typeface="Calibri" panose="020F0502020204030204" pitchFamily="34" charset="0"/>
            </a:endParaRPr>
          </a:p>
        </p:txBody>
      </p:sp>
      <p:pic>
        <p:nvPicPr>
          <p:cNvPr id="61" name="Picture 60">
            <a:extLst>
              <a:ext uri="{FF2B5EF4-FFF2-40B4-BE49-F238E27FC236}">
                <a16:creationId xmlns:a16="http://schemas.microsoft.com/office/drawing/2014/main" id="{1567AF5C-EE8F-CE45-A908-04A8B791757A}"/>
              </a:ext>
            </a:extLst>
          </p:cNvPr>
          <p:cNvPicPr/>
          <p:nvPr/>
        </p:nvPicPr>
        <p:blipFill>
          <a:blip r:embed="rId7"/>
          <a:stretch>
            <a:fillRect/>
          </a:stretch>
        </p:blipFill>
        <p:spPr>
          <a:xfrm>
            <a:off x="1846459" y="6102162"/>
            <a:ext cx="1299972" cy="636953"/>
          </a:xfrm>
          <a:prstGeom prst="rect">
            <a:avLst/>
          </a:prstGeom>
        </p:spPr>
      </p:pic>
      <p:pic>
        <p:nvPicPr>
          <p:cNvPr id="7" name="Picture 6">
            <a:extLst>
              <a:ext uri="{FF2B5EF4-FFF2-40B4-BE49-F238E27FC236}">
                <a16:creationId xmlns:a16="http://schemas.microsoft.com/office/drawing/2014/main" id="{48E6DA6B-340D-6142-A408-A37C420FBD26}"/>
              </a:ext>
            </a:extLst>
          </p:cNvPr>
          <p:cNvPicPr>
            <a:picLocks noChangeAspect="1"/>
          </p:cNvPicPr>
          <p:nvPr/>
        </p:nvPicPr>
        <p:blipFill>
          <a:blip r:embed="rId8"/>
          <a:stretch>
            <a:fillRect/>
          </a:stretch>
        </p:blipFill>
        <p:spPr>
          <a:xfrm>
            <a:off x="347850" y="5850000"/>
            <a:ext cx="1196635" cy="967356"/>
          </a:xfrm>
          <a:prstGeom prst="rect">
            <a:avLst/>
          </a:prstGeom>
        </p:spPr>
      </p:pic>
      <p:sp>
        <p:nvSpPr>
          <p:cNvPr id="8" name="Rectangle 7">
            <a:extLst>
              <a:ext uri="{FF2B5EF4-FFF2-40B4-BE49-F238E27FC236}">
                <a16:creationId xmlns:a16="http://schemas.microsoft.com/office/drawing/2014/main" id="{1EC0C867-C1BE-204F-99BB-906789AA5927}"/>
              </a:ext>
            </a:extLst>
          </p:cNvPr>
          <p:cNvSpPr/>
          <p:nvPr/>
        </p:nvSpPr>
        <p:spPr>
          <a:xfrm>
            <a:off x="198134" y="5204597"/>
            <a:ext cx="2948297" cy="671915"/>
          </a:xfrm>
          <a:prstGeom prst="rect">
            <a:avLst/>
          </a:prstGeom>
        </p:spPr>
        <p:txBody>
          <a:bodyPr wrap="square">
            <a:spAutoFit/>
          </a:bodyPr>
          <a:lstStyle/>
          <a:p>
            <a:pPr>
              <a:lnSpc>
                <a:spcPct val="107000"/>
              </a:lnSpc>
              <a:spcAft>
                <a:spcPts val="800"/>
              </a:spcAft>
            </a:pPr>
            <a:r>
              <a:rPr lang="fr-FR" b="1" dirty="0">
                <a:solidFill>
                  <a:srgbClr val="000000"/>
                </a:solidFill>
                <a:latin typeface="Abel"/>
                <a:ea typeface="Abel"/>
                <a:cs typeface="Abel"/>
              </a:rPr>
              <a:t>Difficultés d’intégration technique</a:t>
            </a:r>
            <a:endParaRPr lang="en-MA" sz="1100" dirty="0">
              <a:solidFill>
                <a:srgbClr val="000000"/>
              </a:solidFill>
              <a:latin typeface="Calibri" panose="020F0502020204030204" pitchFamily="34" charset="0"/>
              <a:ea typeface="Calibri" panose="020F050202020403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push/>
      </p:transition>
    </mc:Choice>
    <mc:Fallback xmlns="" xmlns:m="http://schemas.openxmlformats.org/officeDocument/2006/math" xmlns:a14="http://schemas.microsoft.com/office/drawing/2010/main">
      <p:transition spd="med">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1" nodeType="afterEffect">
                                  <p:stCondLst>
                                    <p:cond delay="0"/>
                                  </p:stCondLst>
                                  <p:iterate>
                                    <p:tmAbs val="0"/>
                                  </p:iterate>
                                  <p:childTnLst>
                                    <p:set>
                                      <p:cBhvr>
                                        <p:cTn id="6" fill="hold"/>
                                        <p:tgtEl>
                                          <p:spTgt spid="383"/>
                                        </p:tgtEl>
                                        <p:attrNameLst>
                                          <p:attrName>style.visibility</p:attrName>
                                        </p:attrNameLst>
                                      </p:cBhvr>
                                      <p:to>
                                        <p:strVal val="visible"/>
                                      </p:to>
                                    </p:set>
                                    <p:animEffect transition="in" filter="wipe(down)">
                                      <p:cBhvr>
                                        <p:cTn id="7" dur="500"/>
                                        <p:tgtEl>
                                          <p:spTgt spid="383"/>
                                        </p:tgtEl>
                                      </p:cBhvr>
                                    </p:animEffect>
                                  </p:childTnLst>
                                </p:cTn>
                              </p:par>
                              <p:par>
                                <p:cTn id="8" presetID="4" presetClass="entr" presetSubtype="32" fill="hold" grpId="8" nodeType="withEffect">
                                  <p:stCondLst>
                                    <p:cond delay="200"/>
                                  </p:stCondLst>
                                  <p:iterate>
                                    <p:tmAbs val="0"/>
                                  </p:iterate>
                                  <p:childTnLst>
                                    <p:set>
                                      <p:cBhvr>
                                        <p:cTn id="9" fill="hold"/>
                                        <p:tgtEl>
                                          <p:spTgt spid="412"/>
                                        </p:tgtEl>
                                        <p:attrNameLst>
                                          <p:attrName>style.visibility</p:attrName>
                                        </p:attrNameLst>
                                      </p:cBhvr>
                                      <p:to>
                                        <p:strVal val="visible"/>
                                      </p:to>
                                    </p:set>
                                    <p:animEffect transition="in" filter="box(out)">
                                      <p:cBhvr>
                                        <p:cTn id="10" dur="1000"/>
                                        <p:tgtEl>
                                          <p:spTgt spid="412"/>
                                        </p:tgtEl>
                                      </p:cBhvr>
                                    </p:animEffect>
                                  </p:childTnLst>
                                </p:cTn>
                              </p:par>
                            </p:childTnLst>
                          </p:cTn>
                        </p:par>
                        <p:par>
                          <p:cTn id="11" fill="hold">
                            <p:stCondLst>
                              <p:cond delay="1200"/>
                            </p:stCondLst>
                            <p:childTnLst>
                              <p:par>
                                <p:cTn id="12" presetID="3" presetClass="entr" presetSubtype="5" fill="hold" grpId="9" nodeType="afterEffect">
                                  <p:stCondLst>
                                    <p:cond delay="0"/>
                                  </p:stCondLst>
                                  <p:iterate>
                                    <p:tmAbs val="0"/>
                                  </p:iterate>
                                  <p:childTnLst>
                                    <p:set>
                                      <p:cBhvr>
                                        <p:cTn id="13" fill="hold"/>
                                        <p:tgtEl>
                                          <p:spTgt spid="411"/>
                                        </p:tgtEl>
                                        <p:attrNameLst>
                                          <p:attrName>style.visibility</p:attrName>
                                        </p:attrNameLst>
                                      </p:cBhvr>
                                      <p:to>
                                        <p:strVal val="visible"/>
                                      </p:to>
                                    </p:set>
                                    <p:animEffect transition="in" filter="blinds(vertical)">
                                      <p:cBhvr>
                                        <p:cTn id="14" dur="1000"/>
                                        <p:tgtEl>
                                          <p:spTgt spid="411"/>
                                        </p:tgtEl>
                                      </p:cBhvr>
                                    </p:animEffect>
                                  </p:childTnLst>
                                </p:cTn>
                              </p:par>
                              <p:par>
                                <p:cTn id="15" presetID="3" presetClass="entr" presetSubtype="5" fill="hold" grpId="10" nodeType="withEffect">
                                  <p:stCondLst>
                                    <p:cond delay="0"/>
                                  </p:stCondLst>
                                  <p:iterate>
                                    <p:tmAbs val="0"/>
                                  </p:iterate>
                                  <p:childTnLst>
                                    <p:set>
                                      <p:cBhvr>
                                        <p:cTn id="16" fill="hold"/>
                                        <p:tgtEl>
                                          <p:spTgt spid="410"/>
                                        </p:tgtEl>
                                        <p:attrNameLst>
                                          <p:attrName>style.visibility</p:attrName>
                                        </p:attrNameLst>
                                      </p:cBhvr>
                                      <p:to>
                                        <p:strVal val="visible"/>
                                      </p:to>
                                    </p:set>
                                    <p:animEffect transition="in" filter="blinds(vertical)">
                                      <p:cBhvr>
                                        <p:cTn id="17" dur="1000"/>
                                        <p:tgtEl>
                                          <p:spTgt spid="410"/>
                                        </p:tgtEl>
                                      </p:cBhvr>
                                    </p:animEffect>
                                  </p:childTnLst>
                                </p:cTn>
                              </p:par>
                              <p:par>
                                <p:cTn id="18" presetID="3" presetClass="entr" presetSubtype="5" fill="hold" grpId="11" nodeType="withEffect">
                                  <p:stCondLst>
                                    <p:cond delay="0"/>
                                  </p:stCondLst>
                                  <p:iterate>
                                    <p:tmAbs val="0"/>
                                  </p:iterate>
                                  <p:childTnLst>
                                    <p:set>
                                      <p:cBhvr>
                                        <p:cTn id="19" fill="hold"/>
                                        <p:tgtEl>
                                          <p:spTgt spid="409"/>
                                        </p:tgtEl>
                                        <p:attrNameLst>
                                          <p:attrName>style.visibility</p:attrName>
                                        </p:attrNameLst>
                                      </p:cBhvr>
                                      <p:to>
                                        <p:strVal val="visible"/>
                                      </p:to>
                                    </p:set>
                                    <p:animEffect transition="in" filter="blinds(vertical)">
                                      <p:cBhvr>
                                        <p:cTn id="20" dur="1000"/>
                                        <p:tgtEl>
                                          <p:spTgt spid="409"/>
                                        </p:tgtEl>
                                      </p:cBhvr>
                                    </p:animEffect>
                                  </p:childTnLst>
                                </p:cTn>
                              </p:par>
                              <p:par>
                                <p:cTn id="21" presetID="3" presetClass="entr" presetSubtype="5" fill="hold" grpId="12" nodeType="withEffect">
                                  <p:stCondLst>
                                    <p:cond delay="0"/>
                                  </p:stCondLst>
                                  <p:iterate>
                                    <p:tmAbs val="0"/>
                                  </p:iterate>
                                  <p:childTnLst>
                                    <p:set>
                                      <p:cBhvr>
                                        <p:cTn id="22" fill="hold"/>
                                        <p:tgtEl>
                                          <p:spTgt spid="408"/>
                                        </p:tgtEl>
                                        <p:attrNameLst>
                                          <p:attrName>style.visibility</p:attrName>
                                        </p:attrNameLst>
                                      </p:cBhvr>
                                      <p:to>
                                        <p:strVal val="visible"/>
                                      </p:to>
                                    </p:set>
                                    <p:animEffect transition="in" filter="blinds(vertical)">
                                      <p:cBhvr>
                                        <p:cTn id="23" dur="1000"/>
                                        <p:tgtEl>
                                          <p:spTgt spid="408"/>
                                        </p:tgtEl>
                                      </p:cBhvr>
                                    </p:animEffect>
                                  </p:childTnLst>
                                </p:cTn>
                              </p:par>
                            </p:childTnLst>
                          </p:cTn>
                        </p:par>
                      </p:childTnLst>
                    </p:cTn>
                  </p:par>
                  <p:par>
                    <p:cTn id="24" fill="hold">
                      <p:stCondLst>
                        <p:cond delay="indefinite"/>
                      </p:stCondLst>
                      <p:childTnLst>
                        <p:par>
                          <p:cTn id="25" fill="hold">
                            <p:stCondLst>
                              <p:cond delay="0"/>
                            </p:stCondLst>
                            <p:childTnLst>
                              <p:par>
                                <p:cTn id="26" presetID="17" presetClass="entr" presetSubtype="10" fill="hold" grpId="13" nodeType="clickEffect">
                                  <p:stCondLst>
                                    <p:cond delay="0"/>
                                  </p:stCondLst>
                                  <p:childTnLst>
                                    <p:set>
                                      <p:cBhvr>
                                        <p:cTn id="27" dur="1" fill="hold">
                                          <p:stCondLst>
                                            <p:cond delay="0"/>
                                          </p:stCondLst>
                                        </p:cTn>
                                        <p:tgtEl>
                                          <p:spTgt spid="385"/>
                                        </p:tgtEl>
                                        <p:attrNameLst>
                                          <p:attrName>style.visibility</p:attrName>
                                        </p:attrNameLst>
                                      </p:cBhvr>
                                      <p:to>
                                        <p:strVal val="visible"/>
                                      </p:to>
                                    </p:set>
                                    <p:anim calcmode="lin" valueType="num">
                                      <p:cBhvr>
                                        <p:cTn id="28" dur="500" fill="hold"/>
                                        <p:tgtEl>
                                          <p:spTgt spid="385"/>
                                        </p:tgtEl>
                                        <p:attrNameLst>
                                          <p:attrName>ppt_w</p:attrName>
                                        </p:attrNameLst>
                                      </p:cBhvr>
                                      <p:tavLst>
                                        <p:tav tm="0">
                                          <p:val>
                                            <p:fltVal val="0"/>
                                          </p:val>
                                        </p:tav>
                                        <p:tav tm="100000">
                                          <p:val>
                                            <p:strVal val="#ppt_w"/>
                                          </p:val>
                                        </p:tav>
                                      </p:tavLst>
                                    </p:anim>
                                    <p:anim calcmode="lin" valueType="num">
                                      <p:cBhvr>
                                        <p:cTn id="29" dur="500" fill="hold"/>
                                        <p:tgtEl>
                                          <p:spTgt spid="385"/>
                                        </p:tgtEl>
                                        <p:attrNameLst>
                                          <p:attrName>ppt_h</p:attrName>
                                        </p:attrNameLst>
                                      </p:cBhvr>
                                      <p:tavLst>
                                        <p:tav tm="0">
                                          <p:val>
                                            <p:strVal val="#ppt_h"/>
                                          </p:val>
                                        </p:tav>
                                        <p:tav tm="100000">
                                          <p:val>
                                            <p:strVal val="#ppt_h"/>
                                          </p:val>
                                        </p:tav>
                                      </p:tavLst>
                                    </p:anim>
                                  </p:childTnLst>
                                </p:cTn>
                              </p:par>
                            </p:childTnLst>
                          </p:cTn>
                        </p:par>
                      </p:childTnLst>
                    </p:cTn>
                  </p:par>
                  <p:par>
                    <p:cTn id="30" fill="hold">
                      <p:stCondLst>
                        <p:cond delay="indefinite"/>
                      </p:stCondLst>
                      <p:childTnLst>
                        <p:par>
                          <p:cTn id="31" fill="hold">
                            <p:stCondLst>
                              <p:cond delay="0"/>
                            </p:stCondLst>
                            <p:childTnLst>
                              <p:par>
                                <p:cTn id="32" presetID="17" presetClass="entr" presetSubtype="10" fill="hold" grpId="14" nodeType="clickEffect">
                                  <p:stCondLst>
                                    <p:cond delay="0"/>
                                  </p:stCondLst>
                                  <p:childTnLst>
                                    <p:set>
                                      <p:cBhvr>
                                        <p:cTn id="33" dur="1" fill="hold">
                                          <p:stCondLst>
                                            <p:cond delay="0"/>
                                          </p:stCondLst>
                                        </p:cTn>
                                        <p:tgtEl>
                                          <p:spTgt spid="398"/>
                                        </p:tgtEl>
                                        <p:attrNameLst>
                                          <p:attrName>style.visibility</p:attrName>
                                        </p:attrNameLst>
                                      </p:cBhvr>
                                      <p:to>
                                        <p:strVal val="visible"/>
                                      </p:to>
                                    </p:set>
                                    <p:anim calcmode="lin" valueType="num">
                                      <p:cBhvr>
                                        <p:cTn id="34" dur="500" fill="hold"/>
                                        <p:tgtEl>
                                          <p:spTgt spid="398"/>
                                        </p:tgtEl>
                                        <p:attrNameLst>
                                          <p:attrName>ppt_w</p:attrName>
                                        </p:attrNameLst>
                                      </p:cBhvr>
                                      <p:tavLst>
                                        <p:tav tm="0">
                                          <p:val>
                                            <p:fltVal val="0"/>
                                          </p:val>
                                        </p:tav>
                                        <p:tav tm="100000">
                                          <p:val>
                                            <p:strVal val="#ppt_w"/>
                                          </p:val>
                                        </p:tav>
                                      </p:tavLst>
                                    </p:anim>
                                    <p:anim calcmode="lin" valueType="num">
                                      <p:cBhvr>
                                        <p:cTn id="35" dur="500" fill="hold"/>
                                        <p:tgtEl>
                                          <p:spTgt spid="398"/>
                                        </p:tgtEl>
                                        <p:attrNameLst>
                                          <p:attrName>ppt_h</p:attrName>
                                        </p:attrNameLst>
                                      </p:cBhvr>
                                      <p:tavLst>
                                        <p:tav tm="0">
                                          <p:val>
                                            <p:strVal val="#ppt_h"/>
                                          </p:val>
                                        </p:tav>
                                        <p:tav tm="100000">
                                          <p:val>
                                            <p:strVal val="#ppt_h"/>
                                          </p:val>
                                        </p:tav>
                                      </p:tavLst>
                                    </p:anim>
                                  </p:childTnLst>
                                </p:cTn>
                              </p:par>
                            </p:childTnLst>
                          </p:cTn>
                        </p:par>
                      </p:childTnLst>
                    </p:cTn>
                  </p:par>
                  <p:par>
                    <p:cTn id="36" fill="hold">
                      <p:stCondLst>
                        <p:cond delay="indefinite"/>
                      </p:stCondLst>
                      <p:childTnLst>
                        <p:par>
                          <p:cTn id="37" fill="hold">
                            <p:stCondLst>
                              <p:cond delay="0"/>
                            </p:stCondLst>
                            <p:childTnLst>
                              <p:par>
                                <p:cTn id="38" presetID="17" presetClass="entr" presetSubtype="10" fill="hold" grpId="15" nodeType="clickEffect">
                                  <p:stCondLst>
                                    <p:cond delay="0"/>
                                  </p:stCondLst>
                                  <p:childTnLst>
                                    <p:set>
                                      <p:cBhvr>
                                        <p:cTn id="39" dur="1" fill="hold">
                                          <p:stCondLst>
                                            <p:cond delay="0"/>
                                          </p:stCondLst>
                                        </p:cTn>
                                        <p:tgtEl>
                                          <p:spTgt spid="386"/>
                                        </p:tgtEl>
                                        <p:attrNameLst>
                                          <p:attrName>style.visibility</p:attrName>
                                        </p:attrNameLst>
                                      </p:cBhvr>
                                      <p:to>
                                        <p:strVal val="visible"/>
                                      </p:to>
                                    </p:set>
                                    <p:anim calcmode="lin" valueType="num">
                                      <p:cBhvr>
                                        <p:cTn id="40" dur="500" fill="hold"/>
                                        <p:tgtEl>
                                          <p:spTgt spid="386"/>
                                        </p:tgtEl>
                                        <p:attrNameLst>
                                          <p:attrName>ppt_w</p:attrName>
                                        </p:attrNameLst>
                                      </p:cBhvr>
                                      <p:tavLst>
                                        <p:tav tm="0">
                                          <p:val>
                                            <p:fltVal val="0"/>
                                          </p:val>
                                        </p:tav>
                                        <p:tav tm="100000">
                                          <p:val>
                                            <p:strVal val="#ppt_w"/>
                                          </p:val>
                                        </p:tav>
                                      </p:tavLst>
                                    </p:anim>
                                    <p:anim calcmode="lin" valueType="num">
                                      <p:cBhvr>
                                        <p:cTn id="41" dur="500" fill="hold"/>
                                        <p:tgtEl>
                                          <p:spTgt spid="386"/>
                                        </p:tgtEl>
                                        <p:attrNameLst>
                                          <p:attrName>ppt_h</p:attrName>
                                        </p:attrNameLst>
                                      </p:cBhvr>
                                      <p:tavLst>
                                        <p:tav tm="0">
                                          <p:val>
                                            <p:strVal val="#ppt_h"/>
                                          </p:val>
                                        </p:tav>
                                        <p:tav tm="100000">
                                          <p:val>
                                            <p:strVal val="#ppt_h"/>
                                          </p:val>
                                        </p:tav>
                                      </p:tavLst>
                                    </p:anim>
                                  </p:childTnLst>
                                </p:cTn>
                              </p:par>
                            </p:childTnLst>
                          </p:cTn>
                        </p:par>
                      </p:childTnLst>
                    </p:cTn>
                  </p:par>
                  <p:par>
                    <p:cTn id="42" fill="hold">
                      <p:stCondLst>
                        <p:cond delay="indefinite"/>
                      </p:stCondLst>
                      <p:childTnLst>
                        <p:par>
                          <p:cTn id="43" fill="hold">
                            <p:stCondLst>
                              <p:cond delay="0"/>
                            </p:stCondLst>
                            <p:childTnLst>
                              <p:par>
                                <p:cTn id="44" presetID="17" presetClass="entr" presetSubtype="10" fill="hold" grpId="16" nodeType="clickEffect">
                                  <p:stCondLst>
                                    <p:cond delay="0"/>
                                  </p:stCondLst>
                                  <p:childTnLst>
                                    <p:set>
                                      <p:cBhvr>
                                        <p:cTn id="45" dur="1" fill="hold">
                                          <p:stCondLst>
                                            <p:cond delay="0"/>
                                          </p:stCondLst>
                                        </p:cTn>
                                        <p:tgtEl>
                                          <p:spTgt spid="387"/>
                                        </p:tgtEl>
                                        <p:attrNameLst>
                                          <p:attrName>style.visibility</p:attrName>
                                        </p:attrNameLst>
                                      </p:cBhvr>
                                      <p:to>
                                        <p:strVal val="visible"/>
                                      </p:to>
                                    </p:set>
                                    <p:anim calcmode="lin" valueType="num">
                                      <p:cBhvr>
                                        <p:cTn id="46" dur="500" fill="hold"/>
                                        <p:tgtEl>
                                          <p:spTgt spid="387"/>
                                        </p:tgtEl>
                                        <p:attrNameLst>
                                          <p:attrName>ppt_w</p:attrName>
                                        </p:attrNameLst>
                                      </p:cBhvr>
                                      <p:tavLst>
                                        <p:tav tm="0">
                                          <p:val>
                                            <p:fltVal val="0"/>
                                          </p:val>
                                        </p:tav>
                                        <p:tav tm="100000">
                                          <p:val>
                                            <p:strVal val="#ppt_w"/>
                                          </p:val>
                                        </p:tav>
                                      </p:tavLst>
                                    </p:anim>
                                    <p:anim calcmode="lin" valueType="num">
                                      <p:cBhvr>
                                        <p:cTn id="47" dur="500" fill="hold"/>
                                        <p:tgtEl>
                                          <p:spTgt spid="387"/>
                                        </p:tgtEl>
                                        <p:attrNameLst>
                                          <p:attrName>ppt_h</p:attrName>
                                        </p:attrNameLst>
                                      </p:cBhvr>
                                      <p:tavLst>
                                        <p:tav tm="0">
                                          <p:val>
                                            <p:strVal val="#ppt_h"/>
                                          </p:val>
                                        </p:tav>
                                        <p:tav tm="100000">
                                          <p:val>
                                            <p:strVal val="#ppt_h"/>
                                          </p:val>
                                        </p:tav>
                                      </p:tavLst>
                                    </p:anim>
                                  </p:childTnLst>
                                </p:cTn>
                              </p:par>
                            </p:childTnLst>
                          </p:cTn>
                        </p:par>
                        <p:par>
                          <p:cTn id="48" fill="hold">
                            <p:stCondLst>
                              <p:cond delay="500"/>
                            </p:stCondLst>
                            <p:childTnLst>
                              <p:par>
                                <p:cTn id="49" presetID="9" presetClass="entr" fill="hold" grpId="0" nodeType="afterEffect">
                                  <p:stCondLst>
                                    <p:cond delay="0"/>
                                  </p:stCondLst>
                                  <p:iterate>
                                    <p:tmAbs val="0"/>
                                  </p:iterate>
                                  <p:childTnLst>
                                    <p:set>
                                      <p:cBhvr>
                                        <p:cTn id="50" fill="hold"/>
                                        <p:tgtEl>
                                          <p:spTgt spid="48"/>
                                        </p:tgtEl>
                                        <p:attrNameLst>
                                          <p:attrName>style.visibility</p:attrName>
                                        </p:attrNameLst>
                                      </p:cBhvr>
                                      <p:to>
                                        <p:strVal val="visible"/>
                                      </p:to>
                                    </p:set>
                                    <p:animEffect transition="in" filter="dissolve">
                                      <p:cBhvr>
                                        <p:cTn id="51" dur="750"/>
                                        <p:tgtEl>
                                          <p:spTgt spid="48"/>
                                        </p:tgtEl>
                                      </p:cBhvr>
                                    </p:animEffect>
                                  </p:childTnLst>
                                </p:cTn>
                              </p:par>
                            </p:childTnLst>
                          </p:cTn>
                        </p:par>
                        <p:par>
                          <p:cTn id="52" fill="hold">
                            <p:stCondLst>
                              <p:cond delay="1250"/>
                            </p:stCondLst>
                            <p:childTnLst>
                              <p:par>
                                <p:cTn id="53" presetID="9" presetClass="entr" fill="hold" grpId="0" nodeType="afterEffect">
                                  <p:stCondLst>
                                    <p:cond delay="0"/>
                                  </p:stCondLst>
                                  <p:iterate>
                                    <p:tmAbs val="0"/>
                                  </p:iterate>
                                  <p:childTnLst>
                                    <p:set>
                                      <p:cBhvr>
                                        <p:cTn id="54" fill="hold"/>
                                        <p:tgtEl>
                                          <p:spTgt spid="50"/>
                                        </p:tgtEl>
                                        <p:attrNameLst>
                                          <p:attrName>style.visibility</p:attrName>
                                        </p:attrNameLst>
                                      </p:cBhvr>
                                      <p:to>
                                        <p:strVal val="visible"/>
                                      </p:to>
                                    </p:set>
                                    <p:animEffect transition="in" filter="dissolve">
                                      <p:cBhvr>
                                        <p:cTn id="55" dur="750"/>
                                        <p:tgtEl>
                                          <p:spTgt spid="50"/>
                                        </p:tgtEl>
                                      </p:cBhvr>
                                    </p:animEffect>
                                  </p:childTnLst>
                                </p:cTn>
                              </p:par>
                            </p:childTnLst>
                          </p:cTn>
                        </p:par>
                        <p:par>
                          <p:cTn id="56" fill="hold">
                            <p:stCondLst>
                              <p:cond delay="2000"/>
                            </p:stCondLst>
                            <p:childTnLst>
                              <p:par>
                                <p:cTn id="57" presetID="9" presetClass="entr" fill="hold" grpId="0" nodeType="afterEffect">
                                  <p:stCondLst>
                                    <p:cond delay="0"/>
                                  </p:stCondLst>
                                  <p:iterate>
                                    <p:tmAbs val="0"/>
                                  </p:iterate>
                                  <p:childTnLst>
                                    <p:set>
                                      <p:cBhvr>
                                        <p:cTn id="58" fill="hold"/>
                                        <p:tgtEl>
                                          <p:spTgt spid="51"/>
                                        </p:tgtEl>
                                        <p:attrNameLst>
                                          <p:attrName>style.visibility</p:attrName>
                                        </p:attrNameLst>
                                      </p:cBhvr>
                                      <p:to>
                                        <p:strVal val="visible"/>
                                      </p:to>
                                    </p:set>
                                    <p:animEffect transition="in" filter="dissolve">
                                      <p:cBhvr>
                                        <p:cTn id="59" dur="75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3" grpId="1" animBg="1" advAuto="0"/>
      <p:bldP spid="385" grpId="13" animBg="1" advAuto="0"/>
      <p:bldP spid="386" grpId="15" animBg="1" advAuto="0"/>
      <p:bldP spid="387" grpId="16" animBg="1" advAuto="0"/>
      <p:bldP spid="398" grpId="14" animBg="1" advAuto="0"/>
      <p:bldP spid="408" grpId="12" animBg="1" advAuto="0"/>
      <p:bldP spid="409" grpId="11" animBg="1" advAuto="0"/>
      <p:bldP spid="410" grpId="10" animBg="1" advAuto="0"/>
      <p:bldP spid="411" grpId="9" animBg="1" advAuto="0"/>
      <p:bldP spid="412" grpId="8" animBg="1" advAuto="0"/>
      <p:bldP spid="48" grpId="0" animBg="1" advAuto="0"/>
      <p:bldP spid="50" grpId="0" animBg="1" advAuto="0"/>
      <p:bldP spid="51" grpId="0" animBg="1" advAuto="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26" name="Diagramme 12"/>
          <p:cNvGrpSpPr/>
          <p:nvPr/>
        </p:nvGrpSpPr>
        <p:grpSpPr>
          <a:xfrm>
            <a:off x="-1" y="-14291"/>
            <a:ext cx="12186642" cy="768630"/>
            <a:chOff x="0" y="-1"/>
            <a:chExt cx="12186641" cy="768629"/>
          </a:xfrm>
        </p:grpSpPr>
        <p:grpSp>
          <p:nvGrpSpPr>
            <p:cNvPr id="419" name="Grouper"/>
            <p:cNvGrpSpPr/>
            <p:nvPr/>
          </p:nvGrpSpPr>
          <p:grpSpPr>
            <a:xfrm>
              <a:off x="0" y="-1"/>
              <a:ext cx="4685109" cy="768629"/>
              <a:chOff x="0" y="-1"/>
              <a:chExt cx="4685108" cy="768628"/>
            </a:xfrm>
          </p:grpSpPr>
          <p:sp>
            <p:nvSpPr>
              <p:cNvPr id="417" name="Figure"/>
              <p:cNvSpPr/>
              <p:nvPr/>
            </p:nvSpPr>
            <p:spPr>
              <a:xfrm>
                <a:off x="0" y="-1"/>
                <a:ext cx="4685108" cy="76862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9828" y="0"/>
                    </a:lnTo>
                    <a:lnTo>
                      <a:pt x="21600" y="10800"/>
                    </a:lnTo>
                    <a:lnTo>
                      <a:pt x="19828" y="21600"/>
                    </a:lnTo>
                    <a:lnTo>
                      <a:pt x="0" y="21600"/>
                    </a:lnTo>
                    <a:close/>
                  </a:path>
                </a:pathLst>
              </a:custGeom>
              <a:solidFill>
                <a:srgbClr val="FFFFFF"/>
              </a:solidFill>
              <a:ln w="12700" cap="flat">
                <a:noFill/>
                <a:miter lim="400000"/>
              </a:ln>
              <a:effectLst>
                <a:outerShdw blurRad="38100" dist="20000" dir="5400000" rotWithShape="0">
                  <a:srgbClr val="000000">
                    <a:alpha val="38000"/>
                  </a:srgbClr>
                </a:outerShdw>
              </a:effectLst>
            </p:spPr>
            <p:txBody>
              <a:bodyPr wrap="square" lIns="0" tIns="0" rIns="0" bIns="0" numCol="1" anchor="ctr">
                <a:noAutofit/>
              </a:bodyPr>
              <a:lstStyle/>
              <a:p>
                <a:pPr algn="ctr" defTabSz="1066800">
                  <a:lnSpc>
                    <a:spcPct val="90000"/>
                  </a:lnSpc>
                  <a:spcBef>
                    <a:spcPts val="700"/>
                  </a:spcBef>
                </a:pPr>
                <a:endParaRPr/>
              </a:p>
            </p:txBody>
          </p:sp>
          <p:sp>
            <p:nvSpPr>
              <p:cNvPr id="418" name="Organisme d’accueil"/>
              <p:cNvSpPr txBox="1"/>
              <p:nvPr/>
            </p:nvSpPr>
            <p:spPr>
              <a:xfrm>
                <a:off x="96011" y="199647"/>
                <a:ext cx="4396942" cy="36932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2003" tIns="32003" rIns="32003" bIns="32003" numCol="1" anchor="ctr">
                <a:spAutoFit/>
              </a:bodyPr>
              <a:lstStyle>
                <a:lvl1pPr algn="ctr" defTabSz="1066800">
                  <a:lnSpc>
                    <a:spcPct val="90000"/>
                  </a:lnSpc>
                  <a:spcBef>
                    <a:spcPts val="1000"/>
                  </a:spcBef>
                  <a:defRPr sz="2200"/>
                </a:lvl1pPr>
              </a:lstStyle>
              <a:p>
                <a:r>
                  <a:rPr lang="fr-FR" dirty="0"/>
                  <a:t>Scénario Réel</a:t>
                </a:r>
                <a:endParaRPr dirty="0"/>
              </a:p>
            </p:txBody>
          </p:sp>
        </p:grpSp>
        <p:grpSp>
          <p:nvGrpSpPr>
            <p:cNvPr id="422" name="Grouper"/>
            <p:cNvGrpSpPr/>
            <p:nvPr/>
          </p:nvGrpSpPr>
          <p:grpSpPr>
            <a:xfrm>
              <a:off x="3832959" y="0"/>
              <a:ext cx="4685110" cy="768628"/>
              <a:chOff x="0" y="0"/>
              <a:chExt cx="4685108" cy="768627"/>
            </a:xfrm>
          </p:grpSpPr>
          <p:sp>
            <p:nvSpPr>
              <p:cNvPr id="420" name="Chevron"/>
              <p:cNvSpPr/>
              <p:nvPr/>
            </p:nvSpPr>
            <p:spPr>
              <a:xfrm>
                <a:off x="0" y="0"/>
                <a:ext cx="4685108" cy="768627"/>
              </a:xfrm>
              <a:prstGeom prst="chevron">
                <a:avLst>
                  <a:gd name="adj" fmla="val 50000"/>
                </a:avLst>
              </a:prstGeom>
              <a:solidFill>
                <a:srgbClr val="E9041E"/>
              </a:solidFill>
              <a:ln w="12700" cap="flat">
                <a:noFill/>
                <a:miter lim="400000"/>
              </a:ln>
              <a:effectLst>
                <a:outerShdw blurRad="38100" dist="20000" dir="5400000" rotWithShape="0">
                  <a:srgbClr val="000000">
                    <a:alpha val="38000"/>
                  </a:srgbClr>
                </a:outerShdw>
              </a:effectLst>
            </p:spPr>
            <p:txBody>
              <a:bodyPr wrap="square" lIns="0" tIns="0" rIns="0" bIns="0" numCol="1" anchor="ctr">
                <a:noAutofit/>
              </a:bodyPr>
              <a:lstStyle/>
              <a:p>
                <a:pPr algn="ctr" defTabSz="1066800">
                  <a:lnSpc>
                    <a:spcPct val="90000"/>
                  </a:lnSpc>
                  <a:spcBef>
                    <a:spcPts val="700"/>
                  </a:spcBef>
                </a:pPr>
                <a:endParaRPr/>
              </a:p>
            </p:txBody>
          </p:sp>
          <p:sp>
            <p:nvSpPr>
              <p:cNvPr id="421" name="Cadrage du projet"/>
              <p:cNvSpPr txBox="1"/>
              <p:nvPr/>
            </p:nvSpPr>
            <p:spPr>
              <a:xfrm>
                <a:off x="448320" y="185798"/>
                <a:ext cx="3459243" cy="39702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2003" tIns="32003" rIns="32003" bIns="32003" numCol="1" anchor="ctr">
                <a:spAutoFit/>
              </a:bodyPr>
              <a:lstStyle>
                <a:lvl1pPr algn="ctr" defTabSz="1066800">
                  <a:lnSpc>
                    <a:spcPct val="90000"/>
                  </a:lnSpc>
                  <a:spcBef>
                    <a:spcPts val="1000"/>
                  </a:spcBef>
                  <a:defRPr sz="2400" b="1">
                    <a:solidFill>
                      <a:srgbClr val="FFFFFF"/>
                    </a:solidFill>
                  </a:defRPr>
                </a:lvl1pPr>
              </a:lstStyle>
              <a:p>
                <a:endParaRPr dirty="0"/>
              </a:p>
            </p:txBody>
          </p:sp>
        </p:grpSp>
        <p:grpSp>
          <p:nvGrpSpPr>
            <p:cNvPr id="425" name="Grouper"/>
            <p:cNvGrpSpPr/>
            <p:nvPr/>
          </p:nvGrpSpPr>
          <p:grpSpPr>
            <a:xfrm>
              <a:off x="7501532" y="0"/>
              <a:ext cx="4685109" cy="768628"/>
              <a:chOff x="0" y="0"/>
              <a:chExt cx="4685108" cy="768627"/>
            </a:xfrm>
          </p:grpSpPr>
          <p:sp>
            <p:nvSpPr>
              <p:cNvPr id="423" name="Chevron"/>
              <p:cNvSpPr/>
              <p:nvPr/>
            </p:nvSpPr>
            <p:spPr>
              <a:xfrm>
                <a:off x="0" y="0"/>
                <a:ext cx="4685108" cy="768627"/>
              </a:xfrm>
              <a:prstGeom prst="chevron">
                <a:avLst>
                  <a:gd name="adj" fmla="val 50000"/>
                </a:avLst>
              </a:prstGeom>
              <a:solidFill>
                <a:srgbClr val="FFFFFF"/>
              </a:solidFill>
              <a:ln w="12700" cap="flat">
                <a:noFill/>
                <a:miter lim="400000"/>
              </a:ln>
              <a:effectLst>
                <a:outerShdw blurRad="38100" dist="20000" dir="5400000" rotWithShape="0">
                  <a:srgbClr val="000000">
                    <a:alpha val="38000"/>
                  </a:srgbClr>
                </a:outerShdw>
              </a:effectLst>
            </p:spPr>
            <p:txBody>
              <a:bodyPr wrap="square" lIns="0" tIns="0" rIns="0" bIns="0" numCol="1" anchor="ctr">
                <a:noAutofit/>
              </a:bodyPr>
              <a:lstStyle/>
              <a:p>
                <a:pPr algn="ctr" defTabSz="1066800">
                  <a:lnSpc>
                    <a:spcPct val="90000"/>
                  </a:lnSpc>
                  <a:spcBef>
                    <a:spcPts val="700"/>
                  </a:spcBef>
                </a:pPr>
                <a:endParaRPr/>
              </a:p>
            </p:txBody>
          </p:sp>
          <p:sp>
            <p:nvSpPr>
              <p:cNvPr id="424" name="Besoins et objectifs"/>
              <p:cNvSpPr txBox="1"/>
              <p:nvPr/>
            </p:nvSpPr>
            <p:spPr>
              <a:xfrm>
                <a:off x="448320" y="199647"/>
                <a:ext cx="3852475" cy="36932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2003" tIns="32003" rIns="32003" bIns="32003" numCol="1" anchor="ctr">
                <a:spAutoFit/>
              </a:bodyPr>
              <a:lstStyle>
                <a:lvl1pPr algn="ctr" defTabSz="1066800">
                  <a:lnSpc>
                    <a:spcPct val="90000"/>
                  </a:lnSpc>
                  <a:spcBef>
                    <a:spcPts val="1000"/>
                  </a:spcBef>
                  <a:defRPr sz="2200"/>
                </a:lvl1pPr>
              </a:lstStyle>
              <a:p>
                <a:endParaRPr dirty="0"/>
              </a:p>
            </p:txBody>
          </p:sp>
        </p:grpSp>
      </p:grpSp>
      <p:sp>
        <p:nvSpPr>
          <p:cNvPr id="427" name="TextBox 1"/>
          <p:cNvSpPr txBox="1"/>
          <p:nvPr/>
        </p:nvSpPr>
        <p:spPr>
          <a:xfrm>
            <a:off x="235265" y="960864"/>
            <a:ext cx="3988393" cy="453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6000" tIns="36000" rIns="36000" bIns="36000">
            <a:spAutoFit/>
          </a:bodyPr>
          <a:lstStyle>
            <a:lvl1pPr>
              <a:defRPr sz="2500">
                <a:latin typeface="Montserrat ExtraBold"/>
                <a:ea typeface="Montserrat ExtraBold"/>
                <a:cs typeface="Montserrat ExtraBold"/>
                <a:sym typeface="Montserrat ExtraBold"/>
              </a:defRPr>
            </a:lvl1pPr>
          </a:lstStyle>
          <a:p>
            <a:endParaRPr dirty="0"/>
          </a:p>
        </p:txBody>
      </p:sp>
      <p:sp>
        <p:nvSpPr>
          <p:cNvPr id="450" name="Numéro de diapositive"/>
          <p:cNvSpPr txBox="1">
            <a:spLocks noGrp="1"/>
          </p:cNvSpPr>
          <p:nvPr>
            <p:ph type="sldNum" sz="quarter" idx="2"/>
          </p:nvPr>
        </p:nvSpPr>
        <p:spPr>
          <a:xfrm>
            <a:off x="5976830" y="6371039"/>
            <a:ext cx="238340" cy="383541"/>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lgn="ctr">
              <a:defRPr sz="1900"/>
            </a:lvl1pPr>
          </a:lstStyle>
          <a:p>
            <a:fld id="{86CB4B4D-7CA3-9044-876B-883B54F8677D}" type="slidenum">
              <a:rPr/>
              <a:t>8</a:t>
            </a:fld>
            <a:endParaRPr/>
          </a:p>
        </p:txBody>
      </p:sp>
      <p:sp>
        <p:nvSpPr>
          <p:cNvPr id="28" name="Ligne de connexion">
            <a:extLst>
              <a:ext uri="{FF2B5EF4-FFF2-40B4-BE49-F238E27FC236}">
                <a16:creationId xmlns:a16="http://schemas.microsoft.com/office/drawing/2014/main" id="{743E7828-6546-E349-BA0B-1B6F550873ED}"/>
              </a:ext>
            </a:extLst>
          </p:cNvPr>
          <p:cNvSpPr/>
          <p:nvPr/>
        </p:nvSpPr>
        <p:spPr>
          <a:xfrm>
            <a:off x="908774" y="5950428"/>
            <a:ext cx="731863" cy="810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21600"/>
                </a:lnTo>
              </a:path>
            </a:pathLst>
          </a:custGeom>
          <a:ln w="25400">
            <a:solidFill>
              <a:srgbClr val="000000"/>
            </a:solidFill>
            <a:miter lim="400000"/>
            <a:tailEnd type="triangle"/>
          </a:ln>
        </p:spPr>
        <p:txBody>
          <a:bodyPr/>
          <a:lstStyle/>
          <a:p>
            <a:endParaRPr/>
          </a:p>
        </p:txBody>
      </p:sp>
      <p:sp>
        <p:nvSpPr>
          <p:cNvPr id="29" name="Ligne de connexion">
            <a:extLst>
              <a:ext uri="{FF2B5EF4-FFF2-40B4-BE49-F238E27FC236}">
                <a16:creationId xmlns:a16="http://schemas.microsoft.com/office/drawing/2014/main" id="{7009B866-6FCB-2E42-A74C-F46EE363FB46}"/>
              </a:ext>
            </a:extLst>
          </p:cNvPr>
          <p:cNvSpPr/>
          <p:nvPr/>
        </p:nvSpPr>
        <p:spPr>
          <a:xfrm>
            <a:off x="908774" y="4464861"/>
            <a:ext cx="731863" cy="103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0"/>
                </a:lnTo>
              </a:path>
            </a:pathLst>
          </a:custGeom>
          <a:ln w="25400">
            <a:solidFill>
              <a:srgbClr val="000000"/>
            </a:solidFill>
            <a:miter lim="400000"/>
            <a:tailEnd type="triangle"/>
          </a:ln>
        </p:spPr>
        <p:txBody>
          <a:bodyPr/>
          <a:lstStyle/>
          <a:p>
            <a:endParaRPr/>
          </a:p>
        </p:txBody>
      </p:sp>
      <p:sp>
        <p:nvSpPr>
          <p:cNvPr id="30" name="Ligne de connexion">
            <a:extLst>
              <a:ext uri="{FF2B5EF4-FFF2-40B4-BE49-F238E27FC236}">
                <a16:creationId xmlns:a16="http://schemas.microsoft.com/office/drawing/2014/main" id="{8C2ED7B4-9944-3740-97CC-62E667C394CB}"/>
              </a:ext>
            </a:extLst>
          </p:cNvPr>
          <p:cNvSpPr/>
          <p:nvPr/>
        </p:nvSpPr>
        <p:spPr>
          <a:xfrm>
            <a:off x="908774" y="2962211"/>
            <a:ext cx="731863" cy="810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21600"/>
                </a:lnTo>
              </a:path>
            </a:pathLst>
          </a:custGeom>
          <a:ln w="25400">
            <a:solidFill>
              <a:srgbClr val="000000"/>
            </a:solidFill>
            <a:miter lim="400000"/>
            <a:tailEnd type="triangle"/>
          </a:ln>
        </p:spPr>
        <p:txBody>
          <a:bodyPr/>
          <a:lstStyle/>
          <a:p>
            <a:endParaRPr/>
          </a:p>
        </p:txBody>
      </p:sp>
      <p:sp>
        <p:nvSpPr>
          <p:cNvPr id="31" name="Ligne de connexion">
            <a:extLst>
              <a:ext uri="{FF2B5EF4-FFF2-40B4-BE49-F238E27FC236}">
                <a16:creationId xmlns:a16="http://schemas.microsoft.com/office/drawing/2014/main" id="{A9F53819-7892-774E-837C-309362367D78}"/>
              </a:ext>
            </a:extLst>
          </p:cNvPr>
          <p:cNvSpPr/>
          <p:nvPr/>
        </p:nvSpPr>
        <p:spPr>
          <a:xfrm>
            <a:off x="908774" y="1623016"/>
            <a:ext cx="731863" cy="422"/>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21600"/>
                </a:lnTo>
              </a:path>
            </a:pathLst>
          </a:custGeom>
          <a:ln w="25400">
            <a:solidFill>
              <a:srgbClr val="000000"/>
            </a:solidFill>
            <a:miter lim="400000"/>
            <a:tailEnd type="triangle"/>
          </a:ln>
        </p:spPr>
        <p:txBody>
          <a:bodyPr/>
          <a:lstStyle/>
          <a:p>
            <a:endParaRPr/>
          </a:p>
        </p:txBody>
      </p:sp>
      <p:sp>
        <p:nvSpPr>
          <p:cNvPr id="32" name="Ligne de connexion">
            <a:extLst>
              <a:ext uri="{FF2B5EF4-FFF2-40B4-BE49-F238E27FC236}">
                <a16:creationId xmlns:a16="http://schemas.microsoft.com/office/drawing/2014/main" id="{F1F6760A-F4C0-1E4C-B59D-16FF079EA2C2}"/>
              </a:ext>
            </a:extLst>
          </p:cNvPr>
          <p:cNvSpPr/>
          <p:nvPr/>
        </p:nvSpPr>
        <p:spPr>
          <a:xfrm>
            <a:off x="903882" y="1608963"/>
            <a:ext cx="5403" cy="4359534"/>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0"/>
                </a:lnTo>
              </a:path>
            </a:pathLst>
          </a:custGeom>
          <a:ln w="25400">
            <a:solidFill>
              <a:srgbClr val="000000"/>
            </a:solidFill>
            <a:miter lim="400000"/>
          </a:ln>
        </p:spPr>
        <p:txBody>
          <a:bodyPr/>
          <a:lstStyle/>
          <a:p>
            <a:endParaRPr/>
          </a:p>
        </p:txBody>
      </p:sp>
      <p:pic>
        <p:nvPicPr>
          <p:cNvPr id="33" name="Picture 32">
            <a:extLst>
              <a:ext uri="{FF2B5EF4-FFF2-40B4-BE49-F238E27FC236}">
                <a16:creationId xmlns:a16="http://schemas.microsoft.com/office/drawing/2014/main" id="{A53FB777-4760-E940-B28F-BCA8DE85F666}"/>
              </a:ext>
            </a:extLst>
          </p:cNvPr>
          <p:cNvPicPr>
            <a:picLocks noChangeAspect="1"/>
          </p:cNvPicPr>
          <p:nvPr/>
        </p:nvPicPr>
        <p:blipFill>
          <a:blip r:embed="rId3"/>
          <a:stretch>
            <a:fillRect/>
          </a:stretch>
        </p:blipFill>
        <p:spPr>
          <a:xfrm>
            <a:off x="1625234" y="871708"/>
            <a:ext cx="9911581" cy="1519033"/>
          </a:xfrm>
          <a:prstGeom prst="rect">
            <a:avLst/>
          </a:prstGeom>
        </p:spPr>
      </p:pic>
      <p:pic>
        <p:nvPicPr>
          <p:cNvPr id="34" name="Picture 33">
            <a:extLst>
              <a:ext uri="{FF2B5EF4-FFF2-40B4-BE49-F238E27FC236}">
                <a16:creationId xmlns:a16="http://schemas.microsoft.com/office/drawing/2014/main" id="{EF9D290D-495C-A742-A037-A23433796769}"/>
              </a:ext>
            </a:extLst>
          </p:cNvPr>
          <p:cNvPicPr>
            <a:picLocks noChangeAspect="1"/>
          </p:cNvPicPr>
          <p:nvPr/>
        </p:nvPicPr>
        <p:blipFill>
          <a:blip r:embed="rId4"/>
          <a:stretch>
            <a:fillRect/>
          </a:stretch>
        </p:blipFill>
        <p:spPr>
          <a:xfrm>
            <a:off x="1619831" y="2393561"/>
            <a:ext cx="9905713" cy="1895927"/>
          </a:xfrm>
          <a:prstGeom prst="rect">
            <a:avLst/>
          </a:prstGeom>
        </p:spPr>
      </p:pic>
      <p:pic>
        <p:nvPicPr>
          <p:cNvPr id="35" name="Picture 34">
            <a:extLst>
              <a:ext uri="{FF2B5EF4-FFF2-40B4-BE49-F238E27FC236}">
                <a16:creationId xmlns:a16="http://schemas.microsoft.com/office/drawing/2014/main" id="{1CFD1818-6309-2B47-AD42-F77779817EBD}"/>
              </a:ext>
            </a:extLst>
          </p:cNvPr>
          <p:cNvPicPr>
            <a:picLocks noChangeAspect="1"/>
          </p:cNvPicPr>
          <p:nvPr/>
        </p:nvPicPr>
        <p:blipFill>
          <a:blip r:embed="rId5"/>
          <a:stretch>
            <a:fillRect/>
          </a:stretch>
        </p:blipFill>
        <p:spPr>
          <a:xfrm>
            <a:off x="1619832" y="4328772"/>
            <a:ext cx="9905713" cy="1798351"/>
          </a:xfrm>
          <a:prstGeom prst="rect">
            <a:avLst/>
          </a:prstGeom>
        </p:spPr>
      </p:pic>
    </p:spTree>
    <p:extLst>
      <p:ext uri="{BB962C8B-B14F-4D97-AF65-F5344CB8AC3E}">
        <p14:creationId xmlns:p14="http://schemas.microsoft.com/office/powerpoint/2010/main" val="3061634220"/>
      </p:ext>
    </p:extLst>
  </p:cSld>
  <p:clrMapOvr>
    <a:masterClrMapping/>
  </p:clrMapOvr>
  <mc:AlternateContent xmlns:mc="http://schemas.openxmlformats.org/markup-compatibility/2006" xmlns:p14="http://schemas.microsoft.com/office/powerpoint/2010/main">
    <mc:Choice Requires="p14">
      <p:transition spd="slow" p14:dur="1500">
        <p:push/>
      </p:transition>
    </mc:Choice>
    <mc:Fallback xmlns="" xmlns:m="http://schemas.openxmlformats.org/officeDocument/2006/math" xmlns:a14="http://schemas.microsoft.com/office/drawing/2010/main">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iterate>
                                    <p:tmAbs val="0"/>
                                  </p:iterate>
                                  <p:childTnLst>
                                    <p:set>
                                      <p:cBhvr>
                                        <p:cTn id="6" fill="hold"/>
                                        <p:tgtEl>
                                          <p:spTgt spid="427"/>
                                        </p:tgtEl>
                                        <p:attrNameLst>
                                          <p:attrName>style.visibility</p:attrName>
                                        </p:attrNameLst>
                                      </p:cBhvr>
                                      <p:to>
                                        <p:strVal val="visible"/>
                                      </p:to>
                                    </p:set>
                                    <p:animEffect transition="in" filter="wipe(down)">
                                      <p:cBhvr>
                                        <p:cTn id="7" dur="500"/>
                                        <p:tgtEl>
                                          <p:spTgt spid="427"/>
                                        </p:tgtEl>
                                      </p:cBhvr>
                                    </p:animEffect>
                                  </p:childTnLst>
                                </p:cTn>
                              </p:par>
                              <p:par>
                                <p:cTn id="8" presetID="4" presetClass="entr" presetSubtype="32" fill="hold" grpId="0" nodeType="withEffect">
                                  <p:stCondLst>
                                    <p:cond delay="200"/>
                                  </p:stCondLst>
                                  <p:iterate>
                                    <p:tmAbs val="0"/>
                                  </p:iterate>
                                  <p:childTnLst>
                                    <p:set>
                                      <p:cBhvr>
                                        <p:cTn id="9" fill="hold"/>
                                        <p:tgtEl>
                                          <p:spTgt spid="32"/>
                                        </p:tgtEl>
                                        <p:attrNameLst>
                                          <p:attrName>style.visibility</p:attrName>
                                        </p:attrNameLst>
                                      </p:cBhvr>
                                      <p:to>
                                        <p:strVal val="visible"/>
                                      </p:to>
                                    </p:set>
                                    <p:animEffect transition="in" filter="box(out)">
                                      <p:cBhvr>
                                        <p:cTn id="10" dur="1000"/>
                                        <p:tgtEl>
                                          <p:spTgt spid="32"/>
                                        </p:tgtEl>
                                      </p:cBhvr>
                                    </p:animEffect>
                                  </p:childTnLst>
                                </p:cTn>
                              </p:par>
                            </p:childTnLst>
                          </p:cTn>
                        </p:par>
                        <p:par>
                          <p:cTn id="11" fill="hold">
                            <p:stCondLst>
                              <p:cond delay="1200"/>
                            </p:stCondLst>
                            <p:childTnLst>
                              <p:par>
                                <p:cTn id="12" presetID="3" presetClass="entr" presetSubtype="5" fill="hold" grpId="0" nodeType="afterEffect">
                                  <p:stCondLst>
                                    <p:cond delay="0"/>
                                  </p:stCondLst>
                                  <p:iterate>
                                    <p:tmAbs val="0"/>
                                  </p:iterate>
                                  <p:childTnLst>
                                    <p:set>
                                      <p:cBhvr>
                                        <p:cTn id="13" fill="hold"/>
                                        <p:tgtEl>
                                          <p:spTgt spid="31"/>
                                        </p:tgtEl>
                                        <p:attrNameLst>
                                          <p:attrName>style.visibility</p:attrName>
                                        </p:attrNameLst>
                                      </p:cBhvr>
                                      <p:to>
                                        <p:strVal val="visible"/>
                                      </p:to>
                                    </p:set>
                                    <p:animEffect transition="in" filter="blinds(vertical)">
                                      <p:cBhvr>
                                        <p:cTn id="14" dur="1000"/>
                                        <p:tgtEl>
                                          <p:spTgt spid="31"/>
                                        </p:tgtEl>
                                      </p:cBhvr>
                                    </p:animEffect>
                                  </p:childTnLst>
                                </p:cTn>
                              </p:par>
                              <p:par>
                                <p:cTn id="15" presetID="3" presetClass="entr" presetSubtype="5" fill="hold" grpId="0" nodeType="withEffect">
                                  <p:stCondLst>
                                    <p:cond delay="0"/>
                                  </p:stCondLst>
                                  <p:iterate>
                                    <p:tmAbs val="0"/>
                                  </p:iterate>
                                  <p:childTnLst>
                                    <p:set>
                                      <p:cBhvr>
                                        <p:cTn id="16" fill="hold"/>
                                        <p:tgtEl>
                                          <p:spTgt spid="30"/>
                                        </p:tgtEl>
                                        <p:attrNameLst>
                                          <p:attrName>style.visibility</p:attrName>
                                        </p:attrNameLst>
                                      </p:cBhvr>
                                      <p:to>
                                        <p:strVal val="visible"/>
                                      </p:to>
                                    </p:set>
                                    <p:animEffect transition="in" filter="blinds(vertical)">
                                      <p:cBhvr>
                                        <p:cTn id="17" dur="1000"/>
                                        <p:tgtEl>
                                          <p:spTgt spid="30"/>
                                        </p:tgtEl>
                                      </p:cBhvr>
                                    </p:animEffect>
                                  </p:childTnLst>
                                </p:cTn>
                              </p:par>
                              <p:par>
                                <p:cTn id="18" presetID="3" presetClass="entr" presetSubtype="5" fill="hold" grpId="0" nodeType="withEffect">
                                  <p:stCondLst>
                                    <p:cond delay="0"/>
                                  </p:stCondLst>
                                  <p:iterate>
                                    <p:tmAbs val="0"/>
                                  </p:iterate>
                                  <p:childTnLst>
                                    <p:set>
                                      <p:cBhvr>
                                        <p:cTn id="19" fill="hold"/>
                                        <p:tgtEl>
                                          <p:spTgt spid="29"/>
                                        </p:tgtEl>
                                        <p:attrNameLst>
                                          <p:attrName>style.visibility</p:attrName>
                                        </p:attrNameLst>
                                      </p:cBhvr>
                                      <p:to>
                                        <p:strVal val="visible"/>
                                      </p:to>
                                    </p:set>
                                    <p:animEffect transition="in" filter="blinds(vertical)">
                                      <p:cBhvr>
                                        <p:cTn id="20" dur="1000"/>
                                        <p:tgtEl>
                                          <p:spTgt spid="29"/>
                                        </p:tgtEl>
                                      </p:cBhvr>
                                    </p:animEffect>
                                  </p:childTnLst>
                                </p:cTn>
                              </p:par>
                              <p:par>
                                <p:cTn id="21" presetID="3" presetClass="entr" presetSubtype="5" fill="hold" grpId="0" nodeType="withEffect">
                                  <p:stCondLst>
                                    <p:cond delay="0"/>
                                  </p:stCondLst>
                                  <p:iterate>
                                    <p:tmAbs val="0"/>
                                  </p:iterate>
                                  <p:childTnLst>
                                    <p:set>
                                      <p:cBhvr>
                                        <p:cTn id="22" fill="hold"/>
                                        <p:tgtEl>
                                          <p:spTgt spid="28"/>
                                        </p:tgtEl>
                                        <p:attrNameLst>
                                          <p:attrName>style.visibility</p:attrName>
                                        </p:attrNameLst>
                                      </p:cBhvr>
                                      <p:to>
                                        <p:strVal val="visible"/>
                                      </p:to>
                                    </p:set>
                                    <p:animEffect transition="in" filter="blinds(vertical)">
                                      <p:cBhvr>
                                        <p:cTn id="23" dur="10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7" grpId="0" animBg="1" advAuto="0"/>
      <p:bldP spid="28" grpId="0" animBg="1" advAuto="0"/>
      <p:bldP spid="29" grpId="0" animBg="1" advAuto="0"/>
      <p:bldP spid="30" grpId="0" animBg="1" advAuto="0"/>
      <p:bldP spid="31" grpId="0" animBg="1" advAuto="0"/>
      <p:bldP spid="32" grpId="0" animBg="1" advAuto="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26" name="Diagramme 12"/>
          <p:cNvGrpSpPr/>
          <p:nvPr/>
        </p:nvGrpSpPr>
        <p:grpSpPr>
          <a:xfrm>
            <a:off x="-1" y="-14291"/>
            <a:ext cx="12186642" cy="768630"/>
            <a:chOff x="0" y="-1"/>
            <a:chExt cx="12186641" cy="768629"/>
          </a:xfrm>
        </p:grpSpPr>
        <p:grpSp>
          <p:nvGrpSpPr>
            <p:cNvPr id="419" name="Grouper"/>
            <p:cNvGrpSpPr/>
            <p:nvPr/>
          </p:nvGrpSpPr>
          <p:grpSpPr>
            <a:xfrm>
              <a:off x="0" y="-1"/>
              <a:ext cx="4685109" cy="768629"/>
              <a:chOff x="0" y="-1"/>
              <a:chExt cx="4685108" cy="768628"/>
            </a:xfrm>
          </p:grpSpPr>
          <p:sp>
            <p:nvSpPr>
              <p:cNvPr id="417" name="Figure"/>
              <p:cNvSpPr/>
              <p:nvPr/>
            </p:nvSpPr>
            <p:spPr>
              <a:xfrm>
                <a:off x="0" y="-1"/>
                <a:ext cx="4685108" cy="76862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9828" y="0"/>
                    </a:lnTo>
                    <a:lnTo>
                      <a:pt x="21600" y="10800"/>
                    </a:lnTo>
                    <a:lnTo>
                      <a:pt x="19828" y="21600"/>
                    </a:lnTo>
                    <a:lnTo>
                      <a:pt x="0" y="21600"/>
                    </a:lnTo>
                    <a:close/>
                  </a:path>
                </a:pathLst>
              </a:custGeom>
              <a:solidFill>
                <a:srgbClr val="FFFFFF"/>
              </a:solidFill>
              <a:ln w="12700" cap="flat">
                <a:noFill/>
                <a:miter lim="400000"/>
              </a:ln>
              <a:effectLst>
                <a:outerShdw blurRad="38100" dist="20000" dir="5400000" rotWithShape="0">
                  <a:srgbClr val="000000">
                    <a:alpha val="38000"/>
                  </a:srgbClr>
                </a:outerShdw>
              </a:effectLst>
            </p:spPr>
            <p:txBody>
              <a:bodyPr wrap="square" lIns="0" tIns="0" rIns="0" bIns="0" numCol="1" anchor="ctr">
                <a:noAutofit/>
              </a:bodyPr>
              <a:lstStyle/>
              <a:p>
                <a:pPr algn="ctr" defTabSz="1066800">
                  <a:lnSpc>
                    <a:spcPct val="90000"/>
                  </a:lnSpc>
                  <a:spcBef>
                    <a:spcPts val="700"/>
                  </a:spcBef>
                </a:pPr>
                <a:endParaRPr/>
              </a:p>
            </p:txBody>
          </p:sp>
          <p:sp>
            <p:nvSpPr>
              <p:cNvPr id="418" name="Organisme d’accueil"/>
              <p:cNvSpPr txBox="1"/>
              <p:nvPr/>
            </p:nvSpPr>
            <p:spPr>
              <a:xfrm>
                <a:off x="96011" y="199647"/>
                <a:ext cx="4396942" cy="36932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2003" tIns="32003" rIns="32003" bIns="32003" numCol="1" anchor="ctr">
                <a:spAutoFit/>
              </a:bodyPr>
              <a:lstStyle>
                <a:lvl1pPr algn="ctr" defTabSz="1066800">
                  <a:lnSpc>
                    <a:spcPct val="90000"/>
                  </a:lnSpc>
                  <a:spcBef>
                    <a:spcPts val="1000"/>
                  </a:spcBef>
                  <a:defRPr sz="2200"/>
                </a:lvl1pPr>
              </a:lstStyle>
              <a:p>
                <a:r>
                  <a:rPr lang="fr-FR" dirty="0"/>
                  <a:t>Scénario Réel</a:t>
                </a:r>
                <a:endParaRPr dirty="0"/>
              </a:p>
            </p:txBody>
          </p:sp>
        </p:grpSp>
        <p:grpSp>
          <p:nvGrpSpPr>
            <p:cNvPr id="422" name="Grouper"/>
            <p:cNvGrpSpPr/>
            <p:nvPr/>
          </p:nvGrpSpPr>
          <p:grpSpPr>
            <a:xfrm>
              <a:off x="3832959" y="0"/>
              <a:ext cx="4685110" cy="768628"/>
              <a:chOff x="0" y="0"/>
              <a:chExt cx="4685108" cy="768627"/>
            </a:xfrm>
          </p:grpSpPr>
          <p:sp>
            <p:nvSpPr>
              <p:cNvPr id="420" name="Chevron"/>
              <p:cNvSpPr/>
              <p:nvPr/>
            </p:nvSpPr>
            <p:spPr>
              <a:xfrm>
                <a:off x="0" y="0"/>
                <a:ext cx="4685108" cy="768627"/>
              </a:xfrm>
              <a:prstGeom prst="chevron">
                <a:avLst>
                  <a:gd name="adj" fmla="val 50000"/>
                </a:avLst>
              </a:prstGeom>
              <a:solidFill>
                <a:srgbClr val="E9041E"/>
              </a:solidFill>
              <a:ln w="12700" cap="flat">
                <a:noFill/>
                <a:miter lim="400000"/>
              </a:ln>
              <a:effectLst>
                <a:outerShdw blurRad="38100" dist="20000" dir="5400000" rotWithShape="0">
                  <a:srgbClr val="000000">
                    <a:alpha val="38000"/>
                  </a:srgbClr>
                </a:outerShdw>
              </a:effectLst>
            </p:spPr>
            <p:txBody>
              <a:bodyPr wrap="square" lIns="0" tIns="0" rIns="0" bIns="0" numCol="1" anchor="ctr">
                <a:noAutofit/>
              </a:bodyPr>
              <a:lstStyle/>
              <a:p>
                <a:pPr algn="ctr" defTabSz="1066800">
                  <a:lnSpc>
                    <a:spcPct val="90000"/>
                  </a:lnSpc>
                  <a:spcBef>
                    <a:spcPts val="700"/>
                  </a:spcBef>
                </a:pPr>
                <a:endParaRPr/>
              </a:p>
            </p:txBody>
          </p:sp>
          <p:sp>
            <p:nvSpPr>
              <p:cNvPr id="421" name="Cadrage du projet"/>
              <p:cNvSpPr txBox="1"/>
              <p:nvPr/>
            </p:nvSpPr>
            <p:spPr>
              <a:xfrm>
                <a:off x="448320" y="185798"/>
                <a:ext cx="3459243" cy="39702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2003" tIns="32003" rIns="32003" bIns="32003" numCol="1" anchor="ctr">
                <a:spAutoFit/>
              </a:bodyPr>
              <a:lstStyle>
                <a:lvl1pPr algn="ctr" defTabSz="1066800">
                  <a:lnSpc>
                    <a:spcPct val="90000"/>
                  </a:lnSpc>
                  <a:spcBef>
                    <a:spcPts val="1000"/>
                  </a:spcBef>
                  <a:defRPr sz="2400" b="1">
                    <a:solidFill>
                      <a:srgbClr val="FFFFFF"/>
                    </a:solidFill>
                  </a:defRPr>
                </a:lvl1pPr>
              </a:lstStyle>
              <a:p>
                <a:endParaRPr dirty="0"/>
              </a:p>
            </p:txBody>
          </p:sp>
        </p:grpSp>
        <p:grpSp>
          <p:nvGrpSpPr>
            <p:cNvPr id="425" name="Grouper"/>
            <p:cNvGrpSpPr/>
            <p:nvPr/>
          </p:nvGrpSpPr>
          <p:grpSpPr>
            <a:xfrm>
              <a:off x="7501532" y="0"/>
              <a:ext cx="4685109" cy="768628"/>
              <a:chOff x="0" y="0"/>
              <a:chExt cx="4685108" cy="768627"/>
            </a:xfrm>
          </p:grpSpPr>
          <p:sp>
            <p:nvSpPr>
              <p:cNvPr id="423" name="Chevron"/>
              <p:cNvSpPr/>
              <p:nvPr/>
            </p:nvSpPr>
            <p:spPr>
              <a:xfrm>
                <a:off x="0" y="0"/>
                <a:ext cx="4685108" cy="768627"/>
              </a:xfrm>
              <a:prstGeom prst="chevron">
                <a:avLst>
                  <a:gd name="adj" fmla="val 50000"/>
                </a:avLst>
              </a:prstGeom>
              <a:solidFill>
                <a:srgbClr val="FFFFFF"/>
              </a:solidFill>
              <a:ln w="12700" cap="flat">
                <a:noFill/>
                <a:miter lim="400000"/>
              </a:ln>
              <a:effectLst>
                <a:outerShdw blurRad="38100" dist="20000" dir="5400000" rotWithShape="0">
                  <a:srgbClr val="000000">
                    <a:alpha val="38000"/>
                  </a:srgbClr>
                </a:outerShdw>
              </a:effectLst>
            </p:spPr>
            <p:txBody>
              <a:bodyPr wrap="square" lIns="0" tIns="0" rIns="0" bIns="0" numCol="1" anchor="ctr">
                <a:noAutofit/>
              </a:bodyPr>
              <a:lstStyle/>
              <a:p>
                <a:pPr algn="ctr" defTabSz="1066800">
                  <a:lnSpc>
                    <a:spcPct val="90000"/>
                  </a:lnSpc>
                  <a:spcBef>
                    <a:spcPts val="700"/>
                  </a:spcBef>
                </a:pPr>
                <a:endParaRPr/>
              </a:p>
            </p:txBody>
          </p:sp>
          <p:sp>
            <p:nvSpPr>
              <p:cNvPr id="424" name="Besoins et objectifs"/>
              <p:cNvSpPr txBox="1"/>
              <p:nvPr/>
            </p:nvSpPr>
            <p:spPr>
              <a:xfrm>
                <a:off x="448320" y="199647"/>
                <a:ext cx="3852475" cy="36932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2003" tIns="32003" rIns="32003" bIns="32003" numCol="1" anchor="ctr">
                <a:spAutoFit/>
              </a:bodyPr>
              <a:lstStyle>
                <a:lvl1pPr algn="ctr" defTabSz="1066800">
                  <a:lnSpc>
                    <a:spcPct val="90000"/>
                  </a:lnSpc>
                  <a:spcBef>
                    <a:spcPts val="1000"/>
                  </a:spcBef>
                  <a:defRPr sz="2200"/>
                </a:lvl1pPr>
              </a:lstStyle>
              <a:p>
                <a:endParaRPr dirty="0"/>
              </a:p>
            </p:txBody>
          </p:sp>
        </p:grpSp>
      </p:grpSp>
      <p:sp>
        <p:nvSpPr>
          <p:cNvPr id="427" name="TextBox 1"/>
          <p:cNvSpPr txBox="1"/>
          <p:nvPr/>
        </p:nvSpPr>
        <p:spPr>
          <a:xfrm>
            <a:off x="235265" y="960864"/>
            <a:ext cx="3988393" cy="453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6000" tIns="36000" rIns="36000" bIns="36000">
            <a:spAutoFit/>
          </a:bodyPr>
          <a:lstStyle>
            <a:lvl1pPr>
              <a:defRPr sz="2500">
                <a:latin typeface="Montserrat ExtraBold"/>
                <a:ea typeface="Montserrat ExtraBold"/>
                <a:cs typeface="Montserrat ExtraBold"/>
                <a:sym typeface="Montserrat ExtraBold"/>
              </a:defRPr>
            </a:lvl1pPr>
          </a:lstStyle>
          <a:p>
            <a:endParaRPr dirty="0"/>
          </a:p>
        </p:txBody>
      </p:sp>
      <p:sp>
        <p:nvSpPr>
          <p:cNvPr id="450" name="Numéro de diapositive"/>
          <p:cNvSpPr txBox="1">
            <a:spLocks noGrp="1"/>
          </p:cNvSpPr>
          <p:nvPr>
            <p:ph type="sldNum" sz="quarter" idx="2"/>
          </p:nvPr>
        </p:nvSpPr>
        <p:spPr>
          <a:xfrm>
            <a:off x="5976830" y="6371039"/>
            <a:ext cx="238340" cy="383541"/>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lgn="ctr">
              <a:defRPr sz="1900"/>
            </a:lvl1pPr>
          </a:lstStyle>
          <a:p>
            <a:fld id="{86CB4B4D-7CA3-9044-876B-883B54F8677D}" type="slidenum">
              <a:rPr/>
              <a:t>9</a:t>
            </a:fld>
            <a:endParaRPr/>
          </a:p>
        </p:txBody>
      </p:sp>
      <p:sp>
        <p:nvSpPr>
          <p:cNvPr id="28" name="Ligne de connexion">
            <a:extLst>
              <a:ext uri="{FF2B5EF4-FFF2-40B4-BE49-F238E27FC236}">
                <a16:creationId xmlns:a16="http://schemas.microsoft.com/office/drawing/2014/main" id="{743E7828-6546-E349-BA0B-1B6F550873ED}"/>
              </a:ext>
            </a:extLst>
          </p:cNvPr>
          <p:cNvSpPr/>
          <p:nvPr/>
        </p:nvSpPr>
        <p:spPr>
          <a:xfrm>
            <a:off x="908774" y="5950428"/>
            <a:ext cx="731863" cy="810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21600"/>
                </a:lnTo>
              </a:path>
            </a:pathLst>
          </a:custGeom>
          <a:ln w="25400">
            <a:solidFill>
              <a:srgbClr val="000000"/>
            </a:solidFill>
            <a:miter lim="400000"/>
            <a:tailEnd type="triangle"/>
          </a:ln>
        </p:spPr>
        <p:txBody>
          <a:bodyPr/>
          <a:lstStyle/>
          <a:p>
            <a:endParaRPr/>
          </a:p>
        </p:txBody>
      </p:sp>
      <p:sp>
        <p:nvSpPr>
          <p:cNvPr id="29" name="Ligne de connexion">
            <a:extLst>
              <a:ext uri="{FF2B5EF4-FFF2-40B4-BE49-F238E27FC236}">
                <a16:creationId xmlns:a16="http://schemas.microsoft.com/office/drawing/2014/main" id="{7009B866-6FCB-2E42-A74C-F46EE363FB46}"/>
              </a:ext>
            </a:extLst>
          </p:cNvPr>
          <p:cNvSpPr/>
          <p:nvPr/>
        </p:nvSpPr>
        <p:spPr>
          <a:xfrm>
            <a:off x="908774" y="4464861"/>
            <a:ext cx="731863" cy="103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0"/>
                </a:lnTo>
              </a:path>
            </a:pathLst>
          </a:custGeom>
          <a:ln w="25400">
            <a:solidFill>
              <a:srgbClr val="000000"/>
            </a:solidFill>
            <a:miter lim="400000"/>
            <a:tailEnd type="triangle"/>
          </a:ln>
        </p:spPr>
        <p:txBody>
          <a:bodyPr/>
          <a:lstStyle/>
          <a:p>
            <a:endParaRPr/>
          </a:p>
        </p:txBody>
      </p:sp>
      <p:sp>
        <p:nvSpPr>
          <p:cNvPr id="30" name="Ligne de connexion">
            <a:extLst>
              <a:ext uri="{FF2B5EF4-FFF2-40B4-BE49-F238E27FC236}">
                <a16:creationId xmlns:a16="http://schemas.microsoft.com/office/drawing/2014/main" id="{8C2ED7B4-9944-3740-97CC-62E667C394CB}"/>
              </a:ext>
            </a:extLst>
          </p:cNvPr>
          <p:cNvSpPr/>
          <p:nvPr/>
        </p:nvSpPr>
        <p:spPr>
          <a:xfrm>
            <a:off x="908774" y="2962211"/>
            <a:ext cx="731863" cy="810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21600"/>
                </a:lnTo>
              </a:path>
            </a:pathLst>
          </a:custGeom>
          <a:ln w="25400">
            <a:solidFill>
              <a:srgbClr val="000000"/>
            </a:solidFill>
            <a:miter lim="400000"/>
            <a:tailEnd type="triangle"/>
          </a:ln>
        </p:spPr>
        <p:txBody>
          <a:bodyPr/>
          <a:lstStyle/>
          <a:p>
            <a:endParaRPr/>
          </a:p>
        </p:txBody>
      </p:sp>
      <p:sp>
        <p:nvSpPr>
          <p:cNvPr id="31" name="Ligne de connexion">
            <a:extLst>
              <a:ext uri="{FF2B5EF4-FFF2-40B4-BE49-F238E27FC236}">
                <a16:creationId xmlns:a16="http://schemas.microsoft.com/office/drawing/2014/main" id="{A9F53819-7892-774E-837C-309362367D78}"/>
              </a:ext>
            </a:extLst>
          </p:cNvPr>
          <p:cNvSpPr/>
          <p:nvPr/>
        </p:nvSpPr>
        <p:spPr>
          <a:xfrm>
            <a:off x="908774" y="1623016"/>
            <a:ext cx="731863" cy="422"/>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21600"/>
                </a:lnTo>
              </a:path>
            </a:pathLst>
          </a:custGeom>
          <a:ln w="25400">
            <a:solidFill>
              <a:srgbClr val="000000"/>
            </a:solidFill>
            <a:miter lim="400000"/>
            <a:tailEnd type="triangle"/>
          </a:ln>
        </p:spPr>
        <p:txBody>
          <a:bodyPr/>
          <a:lstStyle/>
          <a:p>
            <a:endParaRPr/>
          </a:p>
        </p:txBody>
      </p:sp>
      <p:sp>
        <p:nvSpPr>
          <p:cNvPr id="32" name="Ligne de connexion">
            <a:extLst>
              <a:ext uri="{FF2B5EF4-FFF2-40B4-BE49-F238E27FC236}">
                <a16:creationId xmlns:a16="http://schemas.microsoft.com/office/drawing/2014/main" id="{F1F6760A-F4C0-1E4C-B59D-16FF079EA2C2}"/>
              </a:ext>
            </a:extLst>
          </p:cNvPr>
          <p:cNvSpPr/>
          <p:nvPr/>
        </p:nvSpPr>
        <p:spPr>
          <a:xfrm>
            <a:off x="903882" y="1608963"/>
            <a:ext cx="5403" cy="4359534"/>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0"/>
                </a:lnTo>
              </a:path>
            </a:pathLst>
          </a:custGeom>
          <a:ln w="25400">
            <a:solidFill>
              <a:srgbClr val="000000"/>
            </a:solidFill>
            <a:miter lim="400000"/>
          </a:ln>
        </p:spPr>
        <p:txBody>
          <a:bodyPr/>
          <a:lstStyle/>
          <a:p>
            <a:endParaRPr/>
          </a:p>
        </p:txBody>
      </p:sp>
      <p:pic>
        <p:nvPicPr>
          <p:cNvPr id="36" name="Picture 35">
            <a:extLst>
              <a:ext uri="{FF2B5EF4-FFF2-40B4-BE49-F238E27FC236}">
                <a16:creationId xmlns:a16="http://schemas.microsoft.com/office/drawing/2014/main" id="{25BB49F2-B9F4-1143-9C0F-01A373EC9F85}"/>
              </a:ext>
            </a:extLst>
          </p:cNvPr>
          <p:cNvPicPr>
            <a:picLocks noChangeAspect="1"/>
          </p:cNvPicPr>
          <p:nvPr/>
        </p:nvPicPr>
        <p:blipFill>
          <a:blip r:embed="rId3"/>
          <a:stretch>
            <a:fillRect/>
          </a:stretch>
        </p:blipFill>
        <p:spPr>
          <a:xfrm>
            <a:off x="1688746" y="1007343"/>
            <a:ext cx="10113582" cy="3257818"/>
          </a:xfrm>
          <a:prstGeom prst="rect">
            <a:avLst/>
          </a:prstGeom>
        </p:spPr>
      </p:pic>
      <p:pic>
        <p:nvPicPr>
          <p:cNvPr id="37" name="Picture 36">
            <a:extLst>
              <a:ext uri="{FF2B5EF4-FFF2-40B4-BE49-F238E27FC236}">
                <a16:creationId xmlns:a16="http://schemas.microsoft.com/office/drawing/2014/main" id="{C3B0B048-9B0B-1945-92FB-53E8559F4341}"/>
              </a:ext>
            </a:extLst>
          </p:cNvPr>
          <p:cNvPicPr>
            <a:picLocks noChangeAspect="1"/>
          </p:cNvPicPr>
          <p:nvPr/>
        </p:nvPicPr>
        <p:blipFill>
          <a:blip r:embed="rId4"/>
          <a:stretch>
            <a:fillRect/>
          </a:stretch>
        </p:blipFill>
        <p:spPr>
          <a:xfrm>
            <a:off x="1640636" y="4285733"/>
            <a:ext cx="10156287" cy="1973543"/>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push/>
      </p:transition>
    </mc:Choice>
    <mc:Fallback xmlns="" xmlns:m="http://schemas.openxmlformats.org/officeDocument/2006/math" xmlns:a14="http://schemas.microsoft.com/office/drawing/2010/main">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1" nodeType="afterEffect">
                                  <p:stCondLst>
                                    <p:cond delay="0"/>
                                  </p:stCondLst>
                                  <p:iterate>
                                    <p:tmAbs val="0"/>
                                  </p:iterate>
                                  <p:childTnLst>
                                    <p:set>
                                      <p:cBhvr>
                                        <p:cTn id="6" fill="hold"/>
                                        <p:tgtEl>
                                          <p:spTgt spid="427"/>
                                        </p:tgtEl>
                                        <p:attrNameLst>
                                          <p:attrName>style.visibility</p:attrName>
                                        </p:attrNameLst>
                                      </p:cBhvr>
                                      <p:to>
                                        <p:strVal val="visible"/>
                                      </p:to>
                                    </p:set>
                                    <p:animEffect transition="in" filter="wipe(down)">
                                      <p:cBhvr>
                                        <p:cTn id="7" dur="500"/>
                                        <p:tgtEl>
                                          <p:spTgt spid="427"/>
                                        </p:tgtEl>
                                      </p:cBhvr>
                                    </p:animEffect>
                                  </p:childTnLst>
                                </p:cTn>
                              </p:par>
                              <p:par>
                                <p:cTn id="8" presetID="4" presetClass="entr" presetSubtype="32" fill="hold" grpId="0" nodeType="withEffect">
                                  <p:stCondLst>
                                    <p:cond delay="200"/>
                                  </p:stCondLst>
                                  <p:iterate>
                                    <p:tmAbs val="0"/>
                                  </p:iterate>
                                  <p:childTnLst>
                                    <p:set>
                                      <p:cBhvr>
                                        <p:cTn id="9" fill="hold"/>
                                        <p:tgtEl>
                                          <p:spTgt spid="32"/>
                                        </p:tgtEl>
                                        <p:attrNameLst>
                                          <p:attrName>style.visibility</p:attrName>
                                        </p:attrNameLst>
                                      </p:cBhvr>
                                      <p:to>
                                        <p:strVal val="visible"/>
                                      </p:to>
                                    </p:set>
                                    <p:animEffect transition="in" filter="box(out)">
                                      <p:cBhvr>
                                        <p:cTn id="10" dur="1000"/>
                                        <p:tgtEl>
                                          <p:spTgt spid="32"/>
                                        </p:tgtEl>
                                      </p:cBhvr>
                                    </p:animEffect>
                                  </p:childTnLst>
                                </p:cTn>
                              </p:par>
                            </p:childTnLst>
                          </p:cTn>
                        </p:par>
                        <p:par>
                          <p:cTn id="11" fill="hold">
                            <p:stCondLst>
                              <p:cond delay="1200"/>
                            </p:stCondLst>
                            <p:childTnLst>
                              <p:par>
                                <p:cTn id="12" presetID="3" presetClass="entr" presetSubtype="5" fill="hold" grpId="0" nodeType="afterEffect">
                                  <p:stCondLst>
                                    <p:cond delay="0"/>
                                  </p:stCondLst>
                                  <p:iterate>
                                    <p:tmAbs val="0"/>
                                  </p:iterate>
                                  <p:childTnLst>
                                    <p:set>
                                      <p:cBhvr>
                                        <p:cTn id="13" fill="hold"/>
                                        <p:tgtEl>
                                          <p:spTgt spid="31"/>
                                        </p:tgtEl>
                                        <p:attrNameLst>
                                          <p:attrName>style.visibility</p:attrName>
                                        </p:attrNameLst>
                                      </p:cBhvr>
                                      <p:to>
                                        <p:strVal val="visible"/>
                                      </p:to>
                                    </p:set>
                                    <p:animEffect transition="in" filter="blinds(vertical)">
                                      <p:cBhvr>
                                        <p:cTn id="14" dur="1000"/>
                                        <p:tgtEl>
                                          <p:spTgt spid="31"/>
                                        </p:tgtEl>
                                      </p:cBhvr>
                                    </p:animEffect>
                                  </p:childTnLst>
                                </p:cTn>
                              </p:par>
                              <p:par>
                                <p:cTn id="15" presetID="3" presetClass="entr" presetSubtype="5" fill="hold" grpId="0" nodeType="withEffect">
                                  <p:stCondLst>
                                    <p:cond delay="0"/>
                                  </p:stCondLst>
                                  <p:iterate>
                                    <p:tmAbs val="0"/>
                                  </p:iterate>
                                  <p:childTnLst>
                                    <p:set>
                                      <p:cBhvr>
                                        <p:cTn id="16" fill="hold"/>
                                        <p:tgtEl>
                                          <p:spTgt spid="30"/>
                                        </p:tgtEl>
                                        <p:attrNameLst>
                                          <p:attrName>style.visibility</p:attrName>
                                        </p:attrNameLst>
                                      </p:cBhvr>
                                      <p:to>
                                        <p:strVal val="visible"/>
                                      </p:to>
                                    </p:set>
                                    <p:animEffect transition="in" filter="blinds(vertical)">
                                      <p:cBhvr>
                                        <p:cTn id="17" dur="1000"/>
                                        <p:tgtEl>
                                          <p:spTgt spid="30"/>
                                        </p:tgtEl>
                                      </p:cBhvr>
                                    </p:animEffect>
                                  </p:childTnLst>
                                </p:cTn>
                              </p:par>
                              <p:par>
                                <p:cTn id="18" presetID="3" presetClass="entr" presetSubtype="5" fill="hold" grpId="0" nodeType="withEffect">
                                  <p:stCondLst>
                                    <p:cond delay="0"/>
                                  </p:stCondLst>
                                  <p:iterate>
                                    <p:tmAbs val="0"/>
                                  </p:iterate>
                                  <p:childTnLst>
                                    <p:set>
                                      <p:cBhvr>
                                        <p:cTn id="19" fill="hold"/>
                                        <p:tgtEl>
                                          <p:spTgt spid="29"/>
                                        </p:tgtEl>
                                        <p:attrNameLst>
                                          <p:attrName>style.visibility</p:attrName>
                                        </p:attrNameLst>
                                      </p:cBhvr>
                                      <p:to>
                                        <p:strVal val="visible"/>
                                      </p:to>
                                    </p:set>
                                    <p:animEffect transition="in" filter="blinds(vertical)">
                                      <p:cBhvr>
                                        <p:cTn id="20" dur="1000"/>
                                        <p:tgtEl>
                                          <p:spTgt spid="29"/>
                                        </p:tgtEl>
                                      </p:cBhvr>
                                    </p:animEffect>
                                  </p:childTnLst>
                                </p:cTn>
                              </p:par>
                              <p:par>
                                <p:cTn id="21" presetID="3" presetClass="entr" presetSubtype="5" fill="hold" grpId="0" nodeType="withEffect">
                                  <p:stCondLst>
                                    <p:cond delay="0"/>
                                  </p:stCondLst>
                                  <p:iterate>
                                    <p:tmAbs val="0"/>
                                  </p:iterate>
                                  <p:childTnLst>
                                    <p:set>
                                      <p:cBhvr>
                                        <p:cTn id="22" fill="hold"/>
                                        <p:tgtEl>
                                          <p:spTgt spid="28"/>
                                        </p:tgtEl>
                                        <p:attrNameLst>
                                          <p:attrName>style.visibility</p:attrName>
                                        </p:attrNameLst>
                                      </p:cBhvr>
                                      <p:to>
                                        <p:strVal val="visible"/>
                                      </p:to>
                                    </p:set>
                                    <p:animEffect transition="in" filter="blinds(vertical)">
                                      <p:cBhvr>
                                        <p:cTn id="23" dur="10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7" grpId="1" animBg="1" advAuto="0"/>
      <p:bldP spid="28" grpId="0" animBg="1" advAuto="0"/>
      <p:bldP spid="29" grpId="0" animBg="1" advAuto="0"/>
      <p:bldP spid="30" grpId="0" animBg="1" advAuto="0"/>
      <p:bldP spid="31" grpId="0" animBg="1" advAuto="0"/>
      <p:bldP spid="32" grpId="0" animBg="1" advAuto="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3" name="TextBox 1"/>
          <p:cNvSpPr txBox="1"/>
          <p:nvPr/>
        </p:nvSpPr>
        <p:spPr>
          <a:xfrm>
            <a:off x="251476" y="1019871"/>
            <a:ext cx="5019026" cy="453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6000" tIns="36000" rIns="36000" bIns="36000">
            <a:spAutoFit/>
          </a:bodyPr>
          <a:lstStyle>
            <a:lvl1pPr>
              <a:defRPr sz="2500">
                <a:latin typeface="Montserrat ExtraBold"/>
                <a:ea typeface="Montserrat ExtraBold"/>
                <a:cs typeface="Montserrat ExtraBold"/>
                <a:sym typeface="Montserrat ExtraBold"/>
              </a:defRPr>
            </a:lvl1pPr>
          </a:lstStyle>
          <a:p>
            <a:r>
              <a:rPr lang="fr-FR" dirty="0"/>
              <a:t>Bilan du Processus Actuel</a:t>
            </a:r>
            <a:endParaRPr dirty="0"/>
          </a:p>
        </p:txBody>
      </p:sp>
      <p:grpSp>
        <p:nvGrpSpPr>
          <p:cNvPr id="466" name="Groupe 10"/>
          <p:cNvGrpSpPr/>
          <p:nvPr/>
        </p:nvGrpSpPr>
        <p:grpSpPr>
          <a:xfrm>
            <a:off x="0" y="-2"/>
            <a:ext cx="4685109" cy="768630"/>
            <a:chOff x="0" y="-1"/>
            <a:chExt cx="4685108" cy="768628"/>
          </a:xfrm>
        </p:grpSpPr>
        <p:sp>
          <p:nvSpPr>
            <p:cNvPr id="464" name="Pentagone 17"/>
            <p:cNvSpPr/>
            <p:nvPr/>
          </p:nvSpPr>
          <p:spPr>
            <a:xfrm>
              <a:off x="0" y="-1"/>
              <a:ext cx="4685108" cy="76862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9828" y="0"/>
                  </a:lnTo>
                  <a:lnTo>
                    <a:pt x="21600" y="10800"/>
                  </a:lnTo>
                  <a:lnTo>
                    <a:pt x="19828" y="21600"/>
                  </a:lnTo>
                  <a:lnTo>
                    <a:pt x="0" y="21600"/>
                  </a:lnTo>
                  <a:close/>
                </a:path>
              </a:pathLst>
            </a:custGeom>
            <a:solidFill>
              <a:srgbClr val="FFFFFF"/>
            </a:solidFill>
            <a:ln w="12700" cap="flat">
              <a:noFill/>
              <a:miter lim="400000"/>
            </a:ln>
            <a:effectLst>
              <a:outerShdw blurRad="38100" dist="20000" dir="5400000" rotWithShape="0">
                <a:srgbClr val="000000">
                  <a:alpha val="38000"/>
                </a:srgbClr>
              </a:outerShdw>
            </a:effectLst>
          </p:spPr>
          <p:txBody>
            <a:bodyPr wrap="square" lIns="0" tIns="0" rIns="0" bIns="0" numCol="1" anchor="t">
              <a:noAutofit/>
            </a:bodyPr>
            <a:lstStyle/>
            <a:p>
              <a:endParaRPr/>
            </a:p>
          </p:txBody>
        </p:sp>
        <p:sp>
          <p:nvSpPr>
            <p:cNvPr id="465" name="Pentagone 4"/>
            <p:cNvSpPr txBox="1"/>
            <p:nvPr/>
          </p:nvSpPr>
          <p:spPr>
            <a:xfrm>
              <a:off x="96012" y="199647"/>
              <a:ext cx="4396940" cy="36932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2003" tIns="32003" rIns="32003" bIns="32003" numCol="1" anchor="ctr">
              <a:spAutoFit/>
            </a:bodyPr>
            <a:lstStyle>
              <a:lvl1pPr algn="ctr" defTabSz="1066800">
                <a:lnSpc>
                  <a:spcPct val="90000"/>
                </a:lnSpc>
                <a:spcBef>
                  <a:spcPts val="1000"/>
                </a:spcBef>
                <a:defRPr sz="2200"/>
              </a:lvl1pPr>
            </a:lstStyle>
            <a:p>
              <a:r>
                <a:rPr lang="fr-FR" dirty="0"/>
                <a:t>Processus</a:t>
              </a:r>
              <a:endParaRPr dirty="0"/>
            </a:p>
          </p:txBody>
        </p:sp>
      </p:grpSp>
      <p:grpSp>
        <p:nvGrpSpPr>
          <p:cNvPr id="469" name="Groupe 11"/>
          <p:cNvGrpSpPr/>
          <p:nvPr/>
        </p:nvGrpSpPr>
        <p:grpSpPr>
          <a:xfrm>
            <a:off x="3832959" y="0"/>
            <a:ext cx="4685110" cy="768628"/>
            <a:chOff x="0" y="0"/>
            <a:chExt cx="4685108" cy="768627"/>
          </a:xfrm>
        </p:grpSpPr>
        <p:sp>
          <p:nvSpPr>
            <p:cNvPr id="467" name="Chevron 15"/>
            <p:cNvSpPr/>
            <p:nvPr/>
          </p:nvSpPr>
          <p:spPr>
            <a:xfrm>
              <a:off x="0" y="0"/>
              <a:ext cx="4685108" cy="768627"/>
            </a:xfrm>
            <a:prstGeom prst="chevron">
              <a:avLst>
                <a:gd name="adj" fmla="val 50000"/>
              </a:avLst>
            </a:prstGeom>
            <a:solidFill>
              <a:srgbClr val="FFFFFF"/>
            </a:solidFill>
            <a:ln w="12700" cap="flat">
              <a:noFill/>
              <a:miter lim="400000"/>
            </a:ln>
            <a:effectLst>
              <a:outerShdw blurRad="38100" dist="20000" dir="5400000" rotWithShape="0">
                <a:srgbClr val="000000">
                  <a:alpha val="38000"/>
                </a:srgbClr>
              </a:outerShdw>
            </a:effectLst>
          </p:spPr>
          <p:txBody>
            <a:bodyPr wrap="square" lIns="0" tIns="0" rIns="0" bIns="0" numCol="1" anchor="t">
              <a:noAutofit/>
            </a:bodyPr>
            <a:lstStyle/>
            <a:p>
              <a:endParaRPr/>
            </a:p>
          </p:txBody>
        </p:sp>
        <p:sp>
          <p:nvSpPr>
            <p:cNvPr id="468" name="Chevron 6"/>
            <p:cNvSpPr txBox="1"/>
            <p:nvPr/>
          </p:nvSpPr>
          <p:spPr>
            <a:xfrm>
              <a:off x="448320" y="199648"/>
              <a:ext cx="3852474" cy="36933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2003" tIns="32003" rIns="32003" bIns="32003" numCol="1" anchor="ctr">
              <a:spAutoFit/>
            </a:bodyPr>
            <a:lstStyle>
              <a:lvl1pPr algn="ctr" defTabSz="1066800">
                <a:lnSpc>
                  <a:spcPct val="90000"/>
                </a:lnSpc>
                <a:spcBef>
                  <a:spcPts val="1000"/>
                </a:spcBef>
                <a:defRPr sz="2200"/>
              </a:lvl1pPr>
            </a:lstStyle>
            <a:p>
              <a:endParaRPr dirty="0"/>
            </a:p>
          </p:txBody>
        </p:sp>
      </p:grpSp>
      <p:grpSp>
        <p:nvGrpSpPr>
          <p:cNvPr id="472" name="Groupe 12"/>
          <p:cNvGrpSpPr/>
          <p:nvPr/>
        </p:nvGrpSpPr>
        <p:grpSpPr>
          <a:xfrm>
            <a:off x="7501532" y="0"/>
            <a:ext cx="4685109" cy="768628"/>
            <a:chOff x="0" y="0"/>
            <a:chExt cx="4685108" cy="768627"/>
          </a:xfrm>
        </p:grpSpPr>
        <p:sp>
          <p:nvSpPr>
            <p:cNvPr id="470" name="Chevron 13"/>
            <p:cNvSpPr/>
            <p:nvPr/>
          </p:nvSpPr>
          <p:spPr>
            <a:xfrm>
              <a:off x="0" y="0"/>
              <a:ext cx="4685108" cy="768627"/>
            </a:xfrm>
            <a:prstGeom prst="chevron">
              <a:avLst>
                <a:gd name="adj" fmla="val 50000"/>
              </a:avLst>
            </a:prstGeom>
            <a:solidFill>
              <a:srgbClr val="E9041E"/>
            </a:solidFill>
            <a:ln w="12700" cap="flat">
              <a:noFill/>
              <a:miter lim="400000"/>
            </a:ln>
            <a:effectLst>
              <a:outerShdw blurRad="38100" dist="20000" dir="5400000" rotWithShape="0">
                <a:srgbClr val="000000">
                  <a:alpha val="38000"/>
                </a:srgbClr>
              </a:outerShdw>
            </a:effectLst>
          </p:spPr>
          <p:txBody>
            <a:bodyPr wrap="square" lIns="0" tIns="0" rIns="0" bIns="0" numCol="1" anchor="t">
              <a:noAutofit/>
            </a:bodyPr>
            <a:lstStyle/>
            <a:p>
              <a:endParaRPr/>
            </a:p>
          </p:txBody>
        </p:sp>
        <p:sp>
          <p:nvSpPr>
            <p:cNvPr id="471" name="Chevron 8"/>
            <p:cNvSpPr txBox="1"/>
            <p:nvPr/>
          </p:nvSpPr>
          <p:spPr>
            <a:xfrm>
              <a:off x="448320" y="185799"/>
              <a:ext cx="3852474" cy="39702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2003" tIns="32003" rIns="32003" bIns="32003" numCol="1" anchor="ctr">
              <a:spAutoFit/>
            </a:bodyPr>
            <a:lstStyle>
              <a:lvl1pPr algn="ctr" defTabSz="1066800">
                <a:lnSpc>
                  <a:spcPct val="90000"/>
                </a:lnSpc>
                <a:spcBef>
                  <a:spcPts val="1000"/>
                </a:spcBef>
                <a:defRPr sz="2400" b="1">
                  <a:solidFill>
                    <a:srgbClr val="FFFFFF"/>
                  </a:solidFill>
                </a:defRPr>
              </a:lvl1pPr>
            </a:lstStyle>
            <a:p>
              <a:endParaRPr dirty="0"/>
            </a:p>
          </p:txBody>
        </p:sp>
      </p:grpSp>
      <p:sp>
        <p:nvSpPr>
          <p:cNvPr id="492" name="Numéro de diapositive"/>
          <p:cNvSpPr txBox="1">
            <a:spLocks noGrp="1"/>
          </p:cNvSpPr>
          <p:nvPr>
            <p:ph type="sldNum" sz="quarter" idx="2"/>
          </p:nvPr>
        </p:nvSpPr>
        <p:spPr>
          <a:xfrm>
            <a:off x="6056343" y="6403696"/>
            <a:ext cx="238341" cy="383541"/>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lgn="ctr">
              <a:defRPr sz="1900"/>
            </a:lvl1pPr>
          </a:lstStyle>
          <a:p>
            <a:fld id="{86CB4B4D-7CA3-9044-876B-883B54F8677D}" type="slidenum">
              <a:rPr/>
              <a:t>10</a:t>
            </a:fld>
            <a:endParaRPr/>
          </a:p>
        </p:txBody>
      </p:sp>
      <p:pic>
        <p:nvPicPr>
          <p:cNvPr id="32" name="Picture 31">
            <a:extLst>
              <a:ext uri="{FF2B5EF4-FFF2-40B4-BE49-F238E27FC236}">
                <a16:creationId xmlns:a16="http://schemas.microsoft.com/office/drawing/2014/main" id="{66BE1047-7E1B-F34F-B0C4-CE7251ED59A6}"/>
              </a:ext>
            </a:extLst>
          </p:cNvPr>
          <p:cNvPicPr>
            <a:picLocks noChangeAspect="1"/>
          </p:cNvPicPr>
          <p:nvPr/>
        </p:nvPicPr>
        <p:blipFill>
          <a:blip r:embed="rId3"/>
          <a:stretch>
            <a:fillRect/>
          </a:stretch>
        </p:blipFill>
        <p:spPr>
          <a:xfrm>
            <a:off x="510988" y="1472871"/>
            <a:ext cx="11116236" cy="4731173"/>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push/>
      </p:transition>
    </mc:Choice>
    <mc:Fallback xmlns="" xmlns:m="http://schemas.openxmlformats.org/officeDocument/2006/math" xmlns:a14="http://schemas.microsoft.com/office/drawing/2010/main">
      <p:transition spd="fast">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1" nodeType="afterEffect">
                                  <p:stCondLst>
                                    <p:cond delay="0"/>
                                  </p:stCondLst>
                                  <p:iterate>
                                    <p:tmAbs val="0"/>
                                  </p:iterate>
                                  <p:childTnLst>
                                    <p:set>
                                      <p:cBhvr>
                                        <p:cTn id="6" fill="hold"/>
                                        <p:tgtEl>
                                          <p:spTgt spid="463"/>
                                        </p:tgtEl>
                                        <p:attrNameLst>
                                          <p:attrName>style.visibility</p:attrName>
                                        </p:attrNameLst>
                                      </p:cBhvr>
                                      <p:to>
                                        <p:strVal val="visible"/>
                                      </p:to>
                                    </p:set>
                                    <p:animEffect transition="in" filter="wipe(down)">
                                      <p:cBhvr>
                                        <p:cTn id="7" dur="500"/>
                                        <p:tgtEl>
                                          <p:spTgt spid="4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3" grpId="1" animBg="1" advAuto="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26" name="Diagramme 12"/>
          <p:cNvGrpSpPr/>
          <p:nvPr/>
        </p:nvGrpSpPr>
        <p:grpSpPr>
          <a:xfrm>
            <a:off x="-1" y="-14291"/>
            <a:ext cx="12186642" cy="768630"/>
            <a:chOff x="0" y="-1"/>
            <a:chExt cx="12186641" cy="768629"/>
          </a:xfrm>
        </p:grpSpPr>
        <p:grpSp>
          <p:nvGrpSpPr>
            <p:cNvPr id="419" name="Grouper"/>
            <p:cNvGrpSpPr/>
            <p:nvPr/>
          </p:nvGrpSpPr>
          <p:grpSpPr>
            <a:xfrm>
              <a:off x="0" y="-1"/>
              <a:ext cx="4685109" cy="768629"/>
              <a:chOff x="0" y="-1"/>
              <a:chExt cx="4685108" cy="768628"/>
            </a:xfrm>
          </p:grpSpPr>
          <p:sp>
            <p:nvSpPr>
              <p:cNvPr id="417" name="Figure"/>
              <p:cNvSpPr/>
              <p:nvPr/>
            </p:nvSpPr>
            <p:spPr>
              <a:xfrm>
                <a:off x="0" y="-1"/>
                <a:ext cx="4685108" cy="76862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9828" y="0"/>
                    </a:lnTo>
                    <a:lnTo>
                      <a:pt x="21600" y="10800"/>
                    </a:lnTo>
                    <a:lnTo>
                      <a:pt x="19828" y="21600"/>
                    </a:lnTo>
                    <a:lnTo>
                      <a:pt x="0" y="21600"/>
                    </a:lnTo>
                    <a:close/>
                  </a:path>
                </a:pathLst>
              </a:custGeom>
              <a:solidFill>
                <a:srgbClr val="FFFFFF"/>
              </a:solidFill>
              <a:ln w="12700" cap="flat">
                <a:noFill/>
                <a:miter lim="400000"/>
              </a:ln>
              <a:effectLst>
                <a:outerShdw blurRad="38100" dist="20000" dir="5400000" rotWithShape="0">
                  <a:srgbClr val="000000">
                    <a:alpha val="38000"/>
                  </a:srgbClr>
                </a:outerShdw>
              </a:effectLst>
            </p:spPr>
            <p:txBody>
              <a:bodyPr wrap="square" lIns="0" tIns="0" rIns="0" bIns="0" numCol="1" anchor="ctr">
                <a:noAutofit/>
              </a:bodyPr>
              <a:lstStyle/>
              <a:p>
                <a:pPr algn="ctr" defTabSz="1066800">
                  <a:lnSpc>
                    <a:spcPct val="90000"/>
                  </a:lnSpc>
                  <a:spcBef>
                    <a:spcPts val="700"/>
                  </a:spcBef>
                </a:pPr>
                <a:endParaRPr/>
              </a:p>
            </p:txBody>
          </p:sp>
          <p:sp>
            <p:nvSpPr>
              <p:cNvPr id="418" name="Organisme d’accueil"/>
              <p:cNvSpPr txBox="1"/>
              <p:nvPr/>
            </p:nvSpPr>
            <p:spPr>
              <a:xfrm>
                <a:off x="96011" y="199647"/>
                <a:ext cx="4396942" cy="36932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2003" tIns="32003" rIns="32003" bIns="32003" numCol="1" anchor="ctr">
                <a:spAutoFit/>
              </a:bodyPr>
              <a:lstStyle>
                <a:lvl1pPr algn="ctr" defTabSz="1066800">
                  <a:lnSpc>
                    <a:spcPct val="90000"/>
                  </a:lnSpc>
                  <a:spcBef>
                    <a:spcPts val="1000"/>
                  </a:spcBef>
                  <a:defRPr sz="2200"/>
                </a:lvl1pPr>
              </a:lstStyle>
              <a:p>
                <a:r>
                  <a:rPr lang="fr-FR" dirty="0"/>
                  <a:t>Solution </a:t>
                </a:r>
                <a:endParaRPr dirty="0"/>
              </a:p>
            </p:txBody>
          </p:sp>
        </p:grpSp>
        <p:grpSp>
          <p:nvGrpSpPr>
            <p:cNvPr id="422" name="Grouper"/>
            <p:cNvGrpSpPr/>
            <p:nvPr/>
          </p:nvGrpSpPr>
          <p:grpSpPr>
            <a:xfrm>
              <a:off x="3832959" y="0"/>
              <a:ext cx="4685110" cy="768628"/>
              <a:chOff x="0" y="0"/>
              <a:chExt cx="4685108" cy="768627"/>
            </a:xfrm>
          </p:grpSpPr>
          <p:sp>
            <p:nvSpPr>
              <p:cNvPr id="420" name="Chevron"/>
              <p:cNvSpPr/>
              <p:nvPr/>
            </p:nvSpPr>
            <p:spPr>
              <a:xfrm>
                <a:off x="0" y="0"/>
                <a:ext cx="4685108" cy="768627"/>
              </a:xfrm>
              <a:prstGeom prst="chevron">
                <a:avLst>
                  <a:gd name="adj" fmla="val 50000"/>
                </a:avLst>
              </a:prstGeom>
              <a:solidFill>
                <a:srgbClr val="E9041E"/>
              </a:solidFill>
              <a:ln w="12700" cap="flat">
                <a:noFill/>
                <a:miter lim="400000"/>
              </a:ln>
              <a:effectLst>
                <a:outerShdw blurRad="38100" dist="20000" dir="5400000" rotWithShape="0">
                  <a:srgbClr val="000000">
                    <a:alpha val="38000"/>
                  </a:srgbClr>
                </a:outerShdw>
              </a:effectLst>
            </p:spPr>
            <p:txBody>
              <a:bodyPr wrap="square" lIns="0" tIns="0" rIns="0" bIns="0" numCol="1" anchor="ctr">
                <a:noAutofit/>
              </a:bodyPr>
              <a:lstStyle/>
              <a:p>
                <a:pPr algn="ctr" defTabSz="1066800">
                  <a:lnSpc>
                    <a:spcPct val="90000"/>
                  </a:lnSpc>
                  <a:spcBef>
                    <a:spcPts val="700"/>
                  </a:spcBef>
                </a:pPr>
                <a:endParaRPr/>
              </a:p>
            </p:txBody>
          </p:sp>
          <p:sp>
            <p:nvSpPr>
              <p:cNvPr id="421" name="Cadrage du projet"/>
              <p:cNvSpPr txBox="1"/>
              <p:nvPr/>
            </p:nvSpPr>
            <p:spPr>
              <a:xfrm>
                <a:off x="448320" y="185798"/>
                <a:ext cx="3459243" cy="39702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2003" tIns="32003" rIns="32003" bIns="32003" numCol="1" anchor="ctr">
                <a:spAutoFit/>
              </a:bodyPr>
              <a:lstStyle>
                <a:lvl1pPr algn="ctr" defTabSz="1066800">
                  <a:lnSpc>
                    <a:spcPct val="90000"/>
                  </a:lnSpc>
                  <a:spcBef>
                    <a:spcPts val="1000"/>
                  </a:spcBef>
                  <a:defRPr sz="2400" b="1">
                    <a:solidFill>
                      <a:srgbClr val="FFFFFF"/>
                    </a:solidFill>
                  </a:defRPr>
                </a:lvl1pPr>
              </a:lstStyle>
              <a:p>
                <a:endParaRPr dirty="0"/>
              </a:p>
            </p:txBody>
          </p:sp>
        </p:grpSp>
        <p:grpSp>
          <p:nvGrpSpPr>
            <p:cNvPr id="425" name="Grouper"/>
            <p:cNvGrpSpPr/>
            <p:nvPr/>
          </p:nvGrpSpPr>
          <p:grpSpPr>
            <a:xfrm>
              <a:off x="7501532" y="0"/>
              <a:ext cx="4685109" cy="768628"/>
              <a:chOff x="0" y="0"/>
              <a:chExt cx="4685108" cy="768627"/>
            </a:xfrm>
          </p:grpSpPr>
          <p:sp>
            <p:nvSpPr>
              <p:cNvPr id="423" name="Chevron"/>
              <p:cNvSpPr/>
              <p:nvPr/>
            </p:nvSpPr>
            <p:spPr>
              <a:xfrm>
                <a:off x="0" y="0"/>
                <a:ext cx="4685108" cy="768627"/>
              </a:xfrm>
              <a:prstGeom prst="chevron">
                <a:avLst>
                  <a:gd name="adj" fmla="val 50000"/>
                </a:avLst>
              </a:prstGeom>
              <a:solidFill>
                <a:srgbClr val="FFFFFF"/>
              </a:solidFill>
              <a:ln w="12700" cap="flat">
                <a:noFill/>
                <a:miter lim="400000"/>
              </a:ln>
              <a:effectLst>
                <a:outerShdw blurRad="38100" dist="20000" dir="5400000" rotWithShape="0">
                  <a:srgbClr val="000000">
                    <a:alpha val="38000"/>
                  </a:srgbClr>
                </a:outerShdw>
              </a:effectLst>
            </p:spPr>
            <p:txBody>
              <a:bodyPr wrap="square" lIns="0" tIns="0" rIns="0" bIns="0" numCol="1" anchor="ctr">
                <a:noAutofit/>
              </a:bodyPr>
              <a:lstStyle/>
              <a:p>
                <a:pPr algn="ctr" defTabSz="1066800">
                  <a:lnSpc>
                    <a:spcPct val="90000"/>
                  </a:lnSpc>
                  <a:spcBef>
                    <a:spcPts val="700"/>
                  </a:spcBef>
                </a:pPr>
                <a:endParaRPr/>
              </a:p>
            </p:txBody>
          </p:sp>
          <p:sp>
            <p:nvSpPr>
              <p:cNvPr id="424" name="Besoins et objectifs"/>
              <p:cNvSpPr txBox="1"/>
              <p:nvPr/>
            </p:nvSpPr>
            <p:spPr>
              <a:xfrm>
                <a:off x="448320" y="199647"/>
                <a:ext cx="3852475" cy="36932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2003" tIns="32003" rIns="32003" bIns="32003" numCol="1" anchor="ctr">
                <a:spAutoFit/>
              </a:bodyPr>
              <a:lstStyle>
                <a:lvl1pPr algn="ctr" defTabSz="1066800">
                  <a:lnSpc>
                    <a:spcPct val="90000"/>
                  </a:lnSpc>
                  <a:spcBef>
                    <a:spcPts val="1000"/>
                  </a:spcBef>
                  <a:defRPr sz="2200"/>
                </a:lvl1pPr>
              </a:lstStyle>
              <a:p>
                <a:endParaRPr dirty="0"/>
              </a:p>
            </p:txBody>
          </p:sp>
        </p:grpSp>
      </p:grpSp>
      <p:sp>
        <p:nvSpPr>
          <p:cNvPr id="427" name="TextBox 1"/>
          <p:cNvSpPr txBox="1"/>
          <p:nvPr/>
        </p:nvSpPr>
        <p:spPr>
          <a:xfrm>
            <a:off x="235265" y="960864"/>
            <a:ext cx="3988393" cy="453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6000" tIns="36000" rIns="36000" bIns="36000">
            <a:spAutoFit/>
          </a:bodyPr>
          <a:lstStyle>
            <a:lvl1pPr>
              <a:defRPr sz="2500">
                <a:latin typeface="Montserrat ExtraBold"/>
                <a:ea typeface="Montserrat ExtraBold"/>
                <a:cs typeface="Montserrat ExtraBold"/>
                <a:sym typeface="Montserrat ExtraBold"/>
              </a:defRPr>
            </a:lvl1pPr>
          </a:lstStyle>
          <a:p>
            <a:endParaRPr dirty="0"/>
          </a:p>
        </p:txBody>
      </p:sp>
      <p:sp>
        <p:nvSpPr>
          <p:cNvPr id="450" name="Numéro de diapositive"/>
          <p:cNvSpPr txBox="1">
            <a:spLocks noGrp="1"/>
          </p:cNvSpPr>
          <p:nvPr>
            <p:ph type="sldNum" sz="quarter" idx="2"/>
          </p:nvPr>
        </p:nvSpPr>
        <p:spPr>
          <a:xfrm>
            <a:off x="5976830" y="6371039"/>
            <a:ext cx="238340" cy="383541"/>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lgn="ctr">
              <a:defRPr sz="1900"/>
            </a:lvl1pPr>
          </a:lstStyle>
          <a:p>
            <a:fld id="{86CB4B4D-7CA3-9044-876B-883B54F8677D}" type="slidenum">
              <a:rPr/>
              <a:t>11</a:t>
            </a:fld>
            <a:endParaRPr/>
          </a:p>
        </p:txBody>
      </p:sp>
      <p:sp>
        <p:nvSpPr>
          <p:cNvPr id="28" name="Ligne de connexion">
            <a:extLst>
              <a:ext uri="{FF2B5EF4-FFF2-40B4-BE49-F238E27FC236}">
                <a16:creationId xmlns:a16="http://schemas.microsoft.com/office/drawing/2014/main" id="{743E7828-6546-E349-BA0B-1B6F550873ED}"/>
              </a:ext>
            </a:extLst>
          </p:cNvPr>
          <p:cNvSpPr/>
          <p:nvPr/>
        </p:nvSpPr>
        <p:spPr>
          <a:xfrm>
            <a:off x="908774" y="5950428"/>
            <a:ext cx="731863" cy="810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21600"/>
                </a:lnTo>
              </a:path>
            </a:pathLst>
          </a:custGeom>
          <a:ln w="25400">
            <a:solidFill>
              <a:srgbClr val="000000"/>
            </a:solidFill>
            <a:miter lim="400000"/>
            <a:tailEnd type="triangle"/>
          </a:ln>
        </p:spPr>
        <p:txBody>
          <a:bodyPr/>
          <a:lstStyle/>
          <a:p>
            <a:endParaRPr/>
          </a:p>
        </p:txBody>
      </p:sp>
      <p:sp>
        <p:nvSpPr>
          <p:cNvPr id="29" name="Ligne de connexion">
            <a:extLst>
              <a:ext uri="{FF2B5EF4-FFF2-40B4-BE49-F238E27FC236}">
                <a16:creationId xmlns:a16="http://schemas.microsoft.com/office/drawing/2014/main" id="{7009B866-6FCB-2E42-A74C-F46EE363FB46}"/>
              </a:ext>
            </a:extLst>
          </p:cNvPr>
          <p:cNvSpPr/>
          <p:nvPr/>
        </p:nvSpPr>
        <p:spPr>
          <a:xfrm>
            <a:off x="908774" y="4464861"/>
            <a:ext cx="731863" cy="103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0"/>
                </a:lnTo>
              </a:path>
            </a:pathLst>
          </a:custGeom>
          <a:ln w="25400">
            <a:solidFill>
              <a:srgbClr val="000000"/>
            </a:solidFill>
            <a:miter lim="400000"/>
            <a:tailEnd type="triangle"/>
          </a:ln>
        </p:spPr>
        <p:txBody>
          <a:bodyPr/>
          <a:lstStyle/>
          <a:p>
            <a:endParaRPr/>
          </a:p>
        </p:txBody>
      </p:sp>
      <p:sp>
        <p:nvSpPr>
          <p:cNvPr id="30" name="Ligne de connexion">
            <a:extLst>
              <a:ext uri="{FF2B5EF4-FFF2-40B4-BE49-F238E27FC236}">
                <a16:creationId xmlns:a16="http://schemas.microsoft.com/office/drawing/2014/main" id="{8C2ED7B4-9944-3740-97CC-62E667C394CB}"/>
              </a:ext>
            </a:extLst>
          </p:cNvPr>
          <p:cNvSpPr/>
          <p:nvPr/>
        </p:nvSpPr>
        <p:spPr>
          <a:xfrm>
            <a:off x="908774" y="2962211"/>
            <a:ext cx="731863" cy="810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21600"/>
                </a:lnTo>
              </a:path>
            </a:pathLst>
          </a:custGeom>
          <a:ln w="25400">
            <a:solidFill>
              <a:srgbClr val="000000"/>
            </a:solidFill>
            <a:miter lim="400000"/>
            <a:tailEnd type="triangle"/>
          </a:ln>
        </p:spPr>
        <p:txBody>
          <a:bodyPr/>
          <a:lstStyle/>
          <a:p>
            <a:endParaRPr/>
          </a:p>
        </p:txBody>
      </p:sp>
      <p:sp>
        <p:nvSpPr>
          <p:cNvPr id="31" name="Ligne de connexion">
            <a:extLst>
              <a:ext uri="{FF2B5EF4-FFF2-40B4-BE49-F238E27FC236}">
                <a16:creationId xmlns:a16="http://schemas.microsoft.com/office/drawing/2014/main" id="{A9F53819-7892-774E-837C-309362367D78}"/>
              </a:ext>
            </a:extLst>
          </p:cNvPr>
          <p:cNvSpPr/>
          <p:nvPr/>
        </p:nvSpPr>
        <p:spPr>
          <a:xfrm>
            <a:off x="908774" y="1623016"/>
            <a:ext cx="731863" cy="422"/>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21600"/>
                </a:lnTo>
              </a:path>
            </a:pathLst>
          </a:custGeom>
          <a:ln w="25400">
            <a:solidFill>
              <a:srgbClr val="000000"/>
            </a:solidFill>
            <a:miter lim="400000"/>
            <a:tailEnd type="triangle"/>
          </a:ln>
        </p:spPr>
        <p:txBody>
          <a:bodyPr/>
          <a:lstStyle/>
          <a:p>
            <a:endParaRPr/>
          </a:p>
        </p:txBody>
      </p:sp>
      <p:sp>
        <p:nvSpPr>
          <p:cNvPr id="32" name="Ligne de connexion">
            <a:extLst>
              <a:ext uri="{FF2B5EF4-FFF2-40B4-BE49-F238E27FC236}">
                <a16:creationId xmlns:a16="http://schemas.microsoft.com/office/drawing/2014/main" id="{F1F6760A-F4C0-1E4C-B59D-16FF079EA2C2}"/>
              </a:ext>
            </a:extLst>
          </p:cNvPr>
          <p:cNvSpPr/>
          <p:nvPr/>
        </p:nvSpPr>
        <p:spPr>
          <a:xfrm>
            <a:off x="903882" y="1608963"/>
            <a:ext cx="5403" cy="4359534"/>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0"/>
                </a:lnTo>
              </a:path>
            </a:pathLst>
          </a:custGeom>
          <a:ln w="25400">
            <a:solidFill>
              <a:srgbClr val="000000"/>
            </a:solidFill>
            <a:miter lim="400000"/>
          </a:ln>
        </p:spPr>
        <p:txBody>
          <a:bodyPr/>
          <a:lstStyle/>
          <a:p>
            <a:endParaRPr/>
          </a:p>
        </p:txBody>
      </p:sp>
      <p:pic>
        <p:nvPicPr>
          <p:cNvPr id="2" name="Picture 1">
            <a:extLst>
              <a:ext uri="{FF2B5EF4-FFF2-40B4-BE49-F238E27FC236}">
                <a16:creationId xmlns:a16="http://schemas.microsoft.com/office/drawing/2014/main" id="{E725A0C2-2C65-7A4A-AB5F-E682CCED8C7F}"/>
              </a:ext>
            </a:extLst>
          </p:cNvPr>
          <p:cNvPicPr>
            <a:picLocks noChangeAspect="1"/>
          </p:cNvPicPr>
          <p:nvPr/>
        </p:nvPicPr>
        <p:blipFill>
          <a:blip r:embed="rId3"/>
          <a:stretch>
            <a:fillRect/>
          </a:stretch>
        </p:blipFill>
        <p:spPr>
          <a:xfrm>
            <a:off x="990711" y="820553"/>
            <a:ext cx="11006496" cy="1900800"/>
          </a:xfrm>
          <a:prstGeom prst="rect">
            <a:avLst/>
          </a:prstGeom>
        </p:spPr>
      </p:pic>
      <p:pic>
        <p:nvPicPr>
          <p:cNvPr id="3" name="Picture 2">
            <a:extLst>
              <a:ext uri="{FF2B5EF4-FFF2-40B4-BE49-F238E27FC236}">
                <a16:creationId xmlns:a16="http://schemas.microsoft.com/office/drawing/2014/main" id="{0530FA91-B110-3949-97BA-0D1C7E1737C7}"/>
              </a:ext>
            </a:extLst>
          </p:cNvPr>
          <p:cNvPicPr>
            <a:picLocks noChangeAspect="1"/>
          </p:cNvPicPr>
          <p:nvPr/>
        </p:nvPicPr>
        <p:blipFill>
          <a:blip r:embed="rId4"/>
          <a:stretch>
            <a:fillRect/>
          </a:stretch>
        </p:blipFill>
        <p:spPr>
          <a:xfrm>
            <a:off x="990711" y="2726395"/>
            <a:ext cx="11001093" cy="2113715"/>
          </a:xfrm>
          <a:prstGeom prst="rect">
            <a:avLst/>
          </a:prstGeom>
        </p:spPr>
      </p:pic>
      <p:pic>
        <p:nvPicPr>
          <p:cNvPr id="4" name="Picture 3">
            <a:extLst>
              <a:ext uri="{FF2B5EF4-FFF2-40B4-BE49-F238E27FC236}">
                <a16:creationId xmlns:a16="http://schemas.microsoft.com/office/drawing/2014/main" id="{49ACDD20-4264-A348-AAF0-C35FE8537EFB}"/>
              </a:ext>
            </a:extLst>
          </p:cNvPr>
          <p:cNvPicPr>
            <a:picLocks noChangeAspect="1"/>
          </p:cNvPicPr>
          <p:nvPr/>
        </p:nvPicPr>
        <p:blipFill>
          <a:blip r:embed="rId5"/>
          <a:stretch>
            <a:fillRect/>
          </a:stretch>
        </p:blipFill>
        <p:spPr>
          <a:xfrm>
            <a:off x="990712" y="4840110"/>
            <a:ext cx="11001092" cy="1622451"/>
          </a:xfrm>
          <a:prstGeom prst="rect">
            <a:avLst/>
          </a:prstGeom>
        </p:spPr>
      </p:pic>
    </p:spTree>
    <p:extLst>
      <p:ext uri="{BB962C8B-B14F-4D97-AF65-F5344CB8AC3E}">
        <p14:creationId xmlns:p14="http://schemas.microsoft.com/office/powerpoint/2010/main" val="1498376290"/>
      </p:ext>
    </p:extLst>
  </p:cSld>
  <p:clrMapOvr>
    <a:masterClrMapping/>
  </p:clrMapOvr>
  <mc:AlternateContent xmlns:mc="http://schemas.openxmlformats.org/markup-compatibility/2006" xmlns:p14="http://schemas.microsoft.com/office/powerpoint/2010/main">
    <mc:Choice Requires="p14">
      <p:transition spd="slow" p14:dur="1500">
        <p:push/>
      </p:transition>
    </mc:Choice>
    <mc:Fallback xmlns="" xmlns:m="http://schemas.openxmlformats.org/officeDocument/2006/math" xmlns:a14="http://schemas.microsoft.com/office/drawing/2010/main">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iterate>
                                    <p:tmAbs val="0"/>
                                  </p:iterate>
                                  <p:childTnLst>
                                    <p:set>
                                      <p:cBhvr>
                                        <p:cTn id="6" fill="hold"/>
                                        <p:tgtEl>
                                          <p:spTgt spid="427"/>
                                        </p:tgtEl>
                                        <p:attrNameLst>
                                          <p:attrName>style.visibility</p:attrName>
                                        </p:attrNameLst>
                                      </p:cBhvr>
                                      <p:to>
                                        <p:strVal val="visible"/>
                                      </p:to>
                                    </p:set>
                                    <p:animEffect transition="in" filter="wipe(down)">
                                      <p:cBhvr>
                                        <p:cTn id="7" dur="500"/>
                                        <p:tgtEl>
                                          <p:spTgt spid="427"/>
                                        </p:tgtEl>
                                      </p:cBhvr>
                                    </p:animEffect>
                                  </p:childTnLst>
                                </p:cTn>
                              </p:par>
                              <p:par>
                                <p:cTn id="8" presetID="4" presetClass="entr" presetSubtype="32" fill="hold" grpId="0" nodeType="withEffect">
                                  <p:stCondLst>
                                    <p:cond delay="200"/>
                                  </p:stCondLst>
                                  <p:iterate>
                                    <p:tmAbs val="0"/>
                                  </p:iterate>
                                  <p:childTnLst>
                                    <p:set>
                                      <p:cBhvr>
                                        <p:cTn id="9" fill="hold"/>
                                        <p:tgtEl>
                                          <p:spTgt spid="32"/>
                                        </p:tgtEl>
                                        <p:attrNameLst>
                                          <p:attrName>style.visibility</p:attrName>
                                        </p:attrNameLst>
                                      </p:cBhvr>
                                      <p:to>
                                        <p:strVal val="visible"/>
                                      </p:to>
                                    </p:set>
                                    <p:animEffect transition="in" filter="box(out)">
                                      <p:cBhvr>
                                        <p:cTn id="10" dur="1000"/>
                                        <p:tgtEl>
                                          <p:spTgt spid="32"/>
                                        </p:tgtEl>
                                      </p:cBhvr>
                                    </p:animEffect>
                                  </p:childTnLst>
                                </p:cTn>
                              </p:par>
                            </p:childTnLst>
                          </p:cTn>
                        </p:par>
                        <p:par>
                          <p:cTn id="11" fill="hold">
                            <p:stCondLst>
                              <p:cond delay="1200"/>
                            </p:stCondLst>
                            <p:childTnLst>
                              <p:par>
                                <p:cTn id="12" presetID="3" presetClass="entr" presetSubtype="5" fill="hold" grpId="0" nodeType="afterEffect">
                                  <p:stCondLst>
                                    <p:cond delay="0"/>
                                  </p:stCondLst>
                                  <p:iterate>
                                    <p:tmAbs val="0"/>
                                  </p:iterate>
                                  <p:childTnLst>
                                    <p:set>
                                      <p:cBhvr>
                                        <p:cTn id="13" fill="hold"/>
                                        <p:tgtEl>
                                          <p:spTgt spid="31"/>
                                        </p:tgtEl>
                                        <p:attrNameLst>
                                          <p:attrName>style.visibility</p:attrName>
                                        </p:attrNameLst>
                                      </p:cBhvr>
                                      <p:to>
                                        <p:strVal val="visible"/>
                                      </p:to>
                                    </p:set>
                                    <p:animEffect transition="in" filter="blinds(vertical)">
                                      <p:cBhvr>
                                        <p:cTn id="14" dur="1000"/>
                                        <p:tgtEl>
                                          <p:spTgt spid="31"/>
                                        </p:tgtEl>
                                      </p:cBhvr>
                                    </p:animEffect>
                                  </p:childTnLst>
                                </p:cTn>
                              </p:par>
                              <p:par>
                                <p:cTn id="15" presetID="3" presetClass="entr" presetSubtype="5" fill="hold" grpId="0" nodeType="withEffect">
                                  <p:stCondLst>
                                    <p:cond delay="0"/>
                                  </p:stCondLst>
                                  <p:iterate>
                                    <p:tmAbs val="0"/>
                                  </p:iterate>
                                  <p:childTnLst>
                                    <p:set>
                                      <p:cBhvr>
                                        <p:cTn id="16" fill="hold"/>
                                        <p:tgtEl>
                                          <p:spTgt spid="30"/>
                                        </p:tgtEl>
                                        <p:attrNameLst>
                                          <p:attrName>style.visibility</p:attrName>
                                        </p:attrNameLst>
                                      </p:cBhvr>
                                      <p:to>
                                        <p:strVal val="visible"/>
                                      </p:to>
                                    </p:set>
                                    <p:animEffect transition="in" filter="blinds(vertical)">
                                      <p:cBhvr>
                                        <p:cTn id="17" dur="1000"/>
                                        <p:tgtEl>
                                          <p:spTgt spid="30"/>
                                        </p:tgtEl>
                                      </p:cBhvr>
                                    </p:animEffect>
                                  </p:childTnLst>
                                </p:cTn>
                              </p:par>
                              <p:par>
                                <p:cTn id="18" presetID="3" presetClass="entr" presetSubtype="5" fill="hold" grpId="0" nodeType="withEffect">
                                  <p:stCondLst>
                                    <p:cond delay="0"/>
                                  </p:stCondLst>
                                  <p:iterate>
                                    <p:tmAbs val="0"/>
                                  </p:iterate>
                                  <p:childTnLst>
                                    <p:set>
                                      <p:cBhvr>
                                        <p:cTn id="19" fill="hold"/>
                                        <p:tgtEl>
                                          <p:spTgt spid="29"/>
                                        </p:tgtEl>
                                        <p:attrNameLst>
                                          <p:attrName>style.visibility</p:attrName>
                                        </p:attrNameLst>
                                      </p:cBhvr>
                                      <p:to>
                                        <p:strVal val="visible"/>
                                      </p:to>
                                    </p:set>
                                    <p:animEffect transition="in" filter="blinds(vertical)">
                                      <p:cBhvr>
                                        <p:cTn id="20" dur="1000"/>
                                        <p:tgtEl>
                                          <p:spTgt spid="29"/>
                                        </p:tgtEl>
                                      </p:cBhvr>
                                    </p:animEffect>
                                  </p:childTnLst>
                                </p:cTn>
                              </p:par>
                              <p:par>
                                <p:cTn id="21" presetID="3" presetClass="entr" presetSubtype="5" fill="hold" grpId="0" nodeType="withEffect">
                                  <p:stCondLst>
                                    <p:cond delay="0"/>
                                  </p:stCondLst>
                                  <p:iterate>
                                    <p:tmAbs val="0"/>
                                  </p:iterate>
                                  <p:childTnLst>
                                    <p:set>
                                      <p:cBhvr>
                                        <p:cTn id="22" fill="hold"/>
                                        <p:tgtEl>
                                          <p:spTgt spid="28"/>
                                        </p:tgtEl>
                                        <p:attrNameLst>
                                          <p:attrName>style.visibility</p:attrName>
                                        </p:attrNameLst>
                                      </p:cBhvr>
                                      <p:to>
                                        <p:strVal val="visible"/>
                                      </p:to>
                                    </p:set>
                                    <p:animEffect transition="in" filter="blinds(vertical)">
                                      <p:cBhvr>
                                        <p:cTn id="23" dur="10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7" grpId="0" animBg="1" advAuto="0"/>
      <p:bldP spid="28" grpId="0" animBg="1" advAuto="0"/>
      <p:bldP spid="29" grpId="0" animBg="1" advAuto="0"/>
      <p:bldP spid="30" grpId="0" animBg="1" advAuto="0"/>
      <p:bldP spid="31" grpId="0" animBg="1" advAuto="0"/>
      <p:bldP spid="32" grpId="0" animBg="1" advAuto="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26" name="Diagramme 12"/>
          <p:cNvGrpSpPr/>
          <p:nvPr/>
        </p:nvGrpSpPr>
        <p:grpSpPr>
          <a:xfrm>
            <a:off x="-1" y="-14291"/>
            <a:ext cx="12186642" cy="768630"/>
            <a:chOff x="0" y="-1"/>
            <a:chExt cx="12186641" cy="768629"/>
          </a:xfrm>
        </p:grpSpPr>
        <p:grpSp>
          <p:nvGrpSpPr>
            <p:cNvPr id="419" name="Grouper"/>
            <p:cNvGrpSpPr/>
            <p:nvPr/>
          </p:nvGrpSpPr>
          <p:grpSpPr>
            <a:xfrm>
              <a:off x="0" y="-1"/>
              <a:ext cx="4685109" cy="768629"/>
              <a:chOff x="0" y="-1"/>
              <a:chExt cx="4685108" cy="768628"/>
            </a:xfrm>
          </p:grpSpPr>
          <p:sp>
            <p:nvSpPr>
              <p:cNvPr id="417" name="Figure"/>
              <p:cNvSpPr/>
              <p:nvPr/>
            </p:nvSpPr>
            <p:spPr>
              <a:xfrm>
                <a:off x="0" y="-1"/>
                <a:ext cx="4685108" cy="76862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9828" y="0"/>
                    </a:lnTo>
                    <a:lnTo>
                      <a:pt x="21600" y="10800"/>
                    </a:lnTo>
                    <a:lnTo>
                      <a:pt x="19828" y="21600"/>
                    </a:lnTo>
                    <a:lnTo>
                      <a:pt x="0" y="21600"/>
                    </a:lnTo>
                    <a:close/>
                  </a:path>
                </a:pathLst>
              </a:custGeom>
              <a:solidFill>
                <a:srgbClr val="FFFFFF"/>
              </a:solidFill>
              <a:ln w="12700" cap="flat">
                <a:noFill/>
                <a:miter lim="400000"/>
              </a:ln>
              <a:effectLst>
                <a:outerShdw blurRad="38100" dist="20000" dir="5400000" rotWithShape="0">
                  <a:srgbClr val="000000">
                    <a:alpha val="38000"/>
                  </a:srgbClr>
                </a:outerShdw>
              </a:effectLst>
            </p:spPr>
            <p:txBody>
              <a:bodyPr wrap="square" lIns="0" tIns="0" rIns="0" bIns="0" numCol="1" anchor="ctr">
                <a:noAutofit/>
              </a:bodyPr>
              <a:lstStyle/>
              <a:p>
                <a:pPr algn="ctr" defTabSz="1066800">
                  <a:lnSpc>
                    <a:spcPct val="90000"/>
                  </a:lnSpc>
                  <a:spcBef>
                    <a:spcPts val="700"/>
                  </a:spcBef>
                </a:pPr>
                <a:endParaRPr/>
              </a:p>
            </p:txBody>
          </p:sp>
          <p:sp>
            <p:nvSpPr>
              <p:cNvPr id="418" name="Organisme d’accueil"/>
              <p:cNvSpPr txBox="1"/>
              <p:nvPr/>
            </p:nvSpPr>
            <p:spPr>
              <a:xfrm>
                <a:off x="96011" y="199647"/>
                <a:ext cx="4396942" cy="36932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2003" tIns="32003" rIns="32003" bIns="32003" numCol="1" anchor="ctr">
                <a:spAutoFit/>
              </a:bodyPr>
              <a:lstStyle>
                <a:lvl1pPr algn="ctr" defTabSz="1066800">
                  <a:lnSpc>
                    <a:spcPct val="90000"/>
                  </a:lnSpc>
                  <a:spcBef>
                    <a:spcPts val="1000"/>
                  </a:spcBef>
                  <a:defRPr sz="2200"/>
                </a:lvl1pPr>
              </a:lstStyle>
              <a:p>
                <a:r>
                  <a:rPr lang="fr-FR" dirty="0"/>
                  <a:t>Solution</a:t>
                </a:r>
                <a:endParaRPr dirty="0"/>
              </a:p>
            </p:txBody>
          </p:sp>
        </p:grpSp>
        <p:grpSp>
          <p:nvGrpSpPr>
            <p:cNvPr id="422" name="Grouper"/>
            <p:cNvGrpSpPr/>
            <p:nvPr/>
          </p:nvGrpSpPr>
          <p:grpSpPr>
            <a:xfrm>
              <a:off x="3832959" y="0"/>
              <a:ext cx="4685110" cy="768628"/>
              <a:chOff x="0" y="0"/>
              <a:chExt cx="4685108" cy="768627"/>
            </a:xfrm>
          </p:grpSpPr>
          <p:sp>
            <p:nvSpPr>
              <p:cNvPr id="420" name="Chevron"/>
              <p:cNvSpPr/>
              <p:nvPr/>
            </p:nvSpPr>
            <p:spPr>
              <a:xfrm>
                <a:off x="0" y="0"/>
                <a:ext cx="4685108" cy="768627"/>
              </a:xfrm>
              <a:prstGeom prst="chevron">
                <a:avLst>
                  <a:gd name="adj" fmla="val 50000"/>
                </a:avLst>
              </a:prstGeom>
              <a:solidFill>
                <a:srgbClr val="E9041E"/>
              </a:solidFill>
              <a:ln w="12700" cap="flat">
                <a:noFill/>
                <a:miter lim="400000"/>
              </a:ln>
              <a:effectLst>
                <a:outerShdw blurRad="38100" dist="20000" dir="5400000" rotWithShape="0">
                  <a:srgbClr val="000000">
                    <a:alpha val="38000"/>
                  </a:srgbClr>
                </a:outerShdw>
              </a:effectLst>
            </p:spPr>
            <p:txBody>
              <a:bodyPr wrap="square" lIns="0" tIns="0" rIns="0" bIns="0" numCol="1" anchor="ctr">
                <a:noAutofit/>
              </a:bodyPr>
              <a:lstStyle/>
              <a:p>
                <a:pPr algn="ctr" defTabSz="1066800">
                  <a:lnSpc>
                    <a:spcPct val="90000"/>
                  </a:lnSpc>
                  <a:spcBef>
                    <a:spcPts val="700"/>
                  </a:spcBef>
                </a:pPr>
                <a:endParaRPr/>
              </a:p>
            </p:txBody>
          </p:sp>
          <p:sp>
            <p:nvSpPr>
              <p:cNvPr id="421" name="Cadrage du projet"/>
              <p:cNvSpPr txBox="1"/>
              <p:nvPr/>
            </p:nvSpPr>
            <p:spPr>
              <a:xfrm>
                <a:off x="448320" y="185798"/>
                <a:ext cx="3459243" cy="39702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2003" tIns="32003" rIns="32003" bIns="32003" numCol="1" anchor="ctr">
                <a:spAutoFit/>
              </a:bodyPr>
              <a:lstStyle>
                <a:lvl1pPr algn="ctr" defTabSz="1066800">
                  <a:lnSpc>
                    <a:spcPct val="90000"/>
                  </a:lnSpc>
                  <a:spcBef>
                    <a:spcPts val="1000"/>
                  </a:spcBef>
                  <a:defRPr sz="2400" b="1">
                    <a:solidFill>
                      <a:srgbClr val="FFFFFF"/>
                    </a:solidFill>
                  </a:defRPr>
                </a:lvl1pPr>
              </a:lstStyle>
              <a:p>
                <a:endParaRPr dirty="0"/>
              </a:p>
            </p:txBody>
          </p:sp>
        </p:grpSp>
        <p:grpSp>
          <p:nvGrpSpPr>
            <p:cNvPr id="425" name="Grouper"/>
            <p:cNvGrpSpPr/>
            <p:nvPr/>
          </p:nvGrpSpPr>
          <p:grpSpPr>
            <a:xfrm>
              <a:off x="7501532" y="0"/>
              <a:ext cx="4685109" cy="768628"/>
              <a:chOff x="0" y="0"/>
              <a:chExt cx="4685108" cy="768627"/>
            </a:xfrm>
          </p:grpSpPr>
          <p:sp>
            <p:nvSpPr>
              <p:cNvPr id="423" name="Chevron"/>
              <p:cNvSpPr/>
              <p:nvPr/>
            </p:nvSpPr>
            <p:spPr>
              <a:xfrm>
                <a:off x="0" y="0"/>
                <a:ext cx="4685108" cy="768627"/>
              </a:xfrm>
              <a:prstGeom prst="chevron">
                <a:avLst>
                  <a:gd name="adj" fmla="val 50000"/>
                </a:avLst>
              </a:prstGeom>
              <a:solidFill>
                <a:srgbClr val="FFFFFF"/>
              </a:solidFill>
              <a:ln w="12700" cap="flat">
                <a:noFill/>
                <a:miter lim="400000"/>
              </a:ln>
              <a:effectLst>
                <a:outerShdw blurRad="38100" dist="20000" dir="5400000" rotWithShape="0">
                  <a:srgbClr val="000000">
                    <a:alpha val="38000"/>
                  </a:srgbClr>
                </a:outerShdw>
              </a:effectLst>
            </p:spPr>
            <p:txBody>
              <a:bodyPr wrap="square" lIns="0" tIns="0" rIns="0" bIns="0" numCol="1" anchor="ctr">
                <a:noAutofit/>
              </a:bodyPr>
              <a:lstStyle/>
              <a:p>
                <a:pPr algn="ctr" defTabSz="1066800">
                  <a:lnSpc>
                    <a:spcPct val="90000"/>
                  </a:lnSpc>
                  <a:spcBef>
                    <a:spcPts val="700"/>
                  </a:spcBef>
                </a:pPr>
                <a:endParaRPr/>
              </a:p>
            </p:txBody>
          </p:sp>
          <p:sp>
            <p:nvSpPr>
              <p:cNvPr id="424" name="Besoins et objectifs"/>
              <p:cNvSpPr txBox="1"/>
              <p:nvPr/>
            </p:nvSpPr>
            <p:spPr>
              <a:xfrm>
                <a:off x="448320" y="199647"/>
                <a:ext cx="3852475" cy="36932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2003" tIns="32003" rIns="32003" bIns="32003" numCol="1" anchor="ctr">
                <a:spAutoFit/>
              </a:bodyPr>
              <a:lstStyle>
                <a:lvl1pPr algn="ctr" defTabSz="1066800">
                  <a:lnSpc>
                    <a:spcPct val="90000"/>
                  </a:lnSpc>
                  <a:spcBef>
                    <a:spcPts val="1000"/>
                  </a:spcBef>
                  <a:defRPr sz="2200"/>
                </a:lvl1pPr>
              </a:lstStyle>
              <a:p>
                <a:endParaRPr dirty="0"/>
              </a:p>
            </p:txBody>
          </p:sp>
        </p:grpSp>
      </p:grpSp>
      <p:sp>
        <p:nvSpPr>
          <p:cNvPr id="427" name="TextBox 1"/>
          <p:cNvSpPr txBox="1"/>
          <p:nvPr/>
        </p:nvSpPr>
        <p:spPr>
          <a:xfrm>
            <a:off x="235265" y="960864"/>
            <a:ext cx="3988393" cy="453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6000" tIns="36000" rIns="36000" bIns="36000">
            <a:spAutoFit/>
          </a:bodyPr>
          <a:lstStyle>
            <a:lvl1pPr>
              <a:defRPr sz="2500">
                <a:latin typeface="Montserrat ExtraBold"/>
                <a:ea typeface="Montserrat ExtraBold"/>
                <a:cs typeface="Montserrat ExtraBold"/>
                <a:sym typeface="Montserrat ExtraBold"/>
              </a:defRPr>
            </a:lvl1pPr>
          </a:lstStyle>
          <a:p>
            <a:endParaRPr dirty="0"/>
          </a:p>
        </p:txBody>
      </p:sp>
      <p:sp>
        <p:nvSpPr>
          <p:cNvPr id="450" name="Numéro de diapositive"/>
          <p:cNvSpPr txBox="1">
            <a:spLocks noGrp="1"/>
          </p:cNvSpPr>
          <p:nvPr>
            <p:ph type="sldNum" sz="quarter" idx="2"/>
          </p:nvPr>
        </p:nvSpPr>
        <p:spPr>
          <a:xfrm>
            <a:off x="5976830" y="6371039"/>
            <a:ext cx="238340" cy="383541"/>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lgn="ctr">
              <a:defRPr sz="1900"/>
            </a:lvl1pPr>
          </a:lstStyle>
          <a:p>
            <a:fld id="{86CB4B4D-7CA3-9044-876B-883B54F8677D}" type="slidenum">
              <a:rPr/>
              <a:t>12</a:t>
            </a:fld>
            <a:endParaRPr/>
          </a:p>
        </p:txBody>
      </p:sp>
      <p:sp>
        <p:nvSpPr>
          <p:cNvPr id="28" name="Ligne de connexion">
            <a:extLst>
              <a:ext uri="{FF2B5EF4-FFF2-40B4-BE49-F238E27FC236}">
                <a16:creationId xmlns:a16="http://schemas.microsoft.com/office/drawing/2014/main" id="{743E7828-6546-E349-BA0B-1B6F550873ED}"/>
              </a:ext>
            </a:extLst>
          </p:cNvPr>
          <p:cNvSpPr/>
          <p:nvPr/>
        </p:nvSpPr>
        <p:spPr>
          <a:xfrm>
            <a:off x="908774" y="5950428"/>
            <a:ext cx="731863" cy="810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21600"/>
                </a:lnTo>
              </a:path>
            </a:pathLst>
          </a:custGeom>
          <a:ln w="25400">
            <a:solidFill>
              <a:srgbClr val="000000"/>
            </a:solidFill>
            <a:miter lim="400000"/>
            <a:tailEnd type="triangle"/>
          </a:ln>
        </p:spPr>
        <p:txBody>
          <a:bodyPr/>
          <a:lstStyle/>
          <a:p>
            <a:endParaRPr/>
          </a:p>
        </p:txBody>
      </p:sp>
      <p:sp>
        <p:nvSpPr>
          <p:cNvPr id="29" name="Ligne de connexion">
            <a:extLst>
              <a:ext uri="{FF2B5EF4-FFF2-40B4-BE49-F238E27FC236}">
                <a16:creationId xmlns:a16="http://schemas.microsoft.com/office/drawing/2014/main" id="{7009B866-6FCB-2E42-A74C-F46EE363FB46}"/>
              </a:ext>
            </a:extLst>
          </p:cNvPr>
          <p:cNvSpPr/>
          <p:nvPr/>
        </p:nvSpPr>
        <p:spPr>
          <a:xfrm>
            <a:off x="908774" y="4464861"/>
            <a:ext cx="731863" cy="103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0"/>
                </a:lnTo>
              </a:path>
            </a:pathLst>
          </a:custGeom>
          <a:ln w="25400">
            <a:solidFill>
              <a:srgbClr val="000000"/>
            </a:solidFill>
            <a:miter lim="400000"/>
            <a:tailEnd type="triangle"/>
          </a:ln>
        </p:spPr>
        <p:txBody>
          <a:bodyPr/>
          <a:lstStyle/>
          <a:p>
            <a:endParaRPr/>
          </a:p>
        </p:txBody>
      </p:sp>
      <p:sp>
        <p:nvSpPr>
          <p:cNvPr id="30" name="Ligne de connexion">
            <a:extLst>
              <a:ext uri="{FF2B5EF4-FFF2-40B4-BE49-F238E27FC236}">
                <a16:creationId xmlns:a16="http://schemas.microsoft.com/office/drawing/2014/main" id="{8C2ED7B4-9944-3740-97CC-62E667C394CB}"/>
              </a:ext>
            </a:extLst>
          </p:cNvPr>
          <p:cNvSpPr/>
          <p:nvPr/>
        </p:nvSpPr>
        <p:spPr>
          <a:xfrm>
            <a:off x="908774" y="2962211"/>
            <a:ext cx="731863" cy="810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21600"/>
                </a:lnTo>
              </a:path>
            </a:pathLst>
          </a:custGeom>
          <a:ln w="25400">
            <a:solidFill>
              <a:srgbClr val="000000"/>
            </a:solidFill>
            <a:miter lim="400000"/>
            <a:tailEnd type="triangle"/>
          </a:ln>
        </p:spPr>
        <p:txBody>
          <a:bodyPr/>
          <a:lstStyle/>
          <a:p>
            <a:endParaRPr/>
          </a:p>
        </p:txBody>
      </p:sp>
      <p:sp>
        <p:nvSpPr>
          <p:cNvPr id="31" name="Ligne de connexion">
            <a:extLst>
              <a:ext uri="{FF2B5EF4-FFF2-40B4-BE49-F238E27FC236}">
                <a16:creationId xmlns:a16="http://schemas.microsoft.com/office/drawing/2014/main" id="{A9F53819-7892-774E-837C-309362367D78}"/>
              </a:ext>
            </a:extLst>
          </p:cNvPr>
          <p:cNvSpPr/>
          <p:nvPr/>
        </p:nvSpPr>
        <p:spPr>
          <a:xfrm>
            <a:off x="908774" y="1623016"/>
            <a:ext cx="731863" cy="422"/>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21600"/>
                </a:lnTo>
              </a:path>
            </a:pathLst>
          </a:custGeom>
          <a:ln w="25400">
            <a:solidFill>
              <a:srgbClr val="000000"/>
            </a:solidFill>
            <a:miter lim="400000"/>
            <a:tailEnd type="triangle"/>
          </a:ln>
        </p:spPr>
        <p:txBody>
          <a:bodyPr/>
          <a:lstStyle/>
          <a:p>
            <a:endParaRPr/>
          </a:p>
        </p:txBody>
      </p:sp>
      <p:sp>
        <p:nvSpPr>
          <p:cNvPr id="32" name="Ligne de connexion">
            <a:extLst>
              <a:ext uri="{FF2B5EF4-FFF2-40B4-BE49-F238E27FC236}">
                <a16:creationId xmlns:a16="http://schemas.microsoft.com/office/drawing/2014/main" id="{F1F6760A-F4C0-1E4C-B59D-16FF079EA2C2}"/>
              </a:ext>
            </a:extLst>
          </p:cNvPr>
          <p:cNvSpPr/>
          <p:nvPr/>
        </p:nvSpPr>
        <p:spPr>
          <a:xfrm>
            <a:off x="903882" y="1608963"/>
            <a:ext cx="5403" cy="4359534"/>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0"/>
                </a:lnTo>
              </a:path>
            </a:pathLst>
          </a:custGeom>
          <a:ln w="25400">
            <a:solidFill>
              <a:srgbClr val="000000"/>
            </a:solidFill>
            <a:miter lim="400000"/>
          </a:ln>
        </p:spPr>
        <p:txBody>
          <a:bodyPr/>
          <a:lstStyle/>
          <a:p>
            <a:endParaRPr/>
          </a:p>
        </p:txBody>
      </p:sp>
      <p:pic>
        <p:nvPicPr>
          <p:cNvPr id="2" name="Picture 1">
            <a:extLst>
              <a:ext uri="{FF2B5EF4-FFF2-40B4-BE49-F238E27FC236}">
                <a16:creationId xmlns:a16="http://schemas.microsoft.com/office/drawing/2014/main" id="{C3906493-2767-8048-BFA4-D6063227D0CC}"/>
              </a:ext>
            </a:extLst>
          </p:cNvPr>
          <p:cNvPicPr>
            <a:picLocks noChangeAspect="1"/>
          </p:cNvPicPr>
          <p:nvPr/>
        </p:nvPicPr>
        <p:blipFill>
          <a:blip r:embed="rId3"/>
          <a:stretch>
            <a:fillRect/>
          </a:stretch>
        </p:blipFill>
        <p:spPr>
          <a:xfrm>
            <a:off x="1495164" y="834324"/>
            <a:ext cx="10407672" cy="2610238"/>
          </a:xfrm>
          <a:prstGeom prst="rect">
            <a:avLst/>
          </a:prstGeom>
        </p:spPr>
      </p:pic>
      <p:pic>
        <p:nvPicPr>
          <p:cNvPr id="3" name="Picture 2">
            <a:extLst>
              <a:ext uri="{FF2B5EF4-FFF2-40B4-BE49-F238E27FC236}">
                <a16:creationId xmlns:a16="http://schemas.microsoft.com/office/drawing/2014/main" id="{3305E4DF-DEBE-F844-9603-70F384DDEFE2}"/>
              </a:ext>
            </a:extLst>
          </p:cNvPr>
          <p:cNvPicPr>
            <a:picLocks noChangeAspect="1"/>
          </p:cNvPicPr>
          <p:nvPr/>
        </p:nvPicPr>
        <p:blipFill>
          <a:blip r:embed="rId4"/>
          <a:stretch>
            <a:fillRect/>
          </a:stretch>
        </p:blipFill>
        <p:spPr>
          <a:xfrm>
            <a:off x="1495164" y="3473044"/>
            <a:ext cx="10413075" cy="2432879"/>
          </a:xfrm>
          <a:prstGeom prst="rect">
            <a:avLst/>
          </a:prstGeom>
        </p:spPr>
      </p:pic>
    </p:spTree>
    <p:extLst>
      <p:ext uri="{BB962C8B-B14F-4D97-AF65-F5344CB8AC3E}">
        <p14:creationId xmlns:p14="http://schemas.microsoft.com/office/powerpoint/2010/main" val="678254578"/>
      </p:ext>
    </p:extLst>
  </p:cSld>
  <p:clrMapOvr>
    <a:masterClrMapping/>
  </p:clrMapOvr>
  <mc:AlternateContent xmlns:mc="http://schemas.openxmlformats.org/markup-compatibility/2006" xmlns:p14="http://schemas.microsoft.com/office/powerpoint/2010/main">
    <mc:Choice Requires="p14">
      <p:transition spd="slow" p14:dur="1500">
        <p:push/>
      </p:transition>
    </mc:Choice>
    <mc:Fallback xmlns="" xmlns:m="http://schemas.openxmlformats.org/officeDocument/2006/math" xmlns:a14="http://schemas.microsoft.com/office/drawing/2010/main">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iterate>
                                    <p:tmAbs val="0"/>
                                  </p:iterate>
                                  <p:childTnLst>
                                    <p:set>
                                      <p:cBhvr>
                                        <p:cTn id="6" fill="hold"/>
                                        <p:tgtEl>
                                          <p:spTgt spid="427"/>
                                        </p:tgtEl>
                                        <p:attrNameLst>
                                          <p:attrName>style.visibility</p:attrName>
                                        </p:attrNameLst>
                                      </p:cBhvr>
                                      <p:to>
                                        <p:strVal val="visible"/>
                                      </p:to>
                                    </p:set>
                                    <p:animEffect transition="in" filter="wipe(down)">
                                      <p:cBhvr>
                                        <p:cTn id="7" dur="500"/>
                                        <p:tgtEl>
                                          <p:spTgt spid="427"/>
                                        </p:tgtEl>
                                      </p:cBhvr>
                                    </p:animEffect>
                                  </p:childTnLst>
                                </p:cTn>
                              </p:par>
                              <p:par>
                                <p:cTn id="8" presetID="4" presetClass="entr" presetSubtype="32" fill="hold" grpId="0" nodeType="withEffect">
                                  <p:stCondLst>
                                    <p:cond delay="200"/>
                                  </p:stCondLst>
                                  <p:iterate>
                                    <p:tmAbs val="0"/>
                                  </p:iterate>
                                  <p:childTnLst>
                                    <p:set>
                                      <p:cBhvr>
                                        <p:cTn id="9" fill="hold"/>
                                        <p:tgtEl>
                                          <p:spTgt spid="32"/>
                                        </p:tgtEl>
                                        <p:attrNameLst>
                                          <p:attrName>style.visibility</p:attrName>
                                        </p:attrNameLst>
                                      </p:cBhvr>
                                      <p:to>
                                        <p:strVal val="visible"/>
                                      </p:to>
                                    </p:set>
                                    <p:animEffect transition="in" filter="box(out)">
                                      <p:cBhvr>
                                        <p:cTn id="10" dur="1000"/>
                                        <p:tgtEl>
                                          <p:spTgt spid="32"/>
                                        </p:tgtEl>
                                      </p:cBhvr>
                                    </p:animEffect>
                                  </p:childTnLst>
                                </p:cTn>
                              </p:par>
                            </p:childTnLst>
                          </p:cTn>
                        </p:par>
                        <p:par>
                          <p:cTn id="11" fill="hold">
                            <p:stCondLst>
                              <p:cond delay="1200"/>
                            </p:stCondLst>
                            <p:childTnLst>
                              <p:par>
                                <p:cTn id="12" presetID="3" presetClass="entr" presetSubtype="5" fill="hold" grpId="0" nodeType="afterEffect">
                                  <p:stCondLst>
                                    <p:cond delay="0"/>
                                  </p:stCondLst>
                                  <p:iterate>
                                    <p:tmAbs val="0"/>
                                  </p:iterate>
                                  <p:childTnLst>
                                    <p:set>
                                      <p:cBhvr>
                                        <p:cTn id="13" fill="hold"/>
                                        <p:tgtEl>
                                          <p:spTgt spid="31"/>
                                        </p:tgtEl>
                                        <p:attrNameLst>
                                          <p:attrName>style.visibility</p:attrName>
                                        </p:attrNameLst>
                                      </p:cBhvr>
                                      <p:to>
                                        <p:strVal val="visible"/>
                                      </p:to>
                                    </p:set>
                                    <p:animEffect transition="in" filter="blinds(vertical)">
                                      <p:cBhvr>
                                        <p:cTn id="14" dur="1000"/>
                                        <p:tgtEl>
                                          <p:spTgt spid="31"/>
                                        </p:tgtEl>
                                      </p:cBhvr>
                                    </p:animEffect>
                                  </p:childTnLst>
                                </p:cTn>
                              </p:par>
                              <p:par>
                                <p:cTn id="15" presetID="3" presetClass="entr" presetSubtype="5" fill="hold" grpId="0" nodeType="withEffect">
                                  <p:stCondLst>
                                    <p:cond delay="0"/>
                                  </p:stCondLst>
                                  <p:iterate>
                                    <p:tmAbs val="0"/>
                                  </p:iterate>
                                  <p:childTnLst>
                                    <p:set>
                                      <p:cBhvr>
                                        <p:cTn id="16" fill="hold"/>
                                        <p:tgtEl>
                                          <p:spTgt spid="30"/>
                                        </p:tgtEl>
                                        <p:attrNameLst>
                                          <p:attrName>style.visibility</p:attrName>
                                        </p:attrNameLst>
                                      </p:cBhvr>
                                      <p:to>
                                        <p:strVal val="visible"/>
                                      </p:to>
                                    </p:set>
                                    <p:animEffect transition="in" filter="blinds(vertical)">
                                      <p:cBhvr>
                                        <p:cTn id="17" dur="1000"/>
                                        <p:tgtEl>
                                          <p:spTgt spid="30"/>
                                        </p:tgtEl>
                                      </p:cBhvr>
                                    </p:animEffect>
                                  </p:childTnLst>
                                </p:cTn>
                              </p:par>
                              <p:par>
                                <p:cTn id="18" presetID="3" presetClass="entr" presetSubtype="5" fill="hold" grpId="0" nodeType="withEffect">
                                  <p:stCondLst>
                                    <p:cond delay="0"/>
                                  </p:stCondLst>
                                  <p:iterate>
                                    <p:tmAbs val="0"/>
                                  </p:iterate>
                                  <p:childTnLst>
                                    <p:set>
                                      <p:cBhvr>
                                        <p:cTn id="19" fill="hold"/>
                                        <p:tgtEl>
                                          <p:spTgt spid="29"/>
                                        </p:tgtEl>
                                        <p:attrNameLst>
                                          <p:attrName>style.visibility</p:attrName>
                                        </p:attrNameLst>
                                      </p:cBhvr>
                                      <p:to>
                                        <p:strVal val="visible"/>
                                      </p:to>
                                    </p:set>
                                    <p:animEffect transition="in" filter="blinds(vertical)">
                                      <p:cBhvr>
                                        <p:cTn id="20" dur="1000"/>
                                        <p:tgtEl>
                                          <p:spTgt spid="29"/>
                                        </p:tgtEl>
                                      </p:cBhvr>
                                    </p:animEffect>
                                  </p:childTnLst>
                                </p:cTn>
                              </p:par>
                              <p:par>
                                <p:cTn id="21" presetID="3" presetClass="entr" presetSubtype="5" fill="hold" grpId="0" nodeType="withEffect">
                                  <p:stCondLst>
                                    <p:cond delay="0"/>
                                  </p:stCondLst>
                                  <p:iterate>
                                    <p:tmAbs val="0"/>
                                  </p:iterate>
                                  <p:childTnLst>
                                    <p:set>
                                      <p:cBhvr>
                                        <p:cTn id="22" fill="hold"/>
                                        <p:tgtEl>
                                          <p:spTgt spid="28"/>
                                        </p:tgtEl>
                                        <p:attrNameLst>
                                          <p:attrName>style.visibility</p:attrName>
                                        </p:attrNameLst>
                                      </p:cBhvr>
                                      <p:to>
                                        <p:strVal val="visible"/>
                                      </p:to>
                                    </p:set>
                                    <p:animEffect transition="in" filter="blinds(vertical)">
                                      <p:cBhvr>
                                        <p:cTn id="23" dur="10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7" grpId="0" animBg="1" advAuto="0"/>
      <p:bldP spid="28" grpId="0" animBg="1" advAuto="0"/>
      <p:bldP spid="29" grpId="0" animBg="1" advAuto="0"/>
      <p:bldP spid="30" grpId="0" animBg="1" advAuto="0"/>
      <p:bldP spid="31" grpId="0" animBg="1" advAuto="0"/>
      <p:bldP spid="32" grpId="0" animBg="1" advAuto="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3" name="TextBox 1"/>
          <p:cNvSpPr txBox="1"/>
          <p:nvPr/>
        </p:nvSpPr>
        <p:spPr>
          <a:xfrm>
            <a:off x="251476" y="1019871"/>
            <a:ext cx="5019026" cy="453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6000" tIns="36000" rIns="36000" bIns="36000">
            <a:spAutoFit/>
          </a:bodyPr>
          <a:lstStyle>
            <a:lvl1pPr>
              <a:defRPr sz="2500">
                <a:latin typeface="Montserrat ExtraBold"/>
                <a:ea typeface="Montserrat ExtraBold"/>
                <a:cs typeface="Montserrat ExtraBold"/>
                <a:sym typeface="Montserrat ExtraBold"/>
              </a:defRPr>
            </a:lvl1pPr>
          </a:lstStyle>
          <a:p>
            <a:r>
              <a:rPr lang="fr-FR" dirty="0"/>
              <a:t>Résultat de la solution  </a:t>
            </a:r>
            <a:endParaRPr dirty="0"/>
          </a:p>
        </p:txBody>
      </p:sp>
      <p:grpSp>
        <p:nvGrpSpPr>
          <p:cNvPr id="466" name="Groupe 10"/>
          <p:cNvGrpSpPr/>
          <p:nvPr/>
        </p:nvGrpSpPr>
        <p:grpSpPr>
          <a:xfrm>
            <a:off x="0" y="-2"/>
            <a:ext cx="4685109" cy="768630"/>
            <a:chOff x="0" y="-1"/>
            <a:chExt cx="4685108" cy="768628"/>
          </a:xfrm>
        </p:grpSpPr>
        <p:sp>
          <p:nvSpPr>
            <p:cNvPr id="464" name="Pentagone 17"/>
            <p:cNvSpPr/>
            <p:nvPr/>
          </p:nvSpPr>
          <p:spPr>
            <a:xfrm>
              <a:off x="0" y="-1"/>
              <a:ext cx="4685108" cy="76862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9828" y="0"/>
                  </a:lnTo>
                  <a:lnTo>
                    <a:pt x="21600" y="10800"/>
                  </a:lnTo>
                  <a:lnTo>
                    <a:pt x="19828" y="21600"/>
                  </a:lnTo>
                  <a:lnTo>
                    <a:pt x="0" y="21600"/>
                  </a:lnTo>
                  <a:close/>
                </a:path>
              </a:pathLst>
            </a:custGeom>
            <a:solidFill>
              <a:srgbClr val="FFFFFF"/>
            </a:solidFill>
            <a:ln w="12700" cap="flat">
              <a:noFill/>
              <a:miter lim="400000"/>
            </a:ln>
            <a:effectLst>
              <a:outerShdw blurRad="38100" dist="20000" dir="5400000" rotWithShape="0">
                <a:srgbClr val="000000">
                  <a:alpha val="38000"/>
                </a:srgbClr>
              </a:outerShdw>
            </a:effectLst>
          </p:spPr>
          <p:txBody>
            <a:bodyPr wrap="square" lIns="0" tIns="0" rIns="0" bIns="0" numCol="1" anchor="t">
              <a:noAutofit/>
            </a:bodyPr>
            <a:lstStyle/>
            <a:p>
              <a:endParaRPr/>
            </a:p>
          </p:txBody>
        </p:sp>
        <p:sp>
          <p:nvSpPr>
            <p:cNvPr id="465" name="Pentagone 4"/>
            <p:cNvSpPr txBox="1"/>
            <p:nvPr/>
          </p:nvSpPr>
          <p:spPr>
            <a:xfrm>
              <a:off x="96012" y="199647"/>
              <a:ext cx="4396940" cy="36932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2003" tIns="32003" rIns="32003" bIns="32003" numCol="1" anchor="ctr">
              <a:spAutoFit/>
            </a:bodyPr>
            <a:lstStyle>
              <a:lvl1pPr algn="ctr" defTabSz="1066800">
                <a:lnSpc>
                  <a:spcPct val="90000"/>
                </a:lnSpc>
                <a:spcBef>
                  <a:spcPts val="1000"/>
                </a:spcBef>
                <a:defRPr sz="2200"/>
              </a:lvl1pPr>
            </a:lstStyle>
            <a:p>
              <a:r>
                <a:rPr lang="fr-FR" dirty="0"/>
                <a:t>Résultat</a:t>
              </a:r>
              <a:endParaRPr dirty="0"/>
            </a:p>
          </p:txBody>
        </p:sp>
      </p:grpSp>
      <p:grpSp>
        <p:nvGrpSpPr>
          <p:cNvPr id="469" name="Groupe 11"/>
          <p:cNvGrpSpPr/>
          <p:nvPr/>
        </p:nvGrpSpPr>
        <p:grpSpPr>
          <a:xfrm>
            <a:off x="3832959" y="0"/>
            <a:ext cx="4685110" cy="768628"/>
            <a:chOff x="0" y="0"/>
            <a:chExt cx="4685108" cy="768627"/>
          </a:xfrm>
        </p:grpSpPr>
        <p:sp>
          <p:nvSpPr>
            <p:cNvPr id="467" name="Chevron 15"/>
            <p:cNvSpPr/>
            <p:nvPr/>
          </p:nvSpPr>
          <p:spPr>
            <a:xfrm>
              <a:off x="0" y="0"/>
              <a:ext cx="4685108" cy="768627"/>
            </a:xfrm>
            <a:prstGeom prst="chevron">
              <a:avLst>
                <a:gd name="adj" fmla="val 50000"/>
              </a:avLst>
            </a:prstGeom>
            <a:solidFill>
              <a:srgbClr val="FFFFFF"/>
            </a:solidFill>
            <a:ln w="12700" cap="flat">
              <a:noFill/>
              <a:miter lim="400000"/>
            </a:ln>
            <a:effectLst>
              <a:outerShdw blurRad="38100" dist="20000" dir="5400000" rotWithShape="0">
                <a:srgbClr val="000000">
                  <a:alpha val="38000"/>
                </a:srgbClr>
              </a:outerShdw>
            </a:effectLst>
          </p:spPr>
          <p:txBody>
            <a:bodyPr wrap="square" lIns="0" tIns="0" rIns="0" bIns="0" numCol="1" anchor="t">
              <a:noAutofit/>
            </a:bodyPr>
            <a:lstStyle/>
            <a:p>
              <a:endParaRPr/>
            </a:p>
          </p:txBody>
        </p:sp>
        <p:sp>
          <p:nvSpPr>
            <p:cNvPr id="468" name="Chevron 6"/>
            <p:cNvSpPr txBox="1"/>
            <p:nvPr/>
          </p:nvSpPr>
          <p:spPr>
            <a:xfrm>
              <a:off x="448320" y="199648"/>
              <a:ext cx="3852474" cy="36933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2003" tIns="32003" rIns="32003" bIns="32003" numCol="1" anchor="ctr">
              <a:spAutoFit/>
            </a:bodyPr>
            <a:lstStyle>
              <a:lvl1pPr algn="ctr" defTabSz="1066800">
                <a:lnSpc>
                  <a:spcPct val="90000"/>
                </a:lnSpc>
                <a:spcBef>
                  <a:spcPts val="1000"/>
                </a:spcBef>
                <a:defRPr sz="2200"/>
              </a:lvl1pPr>
            </a:lstStyle>
            <a:p>
              <a:endParaRPr dirty="0"/>
            </a:p>
          </p:txBody>
        </p:sp>
      </p:grpSp>
      <p:grpSp>
        <p:nvGrpSpPr>
          <p:cNvPr id="472" name="Groupe 12"/>
          <p:cNvGrpSpPr/>
          <p:nvPr/>
        </p:nvGrpSpPr>
        <p:grpSpPr>
          <a:xfrm>
            <a:off x="7501532" y="0"/>
            <a:ext cx="4685109" cy="768628"/>
            <a:chOff x="0" y="0"/>
            <a:chExt cx="4685108" cy="768627"/>
          </a:xfrm>
        </p:grpSpPr>
        <p:sp>
          <p:nvSpPr>
            <p:cNvPr id="470" name="Chevron 13"/>
            <p:cNvSpPr/>
            <p:nvPr/>
          </p:nvSpPr>
          <p:spPr>
            <a:xfrm>
              <a:off x="0" y="0"/>
              <a:ext cx="4685108" cy="768627"/>
            </a:xfrm>
            <a:prstGeom prst="chevron">
              <a:avLst>
                <a:gd name="adj" fmla="val 50000"/>
              </a:avLst>
            </a:prstGeom>
            <a:solidFill>
              <a:srgbClr val="E9041E"/>
            </a:solidFill>
            <a:ln w="12700" cap="flat">
              <a:noFill/>
              <a:miter lim="400000"/>
            </a:ln>
            <a:effectLst>
              <a:outerShdw blurRad="38100" dist="20000" dir="5400000" rotWithShape="0">
                <a:srgbClr val="000000">
                  <a:alpha val="38000"/>
                </a:srgbClr>
              </a:outerShdw>
            </a:effectLst>
          </p:spPr>
          <p:txBody>
            <a:bodyPr wrap="square" lIns="0" tIns="0" rIns="0" bIns="0" numCol="1" anchor="t">
              <a:noAutofit/>
            </a:bodyPr>
            <a:lstStyle/>
            <a:p>
              <a:endParaRPr/>
            </a:p>
          </p:txBody>
        </p:sp>
        <p:sp>
          <p:nvSpPr>
            <p:cNvPr id="471" name="Chevron 8"/>
            <p:cNvSpPr txBox="1"/>
            <p:nvPr/>
          </p:nvSpPr>
          <p:spPr>
            <a:xfrm>
              <a:off x="448320" y="185799"/>
              <a:ext cx="3852474" cy="39702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2003" tIns="32003" rIns="32003" bIns="32003" numCol="1" anchor="ctr">
              <a:spAutoFit/>
            </a:bodyPr>
            <a:lstStyle>
              <a:lvl1pPr algn="ctr" defTabSz="1066800">
                <a:lnSpc>
                  <a:spcPct val="90000"/>
                </a:lnSpc>
                <a:spcBef>
                  <a:spcPts val="1000"/>
                </a:spcBef>
                <a:defRPr sz="2400" b="1">
                  <a:solidFill>
                    <a:srgbClr val="FFFFFF"/>
                  </a:solidFill>
                </a:defRPr>
              </a:lvl1pPr>
            </a:lstStyle>
            <a:p>
              <a:endParaRPr dirty="0"/>
            </a:p>
          </p:txBody>
        </p:sp>
      </p:grpSp>
      <p:sp>
        <p:nvSpPr>
          <p:cNvPr id="492" name="Numéro de diapositive"/>
          <p:cNvSpPr txBox="1">
            <a:spLocks noGrp="1"/>
          </p:cNvSpPr>
          <p:nvPr>
            <p:ph type="sldNum" sz="quarter" idx="2"/>
          </p:nvPr>
        </p:nvSpPr>
        <p:spPr>
          <a:xfrm>
            <a:off x="6056343" y="6403696"/>
            <a:ext cx="238341" cy="383541"/>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lgn="ctr">
              <a:defRPr sz="1900"/>
            </a:lvl1pPr>
          </a:lstStyle>
          <a:p>
            <a:fld id="{86CB4B4D-7CA3-9044-876B-883B54F8677D}" type="slidenum">
              <a:rPr/>
              <a:t>13</a:t>
            </a:fld>
            <a:endParaRPr/>
          </a:p>
        </p:txBody>
      </p:sp>
      <p:pic>
        <p:nvPicPr>
          <p:cNvPr id="2" name="Picture 1">
            <a:extLst>
              <a:ext uri="{FF2B5EF4-FFF2-40B4-BE49-F238E27FC236}">
                <a16:creationId xmlns:a16="http://schemas.microsoft.com/office/drawing/2014/main" id="{92CB6593-1FAA-344C-A558-E69600FD24C6}"/>
              </a:ext>
            </a:extLst>
          </p:cNvPr>
          <p:cNvPicPr>
            <a:picLocks noChangeAspect="1"/>
          </p:cNvPicPr>
          <p:nvPr/>
        </p:nvPicPr>
        <p:blipFill>
          <a:blip r:embed="rId3"/>
          <a:stretch>
            <a:fillRect/>
          </a:stretch>
        </p:blipFill>
        <p:spPr>
          <a:xfrm>
            <a:off x="251475" y="1602769"/>
            <a:ext cx="11707643" cy="4347105"/>
          </a:xfrm>
          <a:prstGeom prst="rect">
            <a:avLst/>
          </a:prstGeom>
        </p:spPr>
      </p:pic>
    </p:spTree>
    <p:extLst>
      <p:ext uri="{BB962C8B-B14F-4D97-AF65-F5344CB8AC3E}">
        <p14:creationId xmlns:p14="http://schemas.microsoft.com/office/powerpoint/2010/main" val="421117519"/>
      </p:ext>
    </p:extLst>
  </p:cSld>
  <p:clrMapOvr>
    <a:masterClrMapping/>
  </p:clrMapOvr>
  <mc:AlternateContent xmlns:mc="http://schemas.openxmlformats.org/markup-compatibility/2006" xmlns:p14="http://schemas.microsoft.com/office/powerpoint/2010/main">
    <mc:Choice Requires="p14">
      <p:transition spd="med">
        <p:push/>
      </p:transition>
    </mc:Choice>
    <mc:Fallback xmlns="" xmlns:m="http://schemas.openxmlformats.org/officeDocument/2006/math" xmlns:a14="http://schemas.microsoft.com/office/drawing/2010/main">
      <p:transition spd="fast">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iterate>
                                    <p:tmAbs val="0"/>
                                  </p:iterate>
                                  <p:childTnLst>
                                    <p:set>
                                      <p:cBhvr>
                                        <p:cTn id="6" fill="hold"/>
                                        <p:tgtEl>
                                          <p:spTgt spid="463"/>
                                        </p:tgtEl>
                                        <p:attrNameLst>
                                          <p:attrName>style.visibility</p:attrName>
                                        </p:attrNameLst>
                                      </p:cBhvr>
                                      <p:to>
                                        <p:strVal val="visible"/>
                                      </p:to>
                                    </p:set>
                                    <p:animEffect transition="in" filter="wipe(down)">
                                      <p:cBhvr>
                                        <p:cTn id="7" dur="500"/>
                                        <p:tgtEl>
                                          <p:spTgt spid="4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3" grpId="0" animBg="1" advAuto="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3" name="TextBox 1"/>
          <p:cNvSpPr txBox="1"/>
          <p:nvPr/>
        </p:nvSpPr>
        <p:spPr>
          <a:xfrm>
            <a:off x="251476" y="1019871"/>
            <a:ext cx="5019026" cy="453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6000" tIns="36000" rIns="36000" bIns="36000">
            <a:spAutoFit/>
          </a:bodyPr>
          <a:lstStyle>
            <a:lvl1pPr>
              <a:defRPr sz="2500">
                <a:latin typeface="Montserrat ExtraBold"/>
                <a:ea typeface="Montserrat ExtraBold"/>
                <a:cs typeface="Montserrat ExtraBold"/>
                <a:sym typeface="Montserrat ExtraBold"/>
              </a:defRPr>
            </a:lvl1pPr>
          </a:lstStyle>
          <a:p>
            <a:r>
              <a:rPr lang="fr-FR" dirty="0"/>
              <a:t>Comparaison</a:t>
            </a:r>
            <a:endParaRPr dirty="0"/>
          </a:p>
        </p:txBody>
      </p:sp>
      <p:grpSp>
        <p:nvGrpSpPr>
          <p:cNvPr id="466" name="Groupe 10"/>
          <p:cNvGrpSpPr/>
          <p:nvPr/>
        </p:nvGrpSpPr>
        <p:grpSpPr>
          <a:xfrm>
            <a:off x="0" y="-2"/>
            <a:ext cx="4685109" cy="768630"/>
            <a:chOff x="0" y="-1"/>
            <a:chExt cx="4685108" cy="768628"/>
          </a:xfrm>
        </p:grpSpPr>
        <p:sp>
          <p:nvSpPr>
            <p:cNvPr id="464" name="Pentagone 17"/>
            <p:cNvSpPr/>
            <p:nvPr/>
          </p:nvSpPr>
          <p:spPr>
            <a:xfrm>
              <a:off x="0" y="-1"/>
              <a:ext cx="4685108" cy="76862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9828" y="0"/>
                  </a:lnTo>
                  <a:lnTo>
                    <a:pt x="21600" y="10800"/>
                  </a:lnTo>
                  <a:lnTo>
                    <a:pt x="19828" y="21600"/>
                  </a:lnTo>
                  <a:lnTo>
                    <a:pt x="0" y="21600"/>
                  </a:lnTo>
                  <a:close/>
                </a:path>
              </a:pathLst>
            </a:custGeom>
            <a:solidFill>
              <a:srgbClr val="FFFFFF"/>
            </a:solidFill>
            <a:ln w="12700" cap="flat">
              <a:noFill/>
              <a:miter lim="400000"/>
            </a:ln>
            <a:effectLst>
              <a:outerShdw blurRad="38100" dist="20000" dir="5400000" rotWithShape="0">
                <a:srgbClr val="000000">
                  <a:alpha val="38000"/>
                </a:srgbClr>
              </a:outerShdw>
            </a:effectLst>
          </p:spPr>
          <p:txBody>
            <a:bodyPr wrap="square" lIns="0" tIns="0" rIns="0" bIns="0" numCol="1" anchor="t">
              <a:noAutofit/>
            </a:bodyPr>
            <a:lstStyle/>
            <a:p>
              <a:endParaRPr/>
            </a:p>
          </p:txBody>
        </p:sp>
        <p:sp>
          <p:nvSpPr>
            <p:cNvPr id="465" name="Pentagone 4"/>
            <p:cNvSpPr txBox="1"/>
            <p:nvPr/>
          </p:nvSpPr>
          <p:spPr>
            <a:xfrm>
              <a:off x="96012" y="199647"/>
              <a:ext cx="4396940" cy="36932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2003" tIns="32003" rIns="32003" bIns="32003" numCol="1" anchor="ctr">
              <a:spAutoFit/>
            </a:bodyPr>
            <a:lstStyle>
              <a:lvl1pPr algn="ctr" defTabSz="1066800">
                <a:lnSpc>
                  <a:spcPct val="90000"/>
                </a:lnSpc>
                <a:spcBef>
                  <a:spcPts val="1000"/>
                </a:spcBef>
                <a:defRPr sz="2200"/>
              </a:lvl1pPr>
            </a:lstStyle>
            <a:p>
              <a:r>
                <a:rPr lang="fr-FR" dirty="0"/>
                <a:t>Comparaison</a:t>
              </a:r>
            </a:p>
          </p:txBody>
        </p:sp>
      </p:grpSp>
      <p:grpSp>
        <p:nvGrpSpPr>
          <p:cNvPr id="469" name="Groupe 11"/>
          <p:cNvGrpSpPr/>
          <p:nvPr/>
        </p:nvGrpSpPr>
        <p:grpSpPr>
          <a:xfrm>
            <a:off x="3832959" y="0"/>
            <a:ext cx="4685110" cy="768628"/>
            <a:chOff x="0" y="0"/>
            <a:chExt cx="4685108" cy="768627"/>
          </a:xfrm>
        </p:grpSpPr>
        <p:sp>
          <p:nvSpPr>
            <p:cNvPr id="467" name="Chevron 15"/>
            <p:cNvSpPr/>
            <p:nvPr/>
          </p:nvSpPr>
          <p:spPr>
            <a:xfrm>
              <a:off x="0" y="0"/>
              <a:ext cx="4685108" cy="768627"/>
            </a:xfrm>
            <a:prstGeom prst="chevron">
              <a:avLst>
                <a:gd name="adj" fmla="val 50000"/>
              </a:avLst>
            </a:prstGeom>
            <a:solidFill>
              <a:srgbClr val="FFFFFF"/>
            </a:solidFill>
            <a:ln w="12700" cap="flat">
              <a:noFill/>
              <a:miter lim="400000"/>
            </a:ln>
            <a:effectLst>
              <a:outerShdw blurRad="38100" dist="20000" dir="5400000" rotWithShape="0">
                <a:srgbClr val="000000">
                  <a:alpha val="38000"/>
                </a:srgbClr>
              </a:outerShdw>
            </a:effectLst>
          </p:spPr>
          <p:txBody>
            <a:bodyPr wrap="square" lIns="0" tIns="0" rIns="0" bIns="0" numCol="1" anchor="t">
              <a:noAutofit/>
            </a:bodyPr>
            <a:lstStyle/>
            <a:p>
              <a:endParaRPr/>
            </a:p>
          </p:txBody>
        </p:sp>
        <p:sp>
          <p:nvSpPr>
            <p:cNvPr id="468" name="Chevron 6"/>
            <p:cNvSpPr txBox="1"/>
            <p:nvPr/>
          </p:nvSpPr>
          <p:spPr>
            <a:xfrm>
              <a:off x="448320" y="199648"/>
              <a:ext cx="3852474" cy="36933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2003" tIns="32003" rIns="32003" bIns="32003" numCol="1" anchor="ctr">
              <a:spAutoFit/>
            </a:bodyPr>
            <a:lstStyle>
              <a:lvl1pPr algn="ctr" defTabSz="1066800">
                <a:lnSpc>
                  <a:spcPct val="90000"/>
                </a:lnSpc>
                <a:spcBef>
                  <a:spcPts val="1000"/>
                </a:spcBef>
                <a:defRPr sz="2200"/>
              </a:lvl1pPr>
            </a:lstStyle>
            <a:p>
              <a:endParaRPr dirty="0"/>
            </a:p>
          </p:txBody>
        </p:sp>
      </p:grpSp>
      <p:grpSp>
        <p:nvGrpSpPr>
          <p:cNvPr id="472" name="Groupe 12"/>
          <p:cNvGrpSpPr/>
          <p:nvPr/>
        </p:nvGrpSpPr>
        <p:grpSpPr>
          <a:xfrm>
            <a:off x="7501532" y="0"/>
            <a:ext cx="4685109" cy="768628"/>
            <a:chOff x="0" y="0"/>
            <a:chExt cx="4685108" cy="768627"/>
          </a:xfrm>
        </p:grpSpPr>
        <p:sp>
          <p:nvSpPr>
            <p:cNvPr id="470" name="Chevron 13"/>
            <p:cNvSpPr/>
            <p:nvPr/>
          </p:nvSpPr>
          <p:spPr>
            <a:xfrm>
              <a:off x="0" y="0"/>
              <a:ext cx="4685108" cy="768627"/>
            </a:xfrm>
            <a:prstGeom prst="chevron">
              <a:avLst>
                <a:gd name="adj" fmla="val 50000"/>
              </a:avLst>
            </a:prstGeom>
            <a:solidFill>
              <a:srgbClr val="E9041E"/>
            </a:solidFill>
            <a:ln w="12700" cap="flat">
              <a:noFill/>
              <a:miter lim="400000"/>
            </a:ln>
            <a:effectLst>
              <a:outerShdw blurRad="38100" dist="20000" dir="5400000" rotWithShape="0">
                <a:srgbClr val="000000">
                  <a:alpha val="38000"/>
                </a:srgbClr>
              </a:outerShdw>
            </a:effectLst>
          </p:spPr>
          <p:txBody>
            <a:bodyPr wrap="square" lIns="0" tIns="0" rIns="0" bIns="0" numCol="1" anchor="t">
              <a:noAutofit/>
            </a:bodyPr>
            <a:lstStyle/>
            <a:p>
              <a:endParaRPr/>
            </a:p>
          </p:txBody>
        </p:sp>
        <p:sp>
          <p:nvSpPr>
            <p:cNvPr id="471" name="Chevron 8"/>
            <p:cNvSpPr txBox="1"/>
            <p:nvPr/>
          </p:nvSpPr>
          <p:spPr>
            <a:xfrm>
              <a:off x="448320" y="185799"/>
              <a:ext cx="3852474" cy="39702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2003" tIns="32003" rIns="32003" bIns="32003" numCol="1" anchor="ctr">
              <a:spAutoFit/>
            </a:bodyPr>
            <a:lstStyle>
              <a:lvl1pPr algn="ctr" defTabSz="1066800">
                <a:lnSpc>
                  <a:spcPct val="90000"/>
                </a:lnSpc>
                <a:spcBef>
                  <a:spcPts val="1000"/>
                </a:spcBef>
                <a:defRPr sz="2400" b="1">
                  <a:solidFill>
                    <a:srgbClr val="FFFFFF"/>
                  </a:solidFill>
                </a:defRPr>
              </a:lvl1pPr>
            </a:lstStyle>
            <a:p>
              <a:endParaRPr dirty="0"/>
            </a:p>
          </p:txBody>
        </p:sp>
      </p:grpSp>
      <p:sp>
        <p:nvSpPr>
          <p:cNvPr id="492" name="Numéro de diapositive"/>
          <p:cNvSpPr txBox="1">
            <a:spLocks noGrp="1"/>
          </p:cNvSpPr>
          <p:nvPr>
            <p:ph type="sldNum" sz="quarter" idx="2"/>
          </p:nvPr>
        </p:nvSpPr>
        <p:spPr>
          <a:xfrm>
            <a:off x="6056343" y="6403696"/>
            <a:ext cx="238341" cy="383541"/>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lgn="ctr">
              <a:defRPr sz="1900"/>
            </a:lvl1pPr>
          </a:lstStyle>
          <a:p>
            <a:fld id="{86CB4B4D-7CA3-9044-876B-883B54F8677D}" type="slidenum">
              <a:rPr/>
              <a:t>14</a:t>
            </a:fld>
            <a:endParaRPr/>
          </a:p>
        </p:txBody>
      </p:sp>
      <p:pic>
        <p:nvPicPr>
          <p:cNvPr id="3" name="Picture 2">
            <a:extLst>
              <a:ext uri="{FF2B5EF4-FFF2-40B4-BE49-F238E27FC236}">
                <a16:creationId xmlns:a16="http://schemas.microsoft.com/office/drawing/2014/main" id="{9E165D4C-71C4-F64D-9942-A1755F40348A}"/>
              </a:ext>
            </a:extLst>
          </p:cNvPr>
          <p:cNvPicPr>
            <a:picLocks noChangeAspect="1"/>
          </p:cNvPicPr>
          <p:nvPr/>
        </p:nvPicPr>
        <p:blipFill>
          <a:blip r:embed="rId3"/>
          <a:stretch>
            <a:fillRect/>
          </a:stretch>
        </p:blipFill>
        <p:spPr>
          <a:xfrm>
            <a:off x="544531" y="1528630"/>
            <a:ext cx="10839235" cy="4115063"/>
          </a:xfrm>
          <a:prstGeom prst="rect">
            <a:avLst/>
          </a:prstGeom>
        </p:spPr>
      </p:pic>
    </p:spTree>
    <p:extLst>
      <p:ext uri="{BB962C8B-B14F-4D97-AF65-F5344CB8AC3E}">
        <p14:creationId xmlns:p14="http://schemas.microsoft.com/office/powerpoint/2010/main" val="1128465706"/>
      </p:ext>
    </p:extLst>
  </p:cSld>
  <p:clrMapOvr>
    <a:masterClrMapping/>
  </p:clrMapOvr>
  <mc:AlternateContent xmlns:mc="http://schemas.openxmlformats.org/markup-compatibility/2006" xmlns:p14="http://schemas.microsoft.com/office/powerpoint/2010/main">
    <mc:Choice Requires="p14">
      <p:transition spd="med">
        <p:push/>
      </p:transition>
    </mc:Choice>
    <mc:Fallback xmlns="" xmlns:m="http://schemas.openxmlformats.org/officeDocument/2006/math" xmlns:a14="http://schemas.microsoft.com/office/drawing/2010/main">
      <p:transition spd="fast">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iterate>
                                    <p:tmAbs val="0"/>
                                  </p:iterate>
                                  <p:childTnLst>
                                    <p:set>
                                      <p:cBhvr>
                                        <p:cTn id="6" fill="hold"/>
                                        <p:tgtEl>
                                          <p:spTgt spid="463"/>
                                        </p:tgtEl>
                                        <p:attrNameLst>
                                          <p:attrName>style.visibility</p:attrName>
                                        </p:attrNameLst>
                                      </p:cBhvr>
                                      <p:to>
                                        <p:strVal val="visible"/>
                                      </p:to>
                                    </p:set>
                                    <p:animEffect transition="in" filter="wipe(down)">
                                      <p:cBhvr>
                                        <p:cTn id="7" dur="500"/>
                                        <p:tgtEl>
                                          <p:spTgt spid="4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3" grpId="0" animBg="1" advAuto="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3" name="TextBox 1"/>
          <p:cNvSpPr txBox="1"/>
          <p:nvPr/>
        </p:nvSpPr>
        <p:spPr>
          <a:xfrm>
            <a:off x="251476" y="1019871"/>
            <a:ext cx="5019026" cy="453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6000" tIns="36000" rIns="36000" bIns="36000">
            <a:spAutoFit/>
          </a:bodyPr>
          <a:lstStyle>
            <a:lvl1pPr>
              <a:defRPr sz="2500">
                <a:latin typeface="Montserrat ExtraBold"/>
                <a:ea typeface="Montserrat ExtraBold"/>
                <a:cs typeface="Montserrat ExtraBold"/>
                <a:sym typeface="Montserrat ExtraBold"/>
              </a:defRPr>
            </a:lvl1pPr>
          </a:lstStyle>
          <a:p>
            <a:r>
              <a:rPr lang="fr-FR" dirty="0"/>
              <a:t>Bénéfices</a:t>
            </a:r>
            <a:endParaRPr dirty="0"/>
          </a:p>
        </p:txBody>
      </p:sp>
      <p:grpSp>
        <p:nvGrpSpPr>
          <p:cNvPr id="466" name="Groupe 10"/>
          <p:cNvGrpSpPr/>
          <p:nvPr/>
        </p:nvGrpSpPr>
        <p:grpSpPr>
          <a:xfrm>
            <a:off x="0" y="-2"/>
            <a:ext cx="4685109" cy="768630"/>
            <a:chOff x="0" y="-1"/>
            <a:chExt cx="4685108" cy="768628"/>
          </a:xfrm>
        </p:grpSpPr>
        <p:sp>
          <p:nvSpPr>
            <p:cNvPr id="464" name="Pentagone 17"/>
            <p:cNvSpPr/>
            <p:nvPr/>
          </p:nvSpPr>
          <p:spPr>
            <a:xfrm>
              <a:off x="0" y="-1"/>
              <a:ext cx="4685108" cy="76862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9828" y="0"/>
                  </a:lnTo>
                  <a:lnTo>
                    <a:pt x="21600" y="10800"/>
                  </a:lnTo>
                  <a:lnTo>
                    <a:pt x="19828" y="21600"/>
                  </a:lnTo>
                  <a:lnTo>
                    <a:pt x="0" y="21600"/>
                  </a:lnTo>
                  <a:close/>
                </a:path>
              </a:pathLst>
            </a:custGeom>
            <a:solidFill>
              <a:srgbClr val="FFFFFF"/>
            </a:solidFill>
            <a:ln w="12700" cap="flat">
              <a:noFill/>
              <a:miter lim="400000"/>
            </a:ln>
            <a:effectLst>
              <a:outerShdw blurRad="38100" dist="20000" dir="5400000" rotWithShape="0">
                <a:srgbClr val="000000">
                  <a:alpha val="38000"/>
                </a:srgbClr>
              </a:outerShdw>
            </a:effectLst>
          </p:spPr>
          <p:txBody>
            <a:bodyPr wrap="square" lIns="0" tIns="0" rIns="0" bIns="0" numCol="1" anchor="t">
              <a:noAutofit/>
            </a:bodyPr>
            <a:lstStyle/>
            <a:p>
              <a:endParaRPr/>
            </a:p>
          </p:txBody>
        </p:sp>
        <p:sp>
          <p:nvSpPr>
            <p:cNvPr id="465" name="Pentagone 4"/>
            <p:cNvSpPr txBox="1"/>
            <p:nvPr/>
          </p:nvSpPr>
          <p:spPr>
            <a:xfrm>
              <a:off x="96012" y="199647"/>
              <a:ext cx="4396940" cy="36932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2003" tIns="32003" rIns="32003" bIns="32003" numCol="1" anchor="ctr">
              <a:spAutoFit/>
            </a:bodyPr>
            <a:lstStyle>
              <a:lvl1pPr algn="ctr" defTabSz="1066800">
                <a:lnSpc>
                  <a:spcPct val="90000"/>
                </a:lnSpc>
                <a:spcBef>
                  <a:spcPts val="1000"/>
                </a:spcBef>
                <a:defRPr sz="2200"/>
              </a:lvl1pPr>
            </a:lstStyle>
            <a:p>
              <a:r>
                <a:rPr lang="fr-FR" dirty="0"/>
                <a:t>Bénéfices</a:t>
              </a:r>
            </a:p>
          </p:txBody>
        </p:sp>
      </p:grpSp>
      <p:grpSp>
        <p:nvGrpSpPr>
          <p:cNvPr id="469" name="Groupe 11"/>
          <p:cNvGrpSpPr/>
          <p:nvPr/>
        </p:nvGrpSpPr>
        <p:grpSpPr>
          <a:xfrm>
            <a:off x="3832959" y="0"/>
            <a:ext cx="4685110" cy="768628"/>
            <a:chOff x="0" y="0"/>
            <a:chExt cx="4685108" cy="768627"/>
          </a:xfrm>
        </p:grpSpPr>
        <p:sp>
          <p:nvSpPr>
            <p:cNvPr id="467" name="Chevron 15"/>
            <p:cNvSpPr/>
            <p:nvPr/>
          </p:nvSpPr>
          <p:spPr>
            <a:xfrm>
              <a:off x="0" y="0"/>
              <a:ext cx="4685108" cy="768627"/>
            </a:xfrm>
            <a:prstGeom prst="chevron">
              <a:avLst>
                <a:gd name="adj" fmla="val 50000"/>
              </a:avLst>
            </a:prstGeom>
            <a:solidFill>
              <a:srgbClr val="FFFFFF"/>
            </a:solidFill>
            <a:ln w="12700" cap="flat">
              <a:noFill/>
              <a:miter lim="400000"/>
            </a:ln>
            <a:effectLst>
              <a:outerShdw blurRad="38100" dist="20000" dir="5400000" rotWithShape="0">
                <a:srgbClr val="000000">
                  <a:alpha val="38000"/>
                </a:srgbClr>
              </a:outerShdw>
            </a:effectLst>
          </p:spPr>
          <p:txBody>
            <a:bodyPr wrap="square" lIns="0" tIns="0" rIns="0" bIns="0" numCol="1" anchor="t">
              <a:noAutofit/>
            </a:bodyPr>
            <a:lstStyle/>
            <a:p>
              <a:endParaRPr/>
            </a:p>
          </p:txBody>
        </p:sp>
        <p:sp>
          <p:nvSpPr>
            <p:cNvPr id="468" name="Chevron 6"/>
            <p:cNvSpPr txBox="1"/>
            <p:nvPr/>
          </p:nvSpPr>
          <p:spPr>
            <a:xfrm>
              <a:off x="448320" y="199648"/>
              <a:ext cx="3852474" cy="36933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2003" tIns="32003" rIns="32003" bIns="32003" numCol="1" anchor="ctr">
              <a:spAutoFit/>
            </a:bodyPr>
            <a:lstStyle>
              <a:lvl1pPr algn="ctr" defTabSz="1066800">
                <a:lnSpc>
                  <a:spcPct val="90000"/>
                </a:lnSpc>
                <a:spcBef>
                  <a:spcPts val="1000"/>
                </a:spcBef>
                <a:defRPr sz="2200"/>
              </a:lvl1pPr>
            </a:lstStyle>
            <a:p>
              <a:endParaRPr dirty="0"/>
            </a:p>
          </p:txBody>
        </p:sp>
      </p:grpSp>
      <p:grpSp>
        <p:nvGrpSpPr>
          <p:cNvPr id="472" name="Groupe 12"/>
          <p:cNvGrpSpPr/>
          <p:nvPr/>
        </p:nvGrpSpPr>
        <p:grpSpPr>
          <a:xfrm>
            <a:off x="7501532" y="0"/>
            <a:ext cx="4685109" cy="768628"/>
            <a:chOff x="0" y="0"/>
            <a:chExt cx="4685108" cy="768627"/>
          </a:xfrm>
        </p:grpSpPr>
        <p:sp>
          <p:nvSpPr>
            <p:cNvPr id="470" name="Chevron 13"/>
            <p:cNvSpPr/>
            <p:nvPr/>
          </p:nvSpPr>
          <p:spPr>
            <a:xfrm>
              <a:off x="0" y="0"/>
              <a:ext cx="4685108" cy="768627"/>
            </a:xfrm>
            <a:prstGeom prst="chevron">
              <a:avLst>
                <a:gd name="adj" fmla="val 50000"/>
              </a:avLst>
            </a:prstGeom>
            <a:solidFill>
              <a:srgbClr val="E9041E"/>
            </a:solidFill>
            <a:ln w="12700" cap="flat">
              <a:noFill/>
              <a:miter lim="400000"/>
            </a:ln>
            <a:effectLst>
              <a:outerShdw blurRad="38100" dist="20000" dir="5400000" rotWithShape="0">
                <a:srgbClr val="000000">
                  <a:alpha val="38000"/>
                </a:srgbClr>
              </a:outerShdw>
            </a:effectLst>
          </p:spPr>
          <p:txBody>
            <a:bodyPr wrap="square" lIns="0" tIns="0" rIns="0" bIns="0" numCol="1" anchor="t">
              <a:noAutofit/>
            </a:bodyPr>
            <a:lstStyle/>
            <a:p>
              <a:endParaRPr/>
            </a:p>
          </p:txBody>
        </p:sp>
        <p:sp>
          <p:nvSpPr>
            <p:cNvPr id="471" name="Chevron 8"/>
            <p:cNvSpPr txBox="1"/>
            <p:nvPr/>
          </p:nvSpPr>
          <p:spPr>
            <a:xfrm>
              <a:off x="448320" y="185799"/>
              <a:ext cx="3852474" cy="39702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2003" tIns="32003" rIns="32003" bIns="32003" numCol="1" anchor="ctr">
              <a:spAutoFit/>
            </a:bodyPr>
            <a:lstStyle>
              <a:lvl1pPr algn="ctr" defTabSz="1066800">
                <a:lnSpc>
                  <a:spcPct val="90000"/>
                </a:lnSpc>
                <a:spcBef>
                  <a:spcPts val="1000"/>
                </a:spcBef>
                <a:defRPr sz="2400" b="1">
                  <a:solidFill>
                    <a:srgbClr val="FFFFFF"/>
                  </a:solidFill>
                </a:defRPr>
              </a:lvl1pPr>
            </a:lstStyle>
            <a:p>
              <a:endParaRPr dirty="0"/>
            </a:p>
          </p:txBody>
        </p:sp>
      </p:grpSp>
      <p:sp>
        <p:nvSpPr>
          <p:cNvPr id="492" name="Numéro de diapositive"/>
          <p:cNvSpPr txBox="1">
            <a:spLocks noGrp="1"/>
          </p:cNvSpPr>
          <p:nvPr>
            <p:ph type="sldNum" sz="quarter" idx="2"/>
          </p:nvPr>
        </p:nvSpPr>
        <p:spPr>
          <a:xfrm>
            <a:off x="6056343" y="6403696"/>
            <a:ext cx="238341" cy="383541"/>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lgn="ctr">
              <a:defRPr sz="1900"/>
            </a:lvl1pPr>
          </a:lstStyle>
          <a:p>
            <a:fld id="{86CB4B4D-7CA3-9044-876B-883B54F8677D}" type="slidenum">
              <a:rPr/>
              <a:t>15</a:t>
            </a:fld>
            <a:endParaRPr/>
          </a:p>
        </p:txBody>
      </p:sp>
      <p:pic>
        <p:nvPicPr>
          <p:cNvPr id="4" name="Picture 3">
            <a:extLst>
              <a:ext uri="{FF2B5EF4-FFF2-40B4-BE49-F238E27FC236}">
                <a16:creationId xmlns:a16="http://schemas.microsoft.com/office/drawing/2014/main" id="{AA329BCA-270F-E84A-9CC5-2ADB17D90327}"/>
              </a:ext>
            </a:extLst>
          </p:cNvPr>
          <p:cNvPicPr>
            <a:picLocks noChangeAspect="1"/>
          </p:cNvPicPr>
          <p:nvPr/>
        </p:nvPicPr>
        <p:blipFill>
          <a:blip r:embed="rId3"/>
          <a:stretch>
            <a:fillRect/>
          </a:stretch>
        </p:blipFill>
        <p:spPr>
          <a:xfrm>
            <a:off x="575870" y="1797979"/>
            <a:ext cx="10859268" cy="3708970"/>
          </a:xfrm>
          <a:prstGeom prst="rect">
            <a:avLst/>
          </a:prstGeom>
        </p:spPr>
      </p:pic>
    </p:spTree>
    <p:extLst>
      <p:ext uri="{BB962C8B-B14F-4D97-AF65-F5344CB8AC3E}">
        <p14:creationId xmlns:p14="http://schemas.microsoft.com/office/powerpoint/2010/main" val="601976785"/>
      </p:ext>
    </p:extLst>
  </p:cSld>
  <p:clrMapOvr>
    <a:masterClrMapping/>
  </p:clrMapOvr>
  <mc:AlternateContent xmlns:mc="http://schemas.openxmlformats.org/markup-compatibility/2006" xmlns:p14="http://schemas.microsoft.com/office/powerpoint/2010/main">
    <mc:Choice Requires="p14">
      <p:transition spd="med">
        <p:push/>
      </p:transition>
    </mc:Choice>
    <mc:Fallback xmlns="" xmlns:m="http://schemas.openxmlformats.org/officeDocument/2006/math" xmlns:a14="http://schemas.microsoft.com/office/drawing/2010/main">
      <p:transition spd="fast">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iterate>
                                    <p:tmAbs val="0"/>
                                  </p:iterate>
                                  <p:childTnLst>
                                    <p:set>
                                      <p:cBhvr>
                                        <p:cTn id="6" fill="hold"/>
                                        <p:tgtEl>
                                          <p:spTgt spid="463"/>
                                        </p:tgtEl>
                                        <p:attrNameLst>
                                          <p:attrName>style.visibility</p:attrName>
                                        </p:attrNameLst>
                                      </p:cBhvr>
                                      <p:to>
                                        <p:strVal val="visible"/>
                                      </p:to>
                                    </p:set>
                                    <p:animEffect transition="in" filter="wipe(down)">
                                      <p:cBhvr>
                                        <p:cTn id="7" dur="500"/>
                                        <p:tgtEl>
                                          <p:spTgt spid="4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3" grpId="0" animBg="1" advAuto="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6" name="TextBox 1"/>
          <p:cNvSpPr txBox="1"/>
          <p:nvPr/>
        </p:nvSpPr>
        <p:spPr>
          <a:xfrm>
            <a:off x="250938" y="1019871"/>
            <a:ext cx="5879049" cy="453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6000" tIns="36000" rIns="36000" bIns="36000">
            <a:spAutoFit/>
          </a:bodyPr>
          <a:lstStyle>
            <a:lvl1pPr>
              <a:defRPr sz="2500">
                <a:latin typeface="Montserrat ExtraBold"/>
                <a:ea typeface="Montserrat ExtraBold"/>
                <a:cs typeface="Montserrat ExtraBold"/>
                <a:sym typeface="Montserrat ExtraBold"/>
              </a:defRPr>
            </a:lvl1pPr>
          </a:lstStyle>
          <a:p>
            <a:r>
              <a:rPr dirty="0" err="1"/>
              <a:t>Besoins</a:t>
            </a:r>
            <a:r>
              <a:rPr dirty="0"/>
              <a:t> </a:t>
            </a:r>
            <a:r>
              <a:rPr dirty="0" err="1"/>
              <a:t>Fonctionnels</a:t>
            </a:r>
            <a:endParaRPr dirty="0"/>
          </a:p>
        </p:txBody>
      </p:sp>
      <p:grpSp>
        <p:nvGrpSpPr>
          <p:cNvPr id="499" name="Groupe 10"/>
          <p:cNvGrpSpPr/>
          <p:nvPr/>
        </p:nvGrpSpPr>
        <p:grpSpPr>
          <a:xfrm>
            <a:off x="0" y="-2"/>
            <a:ext cx="4685109" cy="768630"/>
            <a:chOff x="0" y="-1"/>
            <a:chExt cx="4685108" cy="768628"/>
          </a:xfrm>
        </p:grpSpPr>
        <p:sp>
          <p:nvSpPr>
            <p:cNvPr id="497" name="Pentagone 17"/>
            <p:cNvSpPr/>
            <p:nvPr/>
          </p:nvSpPr>
          <p:spPr>
            <a:xfrm>
              <a:off x="0" y="-1"/>
              <a:ext cx="4685108" cy="76862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9828" y="0"/>
                  </a:lnTo>
                  <a:lnTo>
                    <a:pt x="21600" y="10800"/>
                  </a:lnTo>
                  <a:lnTo>
                    <a:pt x="19828" y="21600"/>
                  </a:lnTo>
                  <a:lnTo>
                    <a:pt x="0" y="21600"/>
                  </a:lnTo>
                  <a:close/>
                </a:path>
              </a:pathLst>
            </a:custGeom>
            <a:solidFill>
              <a:srgbClr val="FFFFFF"/>
            </a:solidFill>
            <a:ln w="12700" cap="flat">
              <a:noFill/>
              <a:miter lim="400000"/>
            </a:ln>
            <a:effectLst>
              <a:outerShdw blurRad="38100" dist="20000" dir="5400000" rotWithShape="0">
                <a:srgbClr val="000000">
                  <a:alpha val="38000"/>
                </a:srgbClr>
              </a:outerShdw>
            </a:effectLst>
          </p:spPr>
          <p:txBody>
            <a:bodyPr wrap="square" lIns="0" tIns="0" rIns="0" bIns="0" numCol="1" anchor="t">
              <a:noAutofit/>
            </a:bodyPr>
            <a:lstStyle/>
            <a:p>
              <a:endParaRPr/>
            </a:p>
          </p:txBody>
        </p:sp>
        <p:sp>
          <p:nvSpPr>
            <p:cNvPr id="498" name="Pentagone 4"/>
            <p:cNvSpPr txBox="1"/>
            <p:nvPr/>
          </p:nvSpPr>
          <p:spPr>
            <a:xfrm>
              <a:off x="96012" y="199647"/>
              <a:ext cx="4396940" cy="36932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2003" tIns="32003" rIns="32003" bIns="32003" numCol="1" anchor="ctr">
              <a:spAutoFit/>
            </a:bodyPr>
            <a:lstStyle>
              <a:lvl1pPr algn="ctr" defTabSz="1066800">
                <a:lnSpc>
                  <a:spcPct val="90000"/>
                </a:lnSpc>
                <a:spcBef>
                  <a:spcPts val="1000"/>
                </a:spcBef>
                <a:defRPr sz="2200"/>
              </a:lvl1pPr>
            </a:lstStyle>
            <a:p>
              <a:r>
                <a:rPr lang="en-GB" dirty="0" err="1"/>
                <a:t>Besoins</a:t>
              </a:r>
              <a:endParaRPr lang="en-GB" dirty="0"/>
            </a:p>
          </p:txBody>
        </p:sp>
      </p:grpSp>
      <p:grpSp>
        <p:nvGrpSpPr>
          <p:cNvPr id="502" name="Groupe 11"/>
          <p:cNvGrpSpPr/>
          <p:nvPr/>
        </p:nvGrpSpPr>
        <p:grpSpPr>
          <a:xfrm>
            <a:off x="3832959" y="0"/>
            <a:ext cx="4685110" cy="768628"/>
            <a:chOff x="0" y="0"/>
            <a:chExt cx="4685108" cy="768627"/>
          </a:xfrm>
        </p:grpSpPr>
        <p:sp>
          <p:nvSpPr>
            <p:cNvPr id="500" name="Chevron 15"/>
            <p:cNvSpPr/>
            <p:nvPr/>
          </p:nvSpPr>
          <p:spPr>
            <a:xfrm>
              <a:off x="0" y="0"/>
              <a:ext cx="4685108" cy="768627"/>
            </a:xfrm>
            <a:prstGeom prst="chevron">
              <a:avLst>
                <a:gd name="adj" fmla="val 50000"/>
              </a:avLst>
            </a:prstGeom>
            <a:solidFill>
              <a:srgbClr val="FFFFFF"/>
            </a:solidFill>
            <a:ln w="12700" cap="flat">
              <a:noFill/>
              <a:miter lim="400000"/>
            </a:ln>
            <a:effectLst>
              <a:outerShdw blurRad="38100" dist="20000" dir="5400000" rotWithShape="0">
                <a:srgbClr val="000000">
                  <a:alpha val="38000"/>
                </a:srgbClr>
              </a:outerShdw>
            </a:effectLst>
          </p:spPr>
          <p:txBody>
            <a:bodyPr wrap="square" lIns="0" tIns="0" rIns="0" bIns="0" numCol="1" anchor="t">
              <a:noAutofit/>
            </a:bodyPr>
            <a:lstStyle/>
            <a:p>
              <a:endParaRPr/>
            </a:p>
          </p:txBody>
        </p:sp>
        <p:sp>
          <p:nvSpPr>
            <p:cNvPr id="501" name="Chevron 6"/>
            <p:cNvSpPr txBox="1"/>
            <p:nvPr/>
          </p:nvSpPr>
          <p:spPr>
            <a:xfrm>
              <a:off x="448320" y="199648"/>
              <a:ext cx="3852474" cy="36933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2003" tIns="32003" rIns="32003" bIns="32003" numCol="1" anchor="ctr">
              <a:spAutoFit/>
            </a:bodyPr>
            <a:lstStyle>
              <a:lvl1pPr algn="ctr" defTabSz="1066800">
                <a:lnSpc>
                  <a:spcPct val="90000"/>
                </a:lnSpc>
                <a:spcBef>
                  <a:spcPts val="1000"/>
                </a:spcBef>
                <a:defRPr sz="2200"/>
              </a:lvl1pPr>
            </a:lstStyle>
            <a:p>
              <a:endParaRPr lang="en-GB" dirty="0"/>
            </a:p>
          </p:txBody>
        </p:sp>
      </p:grpSp>
      <p:grpSp>
        <p:nvGrpSpPr>
          <p:cNvPr id="505" name="Groupe 12"/>
          <p:cNvGrpSpPr/>
          <p:nvPr/>
        </p:nvGrpSpPr>
        <p:grpSpPr>
          <a:xfrm>
            <a:off x="7501532" y="0"/>
            <a:ext cx="4685109" cy="768628"/>
            <a:chOff x="0" y="0"/>
            <a:chExt cx="4685108" cy="768627"/>
          </a:xfrm>
        </p:grpSpPr>
        <p:sp>
          <p:nvSpPr>
            <p:cNvPr id="503" name="Chevron 13"/>
            <p:cNvSpPr/>
            <p:nvPr/>
          </p:nvSpPr>
          <p:spPr>
            <a:xfrm>
              <a:off x="0" y="0"/>
              <a:ext cx="4685108" cy="768627"/>
            </a:xfrm>
            <a:prstGeom prst="chevron">
              <a:avLst>
                <a:gd name="adj" fmla="val 50000"/>
              </a:avLst>
            </a:prstGeom>
            <a:solidFill>
              <a:srgbClr val="E9041E"/>
            </a:solidFill>
            <a:ln w="12700" cap="flat">
              <a:noFill/>
              <a:miter lim="400000"/>
            </a:ln>
            <a:effectLst>
              <a:outerShdw blurRad="38100" dist="20000" dir="5400000" rotWithShape="0">
                <a:srgbClr val="000000">
                  <a:alpha val="38000"/>
                </a:srgbClr>
              </a:outerShdw>
            </a:effectLst>
          </p:spPr>
          <p:txBody>
            <a:bodyPr wrap="square" lIns="0" tIns="0" rIns="0" bIns="0" numCol="1" anchor="t">
              <a:noAutofit/>
            </a:bodyPr>
            <a:lstStyle/>
            <a:p>
              <a:endParaRPr/>
            </a:p>
          </p:txBody>
        </p:sp>
        <p:sp>
          <p:nvSpPr>
            <p:cNvPr id="504" name="Chevron 8"/>
            <p:cNvSpPr txBox="1"/>
            <p:nvPr/>
          </p:nvSpPr>
          <p:spPr>
            <a:xfrm>
              <a:off x="448320" y="185799"/>
              <a:ext cx="3852474" cy="39702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2003" tIns="32003" rIns="32003" bIns="32003" numCol="1" anchor="ctr">
              <a:spAutoFit/>
            </a:bodyPr>
            <a:lstStyle>
              <a:lvl1pPr algn="ctr" defTabSz="1066800">
                <a:lnSpc>
                  <a:spcPct val="90000"/>
                </a:lnSpc>
                <a:spcBef>
                  <a:spcPts val="1000"/>
                </a:spcBef>
                <a:defRPr sz="2400" b="1">
                  <a:solidFill>
                    <a:srgbClr val="FFFFFF"/>
                  </a:solidFill>
                </a:defRPr>
              </a:lvl1pPr>
            </a:lstStyle>
            <a:p>
              <a:endParaRPr lang="en-GB" dirty="0"/>
            </a:p>
          </p:txBody>
        </p:sp>
      </p:grpSp>
      <p:sp>
        <p:nvSpPr>
          <p:cNvPr id="506" name="L’application doit optimiser les traitements pour avoir un temps de réponse raisonnable."/>
          <p:cNvSpPr/>
          <p:nvPr/>
        </p:nvSpPr>
        <p:spPr>
          <a:xfrm>
            <a:off x="2749579" y="2297118"/>
            <a:ext cx="2175133" cy="1231831"/>
          </a:xfrm>
          <a:prstGeom prst="roundRect">
            <a:avLst>
              <a:gd name="adj" fmla="val 15465"/>
            </a:avLst>
          </a:prstGeom>
          <a:solidFill>
            <a:srgbClr val="E6E6E6"/>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lstStyle/>
          <a:p>
            <a:pPr marL="88900" marR="88900" indent="91099" algn="ctr" defTabSz="457200">
              <a:defRPr sz="1400">
                <a:solidFill>
                  <a:srgbClr val="000000"/>
                </a:solidFill>
              </a:defRPr>
            </a:pPr>
            <a:r>
              <a:rPr lang="fr-FR" sz="1400" dirty="0"/>
              <a:t>L’utilisateur peut générer un projet </a:t>
            </a:r>
            <a:r>
              <a:rPr lang="fr-FR" sz="1400" dirty="0" err="1"/>
              <a:t>Spring</a:t>
            </a:r>
            <a:r>
              <a:rPr lang="fr-FR" sz="1400" dirty="0"/>
              <a:t> Boot et </a:t>
            </a:r>
            <a:r>
              <a:rPr lang="fr-FR" sz="1400" dirty="0" err="1"/>
              <a:t>React</a:t>
            </a:r>
            <a:r>
              <a:rPr lang="fr-FR" sz="1400" dirty="0"/>
              <a:t> avec architecture hexagonale via formulaire</a:t>
            </a:r>
            <a:r>
              <a:rPr lang="en-MA" sz="1400" dirty="0"/>
              <a:t> </a:t>
            </a:r>
            <a:r>
              <a:rPr dirty="0"/>
              <a:t>.</a:t>
            </a:r>
          </a:p>
        </p:txBody>
      </p:sp>
      <p:sp>
        <p:nvSpPr>
          <p:cNvPr id="507" name="Sécurité"/>
          <p:cNvSpPr/>
          <p:nvPr/>
        </p:nvSpPr>
        <p:spPr>
          <a:xfrm>
            <a:off x="5132089" y="3033648"/>
            <a:ext cx="1462444" cy="469901"/>
          </a:xfrm>
          <a:custGeom>
            <a:avLst/>
            <a:gdLst/>
            <a:ahLst/>
            <a:cxnLst>
              <a:cxn ang="0">
                <a:pos x="wd2" y="hd2"/>
              </a:cxn>
              <a:cxn ang="5400000">
                <a:pos x="wd2" y="hd2"/>
              </a:cxn>
              <a:cxn ang="10800000">
                <a:pos x="wd2" y="hd2"/>
              </a:cxn>
              <a:cxn ang="16200000">
                <a:pos x="wd2" y="hd2"/>
              </a:cxn>
            </a:cxnLst>
            <a:rect l="0" t="0" r="r" b="b"/>
            <a:pathLst>
              <a:path w="21600" h="21600" extrusionOk="0">
                <a:moveTo>
                  <a:pt x="37" y="0"/>
                </a:moveTo>
                <a:lnTo>
                  <a:pt x="21569" y="181"/>
                </a:lnTo>
                <a:lnTo>
                  <a:pt x="21600" y="10989"/>
                </a:lnTo>
                <a:lnTo>
                  <a:pt x="10871" y="21600"/>
                </a:lnTo>
                <a:lnTo>
                  <a:pt x="0" y="10534"/>
                </a:lnTo>
                <a:lnTo>
                  <a:pt x="37" y="0"/>
                </a:lnTo>
                <a:close/>
              </a:path>
            </a:pathLst>
          </a:custGeom>
          <a:solidFill>
            <a:srgbClr val="1673E9"/>
          </a:solidFill>
          <a:ln w="12700">
            <a:miter lim="400000"/>
          </a:ln>
          <a:effectLst>
            <a:outerShdw blurRad="38100" dist="20000" dir="5400000" rotWithShape="0">
              <a:srgbClr val="000000">
                <a:alpha val="38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lstStyle>
            <a:lvl1pPr algn="ctr">
              <a:defRPr sz="1200">
                <a:solidFill>
                  <a:srgbClr val="FFFFFF"/>
                </a:solidFill>
                <a:latin typeface="Montserrat Medium"/>
                <a:ea typeface="Montserrat Medium"/>
                <a:cs typeface="Montserrat Medium"/>
                <a:sym typeface="Montserrat Medium"/>
              </a:defRPr>
            </a:lvl1pPr>
          </a:lstStyle>
          <a:p>
            <a:r>
              <a:rPr lang="fr-FR" dirty="0"/>
              <a:t>Vue Globale des APIS</a:t>
            </a:r>
            <a:endParaRPr dirty="0"/>
          </a:p>
        </p:txBody>
      </p:sp>
      <p:sp>
        <p:nvSpPr>
          <p:cNvPr id="508" name="Rapidité"/>
          <p:cNvSpPr/>
          <p:nvPr/>
        </p:nvSpPr>
        <p:spPr>
          <a:xfrm>
            <a:off x="3111437" y="3971555"/>
            <a:ext cx="1451418" cy="473925"/>
          </a:xfrm>
          <a:custGeom>
            <a:avLst/>
            <a:gdLst/>
            <a:ahLst/>
            <a:cxnLst>
              <a:cxn ang="0">
                <a:pos x="wd2" y="hd2"/>
              </a:cxn>
              <a:cxn ang="5400000">
                <a:pos x="wd2" y="hd2"/>
              </a:cxn>
              <a:cxn ang="10800000">
                <a:pos x="wd2" y="hd2"/>
              </a:cxn>
              <a:cxn ang="16200000">
                <a:pos x="wd2" y="hd2"/>
              </a:cxn>
            </a:cxnLst>
            <a:rect l="0" t="0" r="r" b="b"/>
            <a:pathLst>
              <a:path w="21600" h="21600" extrusionOk="0">
                <a:moveTo>
                  <a:pt x="0" y="10842"/>
                </a:moveTo>
                <a:lnTo>
                  <a:pt x="10842" y="0"/>
                </a:lnTo>
                <a:lnTo>
                  <a:pt x="21600" y="10440"/>
                </a:lnTo>
                <a:lnTo>
                  <a:pt x="21533" y="21600"/>
                </a:lnTo>
                <a:lnTo>
                  <a:pt x="68" y="21417"/>
                </a:lnTo>
                <a:lnTo>
                  <a:pt x="0" y="10842"/>
                </a:lnTo>
                <a:close/>
              </a:path>
            </a:pathLst>
          </a:custGeom>
          <a:solidFill>
            <a:srgbClr val="1673E8"/>
          </a:solidFill>
          <a:ln w="12700">
            <a:miter lim="400000"/>
          </a:ln>
          <a:effectLst>
            <a:outerShdw blurRad="38100" dist="20000" dir="5400000" rotWithShape="0">
              <a:srgbClr val="000000">
                <a:alpha val="38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b"/>
          <a:lstStyle>
            <a:lvl1pPr algn="ctr">
              <a:defRPr sz="1200">
                <a:solidFill>
                  <a:srgbClr val="FFFFFF"/>
                </a:solidFill>
                <a:latin typeface="Montserrat Medium"/>
                <a:ea typeface="Montserrat Medium"/>
                <a:cs typeface="Montserrat Medium"/>
                <a:sym typeface="Montserrat Medium"/>
              </a:defRPr>
            </a:lvl1pPr>
          </a:lstStyle>
          <a:p>
            <a:r>
              <a:rPr lang="fr-FR" dirty="0"/>
              <a:t>Génération projet</a:t>
            </a:r>
            <a:r>
              <a:rPr lang="en-MA" dirty="0"/>
              <a:t> </a:t>
            </a:r>
            <a:endParaRPr dirty="0"/>
          </a:p>
        </p:txBody>
      </p:sp>
      <p:sp>
        <p:nvSpPr>
          <p:cNvPr id="509" name="Ligne"/>
          <p:cNvSpPr/>
          <p:nvPr/>
        </p:nvSpPr>
        <p:spPr>
          <a:xfrm>
            <a:off x="681035" y="3756602"/>
            <a:ext cx="10911394" cy="1"/>
          </a:xfrm>
          <a:prstGeom prst="line">
            <a:avLst/>
          </a:prstGeom>
          <a:ln w="25400">
            <a:solidFill>
              <a:srgbClr val="004D99"/>
            </a:solidFill>
          </a:ln>
          <a:effectLst>
            <a:outerShdw blurRad="38100" dist="20000" dir="5400000" rotWithShape="0">
              <a:srgbClr val="000000">
                <a:alpha val="38000"/>
              </a:srgbClr>
            </a:outerShdw>
          </a:effectLst>
        </p:spPr>
        <p:txBody>
          <a:bodyPr lIns="45719" rIns="45719"/>
          <a:lstStyle/>
          <a:p>
            <a:endParaRPr/>
          </a:p>
        </p:txBody>
      </p:sp>
      <p:sp>
        <p:nvSpPr>
          <p:cNvPr id="510" name="Cercle"/>
          <p:cNvSpPr/>
          <p:nvPr/>
        </p:nvSpPr>
        <p:spPr>
          <a:xfrm>
            <a:off x="1642835" y="3650729"/>
            <a:ext cx="211746" cy="211746"/>
          </a:xfrm>
          <a:prstGeom prst="ellipse">
            <a:avLst/>
          </a:prstGeom>
          <a:solidFill>
            <a:srgbClr val="61B9FF"/>
          </a:solidFill>
          <a:ln w="38100">
            <a:solidFill>
              <a:srgbClr val="004D99"/>
            </a:solidFill>
          </a:ln>
        </p:spPr>
        <p:txBody>
          <a:bodyPr lIns="0" tIns="0" rIns="0" bIns="0"/>
          <a:lstStyle/>
          <a:p>
            <a:endParaRPr/>
          </a:p>
        </p:txBody>
      </p:sp>
      <p:sp>
        <p:nvSpPr>
          <p:cNvPr id="511" name="L’application doit avoir une interface conviviale, souple et ergonomique exploitable par l’utilisateur et respectant le charte graphique de la Société Générale."/>
          <p:cNvSpPr/>
          <p:nvPr/>
        </p:nvSpPr>
        <p:spPr>
          <a:xfrm>
            <a:off x="515199" y="3984255"/>
            <a:ext cx="2467018" cy="1625225"/>
          </a:xfrm>
          <a:prstGeom prst="roundRect">
            <a:avLst>
              <a:gd name="adj" fmla="val 11721"/>
            </a:avLst>
          </a:prstGeom>
          <a:solidFill>
            <a:srgbClr val="E6E6E6"/>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lstStyle/>
          <a:p>
            <a:pPr marL="88900" marR="88900" indent="-76835" algn="ctr" defTabSz="457200">
              <a:defRPr sz="1400">
                <a:solidFill>
                  <a:srgbClr val="000000"/>
                </a:solidFill>
              </a:defRPr>
            </a:pPr>
            <a:r>
              <a:rPr lang="fr-FR" sz="1400" dirty="0"/>
              <a:t>Consultation, édition, suppression et </a:t>
            </a:r>
            <a:r>
              <a:rPr lang="fr-FR" sz="1400" dirty="0" err="1"/>
              <a:t>versioning</a:t>
            </a:r>
            <a:r>
              <a:rPr lang="fr-FR" sz="1400" dirty="0"/>
              <a:t> des documents</a:t>
            </a:r>
            <a:r>
              <a:rPr lang="en-MA" sz="1400" dirty="0"/>
              <a:t> </a:t>
            </a:r>
            <a:endParaRPr dirty="0"/>
          </a:p>
        </p:txBody>
      </p:sp>
      <p:sp>
        <p:nvSpPr>
          <p:cNvPr id="512" name="Ergonomie"/>
          <p:cNvSpPr/>
          <p:nvPr/>
        </p:nvSpPr>
        <p:spPr>
          <a:xfrm>
            <a:off x="1017486" y="3033648"/>
            <a:ext cx="1462444" cy="469901"/>
          </a:xfrm>
          <a:custGeom>
            <a:avLst/>
            <a:gdLst/>
            <a:ahLst/>
            <a:cxnLst>
              <a:cxn ang="0">
                <a:pos x="wd2" y="hd2"/>
              </a:cxn>
              <a:cxn ang="5400000">
                <a:pos x="wd2" y="hd2"/>
              </a:cxn>
              <a:cxn ang="10800000">
                <a:pos x="wd2" y="hd2"/>
              </a:cxn>
              <a:cxn ang="16200000">
                <a:pos x="wd2" y="hd2"/>
              </a:cxn>
            </a:cxnLst>
            <a:rect l="0" t="0" r="r" b="b"/>
            <a:pathLst>
              <a:path w="21600" h="21600" extrusionOk="0">
                <a:moveTo>
                  <a:pt x="37" y="0"/>
                </a:moveTo>
                <a:lnTo>
                  <a:pt x="21569" y="181"/>
                </a:lnTo>
                <a:lnTo>
                  <a:pt x="21600" y="10989"/>
                </a:lnTo>
                <a:lnTo>
                  <a:pt x="10871" y="21600"/>
                </a:lnTo>
                <a:lnTo>
                  <a:pt x="0" y="10534"/>
                </a:lnTo>
                <a:lnTo>
                  <a:pt x="37" y="0"/>
                </a:lnTo>
                <a:close/>
              </a:path>
            </a:pathLst>
          </a:custGeom>
          <a:solidFill>
            <a:srgbClr val="1673E9"/>
          </a:solidFill>
          <a:ln w="12700">
            <a:miter lim="400000"/>
          </a:ln>
          <a:effectLst>
            <a:outerShdw blurRad="38100" dist="20000" dir="5400000" rotWithShape="0">
              <a:srgbClr val="000000">
                <a:alpha val="38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lstStyle>
            <a:lvl1pPr algn="ctr">
              <a:defRPr sz="1200">
                <a:solidFill>
                  <a:srgbClr val="FFFFFF"/>
                </a:solidFill>
                <a:latin typeface="Montserrat Medium"/>
                <a:ea typeface="Montserrat Medium"/>
                <a:cs typeface="Montserrat Medium"/>
                <a:sym typeface="Montserrat Medium"/>
              </a:defRPr>
            </a:lvl1pPr>
          </a:lstStyle>
          <a:p>
            <a:r>
              <a:rPr lang="fr-FR" dirty="0"/>
              <a:t>Gestion document</a:t>
            </a:r>
            <a:r>
              <a:rPr lang="en-MA" dirty="0"/>
              <a:t> </a:t>
            </a:r>
            <a:endParaRPr dirty="0"/>
          </a:p>
        </p:txBody>
      </p:sp>
      <p:sp>
        <p:nvSpPr>
          <p:cNvPr id="513" name="Cercle"/>
          <p:cNvSpPr/>
          <p:nvPr/>
        </p:nvSpPr>
        <p:spPr>
          <a:xfrm>
            <a:off x="3731273" y="3650729"/>
            <a:ext cx="211746" cy="211746"/>
          </a:xfrm>
          <a:prstGeom prst="ellipse">
            <a:avLst/>
          </a:prstGeom>
          <a:solidFill>
            <a:srgbClr val="61B9FF"/>
          </a:solidFill>
          <a:ln w="38100">
            <a:solidFill>
              <a:srgbClr val="004D99"/>
            </a:solidFill>
          </a:ln>
        </p:spPr>
        <p:txBody>
          <a:bodyPr lIns="0" tIns="0" rIns="0" bIns="0"/>
          <a:lstStyle/>
          <a:p>
            <a:endParaRPr/>
          </a:p>
        </p:txBody>
      </p:sp>
      <p:sp>
        <p:nvSpPr>
          <p:cNvPr id="514" name="Cercle"/>
          <p:cNvSpPr/>
          <p:nvPr/>
        </p:nvSpPr>
        <p:spPr>
          <a:xfrm>
            <a:off x="5755480" y="3655475"/>
            <a:ext cx="211747" cy="211746"/>
          </a:xfrm>
          <a:prstGeom prst="ellipse">
            <a:avLst/>
          </a:prstGeom>
          <a:solidFill>
            <a:srgbClr val="61B9FF"/>
          </a:solidFill>
          <a:ln w="38100">
            <a:solidFill>
              <a:srgbClr val="004D99"/>
            </a:solidFill>
          </a:ln>
        </p:spPr>
        <p:txBody>
          <a:bodyPr lIns="0" tIns="0" rIns="0" bIns="0"/>
          <a:lstStyle/>
          <a:p>
            <a:endParaRPr/>
          </a:p>
        </p:txBody>
      </p:sp>
      <p:sp>
        <p:nvSpPr>
          <p:cNvPr id="515" name="L’application doit respecter la confidentialité des données."/>
          <p:cNvSpPr/>
          <p:nvPr/>
        </p:nvSpPr>
        <p:spPr>
          <a:xfrm>
            <a:off x="4775744" y="3984255"/>
            <a:ext cx="2175134" cy="1033568"/>
          </a:xfrm>
          <a:prstGeom prst="roundRect">
            <a:avLst>
              <a:gd name="adj" fmla="val 18431"/>
            </a:avLst>
          </a:prstGeom>
          <a:solidFill>
            <a:srgbClr val="E6E6E6"/>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lstStyle>
            <a:lvl1pPr marL="88900" marR="88900" indent="-88900" algn="ctr">
              <a:defRPr sz="1400">
                <a:solidFill>
                  <a:srgbClr val="000000"/>
                </a:solidFill>
              </a:defRPr>
            </a:lvl1pPr>
          </a:lstStyle>
          <a:p>
            <a:r>
              <a:rPr lang="fr-FR" dirty="0"/>
              <a:t>Le portail permet de visualiser les APIs avec </a:t>
            </a:r>
            <a:r>
              <a:rPr lang="fr-FR" dirty="0" err="1"/>
              <a:t>endpoints</a:t>
            </a:r>
            <a:r>
              <a:rPr lang="fr-FR" dirty="0"/>
              <a:t>, versions, schémas et infrastructures</a:t>
            </a:r>
            <a:r>
              <a:rPr lang="en-MA" dirty="0"/>
              <a:t> </a:t>
            </a:r>
            <a:endParaRPr dirty="0"/>
          </a:p>
        </p:txBody>
      </p:sp>
      <p:sp>
        <p:nvSpPr>
          <p:cNvPr id="516" name="Le code de l’application doit être compréhensible et lisible pour minimiser l’effort d’évolution du système et pour localiser et corriger les erreurs facilement."/>
          <p:cNvSpPr/>
          <p:nvPr/>
        </p:nvSpPr>
        <p:spPr>
          <a:xfrm>
            <a:off x="6801911" y="1878704"/>
            <a:ext cx="2467017" cy="1650245"/>
          </a:xfrm>
          <a:prstGeom prst="roundRect">
            <a:avLst>
              <a:gd name="adj" fmla="val 11544"/>
            </a:avLst>
          </a:prstGeom>
          <a:solidFill>
            <a:srgbClr val="E6E6E6"/>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lstStyle>
            <a:lvl1pPr marL="88900" marR="88900" indent="91099" algn="ctr" defTabSz="457200">
              <a:defRPr sz="1400">
                <a:solidFill>
                  <a:srgbClr val="000000"/>
                </a:solidFill>
              </a:defRPr>
            </a:lvl1pPr>
          </a:lstStyle>
          <a:p>
            <a:r>
              <a:rPr lang="fr-FR" dirty="0"/>
              <a:t>Le projet généré peut être téléchargé sous forme d’archive compressée</a:t>
            </a:r>
            <a:r>
              <a:rPr lang="en-MA" dirty="0"/>
              <a:t> </a:t>
            </a:r>
            <a:endParaRPr dirty="0"/>
          </a:p>
        </p:txBody>
      </p:sp>
      <p:sp>
        <p:nvSpPr>
          <p:cNvPr id="517" name="Maintenabilité"/>
          <p:cNvSpPr/>
          <p:nvPr/>
        </p:nvSpPr>
        <p:spPr>
          <a:xfrm>
            <a:off x="7309710" y="3971555"/>
            <a:ext cx="1451418" cy="473925"/>
          </a:xfrm>
          <a:custGeom>
            <a:avLst/>
            <a:gdLst/>
            <a:ahLst/>
            <a:cxnLst>
              <a:cxn ang="0">
                <a:pos x="wd2" y="hd2"/>
              </a:cxn>
              <a:cxn ang="5400000">
                <a:pos x="wd2" y="hd2"/>
              </a:cxn>
              <a:cxn ang="10800000">
                <a:pos x="wd2" y="hd2"/>
              </a:cxn>
              <a:cxn ang="16200000">
                <a:pos x="wd2" y="hd2"/>
              </a:cxn>
            </a:cxnLst>
            <a:rect l="0" t="0" r="r" b="b"/>
            <a:pathLst>
              <a:path w="21600" h="21600" extrusionOk="0">
                <a:moveTo>
                  <a:pt x="0" y="10842"/>
                </a:moveTo>
                <a:lnTo>
                  <a:pt x="10842" y="0"/>
                </a:lnTo>
                <a:lnTo>
                  <a:pt x="21600" y="10440"/>
                </a:lnTo>
                <a:lnTo>
                  <a:pt x="21533" y="21600"/>
                </a:lnTo>
                <a:lnTo>
                  <a:pt x="68" y="21417"/>
                </a:lnTo>
                <a:lnTo>
                  <a:pt x="0" y="10842"/>
                </a:lnTo>
                <a:close/>
              </a:path>
            </a:pathLst>
          </a:custGeom>
          <a:solidFill>
            <a:srgbClr val="1673E8"/>
          </a:solidFill>
          <a:ln w="12700">
            <a:miter lim="400000"/>
          </a:ln>
          <a:effectLst>
            <a:outerShdw blurRad="38100" dist="20000" dir="5400000" rotWithShape="0">
              <a:srgbClr val="000000">
                <a:alpha val="38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b"/>
          <a:lstStyle>
            <a:lvl1pPr algn="ctr">
              <a:defRPr sz="1200">
                <a:solidFill>
                  <a:srgbClr val="FFFFFF"/>
                </a:solidFill>
                <a:latin typeface="Montserrat Medium"/>
                <a:ea typeface="Montserrat Medium"/>
                <a:cs typeface="Montserrat Medium"/>
                <a:sym typeface="Montserrat Medium"/>
              </a:defRPr>
            </a:lvl1pPr>
          </a:lstStyle>
          <a:p>
            <a:r>
              <a:rPr lang="fr-FR" dirty="0"/>
              <a:t>Téléchargement ZIP</a:t>
            </a:r>
            <a:r>
              <a:rPr lang="en-MA" dirty="0"/>
              <a:t> </a:t>
            </a:r>
            <a:endParaRPr dirty="0"/>
          </a:p>
        </p:txBody>
      </p:sp>
      <p:sp>
        <p:nvSpPr>
          <p:cNvPr id="518" name="Cercle"/>
          <p:cNvSpPr/>
          <p:nvPr/>
        </p:nvSpPr>
        <p:spPr>
          <a:xfrm>
            <a:off x="7929546" y="3650729"/>
            <a:ext cx="211746" cy="211746"/>
          </a:xfrm>
          <a:prstGeom prst="ellipse">
            <a:avLst/>
          </a:prstGeom>
          <a:solidFill>
            <a:srgbClr val="61B9FF"/>
          </a:solidFill>
          <a:ln w="38100">
            <a:solidFill>
              <a:srgbClr val="004D99"/>
            </a:solidFill>
          </a:ln>
        </p:spPr>
        <p:txBody>
          <a:bodyPr lIns="0" tIns="0" rIns="0" bIns="0"/>
          <a:lstStyle/>
          <a:p>
            <a:endParaRPr/>
          </a:p>
        </p:txBody>
      </p:sp>
      <p:sp>
        <p:nvSpPr>
          <p:cNvPr id="519" name="Évolutivité"/>
          <p:cNvSpPr/>
          <p:nvPr/>
        </p:nvSpPr>
        <p:spPr>
          <a:xfrm>
            <a:off x="9507287" y="3033648"/>
            <a:ext cx="1462444" cy="469901"/>
          </a:xfrm>
          <a:custGeom>
            <a:avLst/>
            <a:gdLst/>
            <a:ahLst/>
            <a:cxnLst>
              <a:cxn ang="0">
                <a:pos x="wd2" y="hd2"/>
              </a:cxn>
              <a:cxn ang="5400000">
                <a:pos x="wd2" y="hd2"/>
              </a:cxn>
              <a:cxn ang="10800000">
                <a:pos x="wd2" y="hd2"/>
              </a:cxn>
              <a:cxn ang="16200000">
                <a:pos x="wd2" y="hd2"/>
              </a:cxn>
            </a:cxnLst>
            <a:rect l="0" t="0" r="r" b="b"/>
            <a:pathLst>
              <a:path w="21600" h="21600" extrusionOk="0">
                <a:moveTo>
                  <a:pt x="37" y="0"/>
                </a:moveTo>
                <a:lnTo>
                  <a:pt x="21569" y="181"/>
                </a:lnTo>
                <a:lnTo>
                  <a:pt x="21600" y="10989"/>
                </a:lnTo>
                <a:lnTo>
                  <a:pt x="10871" y="21600"/>
                </a:lnTo>
                <a:lnTo>
                  <a:pt x="0" y="10534"/>
                </a:lnTo>
                <a:lnTo>
                  <a:pt x="37" y="0"/>
                </a:lnTo>
                <a:close/>
              </a:path>
            </a:pathLst>
          </a:custGeom>
          <a:solidFill>
            <a:srgbClr val="1673E9"/>
          </a:solidFill>
          <a:ln w="12700">
            <a:miter lim="400000"/>
          </a:ln>
          <a:effectLst>
            <a:outerShdw blurRad="38100" dist="20000" dir="5400000" rotWithShape="0">
              <a:srgbClr val="000000">
                <a:alpha val="38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lstStyle>
            <a:lvl1pPr algn="ctr">
              <a:defRPr sz="1200">
                <a:solidFill>
                  <a:srgbClr val="FFFFFF"/>
                </a:solidFill>
                <a:latin typeface="Montserrat Medium"/>
                <a:ea typeface="Montserrat Medium"/>
                <a:cs typeface="Montserrat Medium"/>
                <a:sym typeface="Montserrat Medium"/>
              </a:defRPr>
            </a:lvl1pPr>
          </a:lstStyle>
          <a:p>
            <a:r>
              <a:rPr lang="fr-FR" dirty="0"/>
              <a:t>Authentification</a:t>
            </a:r>
            <a:endParaRPr dirty="0"/>
          </a:p>
        </p:txBody>
      </p:sp>
      <p:sp>
        <p:nvSpPr>
          <p:cNvPr id="520" name="Cercle"/>
          <p:cNvSpPr/>
          <p:nvPr/>
        </p:nvSpPr>
        <p:spPr>
          <a:xfrm>
            <a:off x="10130677" y="3655475"/>
            <a:ext cx="211746" cy="211746"/>
          </a:xfrm>
          <a:prstGeom prst="ellipse">
            <a:avLst/>
          </a:prstGeom>
          <a:solidFill>
            <a:srgbClr val="61B9FF"/>
          </a:solidFill>
          <a:ln w="38100">
            <a:solidFill>
              <a:srgbClr val="004D99"/>
            </a:solidFill>
          </a:ln>
        </p:spPr>
        <p:txBody>
          <a:bodyPr lIns="0" tIns="0" rIns="0" bIns="0"/>
          <a:lstStyle/>
          <a:p>
            <a:endParaRPr/>
          </a:p>
        </p:txBody>
      </p:sp>
      <p:sp>
        <p:nvSpPr>
          <p:cNvPr id="521" name="L’évolutivité implique l'ajout de ressources au système, mais ne doit pas entraîner de changements au niveau de l'architecture du déploiement."/>
          <p:cNvSpPr/>
          <p:nvPr/>
        </p:nvSpPr>
        <p:spPr>
          <a:xfrm>
            <a:off x="9080845" y="3984255"/>
            <a:ext cx="2315328" cy="1625225"/>
          </a:xfrm>
          <a:prstGeom prst="roundRect">
            <a:avLst>
              <a:gd name="adj" fmla="val 11721"/>
            </a:avLst>
          </a:prstGeom>
          <a:solidFill>
            <a:srgbClr val="E6E6E6"/>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lstStyle>
            <a:lvl1pPr marL="88900" marR="88900" indent="-88900" algn="ctr">
              <a:defRPr sz="1400">
                <a:solidFill>
                  <a:srgbClr val="000000"/>
                </a:solidFill>
              </a:defRPr>
            </a:lvl1pPr>
          </a:lstStyle>
          <a:p>
            <a:r>
              <a:rPr lang="fr-FR" dirty="0"/>
              <a:t>L’accès à la plateforme est conditionné par une authentification Via SG </a:t>
            </a:r>
            <a:r>
              <a:rPr lang="fr-FR" dirty="0" err="1"/>
              <a:t>Connect</a:t>
            </a:r>
            <a:r>
              <a:rPr lang="en-MA" dirty="0"/>
              <a:t> </a:t>
            </a:r>
            <a:endParaRPr dirty="0"/>
          </a:p>
        </p:txBody>
      </p:sp>
      <p:sp>
        <p:nvSpPr>
          <p:cNvPr id="522" name="Numéro de diapositive"/>
          <p:cNvSpPr txBox="1">
            <a:spLocks noGrp="1"/>
          </p:cNvSpPr>
          <p:nvPr>
            <p:ph type="sldNum" sz="quarter" idx="2"/>
          </p:nvPr>
        </p:nvSpPr>
        <p:spPr>
          <a:xfrm>
            <a:off x="5879925" y="6354711"/>
            <a:ext cx="238340" cy="383541"/>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lgn="ctr">
              <a:defRPr sz="1900"/>
            </a:lvl1pPr>
          </a:lstStyle>
          <a:p>
            <a:fld id="{86CB4B4D-7CA3-9044-876B-883B54F8677D}" type="slidenum">
              <a:rPr/>
              <a:t>16</a:t>
            </a:fld>
            <a:endParaRPr/>
          </a:p>
        </p:txBody>
      </p:sp>
    </p:spTree>
  </p:cSld>
  <p:clrMapOvr>
    <a:masterClrMapping/>
  </p:clrMapOvr>
  <mc:AlternateContent xmlns:mc="http://schemas.openxmlformats.org/markup-compatibility/2006" xmlns:p15="http://schemas.microsoft.com/office/powerpoint/2012/main">
    <mc:Choice Requires="p15">
      <p:transition spd="slow">
        <p15:prstTrans prst="peelOff" invX="1"/>
      </p:transition>
    </mc:Choice>
    <mc:Choice xmlns="" xmlns:m="http://schemas.openxmlformats.org/officeDocument/2006/math" xmlns:a14="http://schemas.microsoft.com/office/drawing/2010/main" xmlns:p14="http://schemas.microsoft.com/office/powerpoint/2010/main" Requires="p14">
      <p:transition spd="med" advClick="1" p14:dur="1000">
        <p:wipe dir="l"/>
      </p:transition>
    </mc:Choice>
    <mc:Fallback xmlns="" xmlns:m="http://schemas.openxmlformats.org/officeDocument/2006/math" xmlns:a14="http://schemas.microsoft.com/office/drawing/2010/main">
      <p:transition spd="med">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1" nodeType="afterEffect">
                                  <p:stCondLst>
                                    <p:cond delay="0"/>
                                  </p:stCondLst>
                                  <p:iterate>
                                    <p:tmAbs val="0"/>
                                  </p:iterate>
                                  <p:childTnLst>
                                    <p:set>
                                      <p:cBhvr>
                                        <p:cTn id="6" fill="hold"/>
                                        <p:tgtEl>
                                          <p:spTgt spid="496"/>
                                        </p:tgtEl>
                                        <p:attrNameLst>
                                          <p:attrName>style.visibility</p:attrName>
                                        </p:attrNameLst>
                                      </p:cBhvr>
                                      <p:to>
                                        <p:strVal val="visible"/>
                                      </p:to>
                                    </p:set>
                                    <p:animEffect transition="in" filter="wipe(down)">
                                      <p:cBhvr>
                                        <p:cTn id="7" dur="500"/>
                                        <p:tgtEl>
                                          <p:spTgt spid="496"/>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2" nodeType="clickEffect">
                                  <p:stCondLst>
                                    <p:cond delay="0"/>
                                  </p:stCondLst>
                                  <p:childTnLst>
                                    <p:set>
                                      <p:cBhvr>
                                        <p:cTn id="11" dur="1" fill="hold">
                                          <p:stCondLst>
                                            <p:cond delay="0"/>
                                          </p:stCondLst>
                                        </p:cTn>
                                        <p:tgtEl>
                                          <p:spTgt spid="509"/>
                                        </p:tgtEl>
                                        <p:attrNameLst>
                                          <p:attrName>style.visibility</p:attrName>
                                        </p:attrNameLst>
                                      </p:cBhvr>
                                      <p:to>
                                        <p:strVal val="visible"/>
                                      </p:to>
                                    </p:set>
                                    <p:animEffect transition="in" filter="circle(in)">
                                      <p:cBhvr>
                                        <p:cTn id="12" dur="1000"/>
                                        <p:tgtEl>
                                          <p:spTgt spid="509"/>
                                        </p:tgtEl>
                                      </p:cBhvr>
                                    </p:animEffect>
                                  </p:childTnLst>
                                </p:cTn>
                              </p:par>
                            </p:childTnLst>
                          </p:cTn>
                        </p:par>
                        <p:par>
                          <p:cTn id="13" fill="hold">
                            <p:stCondLst>
                              <p:cond delay="1000"/>
                            </p:stCondLst>
                            <p:childTnLst>
                              <p:par>
                                <p:cTn id="14" presetID="2" presetClass="entr" presetSubtype="8" fill="hold" grpId="3" nodeType="afterEffect">
                                  <p:stCondLst>
                                    <p:cond delay="0"/>
                                  </p:stCondLst>
                                  <p:iterate type="lt">
                                    <p:tmAbs val="0"/>
                                  </p:iterate>
                                  <p:childTnLst>
                                    <p:set>
                                      <p:cBhvr>
                                        <p:cTn id="15" fill="hold"/>
                                        <p:tgtEl>
                                          <p:spTgt spid="510"/>
                                        </p:tgtEl>
                                        <p:attrNameLst>
                                          <p:attrName>style.visibility</p:attrName>
                                        </p:attrNameLst>
                                      </p:cBhvr>
                                      <p:to>
                                        <p:strVal val="visible"/>
                                      </p:to>
                                    </p:set>
                                    <p:anim calcmode="lin" valueType="num">
                                      <p:cBhvr>
                                        <p:cTn id="16" dur="1000" fill="hold"/>
                                        <p:tgtEl>
                                          <p:spTgt spid="510"/>
                                        </p:tgtEl>
                                        <p:attrNameLst>
                                          <p:attrName>ppt_x</p:attrName>
                                        </p:attrNameLst>
                                      </p:cBhvr>
                                      <p:tavLst>
                                        <p:tav tm="0">
                                          <p:val>
                                            <p:strVal val="0-#ppt_w/2"/>
                                          </p:val>
                                        </p:tav>
                                        <p:tav tm="100000">
                                          <p:val>
                                            <p:strVal val="#ppt_x"/>
                                          </p:val>
                                        </p:tav>
                                      </p:tavLst>
                                    </p:anim>
                                    <p:anim calcmode="lin" valueType="num">
                                      <p:cBhvr>
                                        <p:cTn id="17" dur="1000" fill="hold"/>
                                        <p:tgtEl>
                                          <p:spTgt spid="510"/>
                                        </p:tgtEl>
                                        <p:attrNameLst>
                                          <p:attrName>ppt_y</p:attrName>
                                        </p:attrNameLst>
                                      </p:cBhvr>
                                      <p:tavLst>
                                        <p:tav tm="0">
                                          <p:val>
                                            <p:strVal val="#ppt_y"/>
                                          </p:val>
                                        </p:tav>
                                        <p:tav tm="100000">
                                          <p:val>
                                            <p:strVal val="#ppt_y"/>
                                          </p:val>
                                        </p:tav>
                                      </p:tavLst>
                                    </p:anim>
                                  </p:childTnLst>
                                </p:cTn>
                              </p:par>
                              <p:par>
                                <p:cTn id="18" presetID="23" presetClass="entr" presetSubtype="16" fill="hold" grpId="4" nodeType="withEffect">
                                  <p:stCondLst>
                                    <p:cond delay="200"/>
                                  </p:stCondLst>
                                  <p:iterate>
                                    <p:tmAbs val="0"/>
                                  </p:iterate>
                                  <p:childTnLst>
                                    <p:set>
                                      <p:cBhvr>
                                        <p:cTn id="19" fill="hold"/>
                                        <p:tgtEl>
                                          <p:spTgt spid="512"/>
                                        </p:tgtEl>
                                        <p:attrNameLst>
                                          <p:attrName>style.visibility</p:attrName>
                                        </p:attrNameLst>
                                      </p:cBhvr>
                                      <p:to>
                                        <p:strVal val="visible"/>
                                      </p:to>
                                    </p:set>
                                    <p:anim calcmode="lin" valueType="num">
                                      <p:cBhvr>
                                        <p:cTn id="20" dur="750" fill="hold"/>
                                        <p:tgtEl>
                                          <p:spTgt spid="512"/>
                                        </p:tgtEl>
                                        <p:attrNameLst>
                                          <p:attrName>ppt_w</p:attrName>
                                        </p:attrNameLst>
                                      </p:cBhvr>
                                      <p:tavLst>
                                        <p:tav tm="0">
                                          <p:val>
                                            <p:fltVal val="0"/>
                                          </p:val>
                                        </p:tav>
                                        <p:tav tm="100000">
                                          <p:val>
                                            <p:strVal val="#ppt_w"/>
                                          </p:val>
                                        </p:tav>
                                      </p:tavLst>
                                    </p:anim>
                                    <p:anim calcmode="lin" valueType="num">
                                      <p:cBhvr>
                                        <p:cTn id="21" dur="750" fill="hold"/>
                                        <p:tgtEl>
                                          <p:spTgt spid="512"/>
                                        </p:tgtEl>
                                        <p:attrNameLst>
                                          <p:attrName>ppt_h</p:attrName>
                                        </p:attrNameLst>
                                      </p:cBhvr>
                                      <p:tavLst>
                                        <p:tav tm="0">
                                          <p:val>
                                            <p:fltVal val="0"/>
                                          </p:val>
                                        </p:tav>
                                        <p:tav tm="100000">
                                          <p:val>
                                            <p:strVal val="#ppt_h"/>
                                          </p:val>
                                        </p:tav>
                                      </p:tavLst>
                                    </p:anim>
                                  </p:childTnLst>
                                </p:cTn>
                              </p:par>
                            </p:childTnLst>
                          </p:cTn>
                        </p:par>
                        <p:par>
                          <p:cTn id="22" fill="hold">
                            <p:stCondLst>
                              <p:cond delay="2000"/>
                            </p:stCondLst>
                            <p:childTnLst>
                              <p:par>
                                <p:cTn id="23" presetID="3" presetClass="entr" presetSubtype="10" fill="hold" grpId="5" nodeType="afterEffect">
                                  <p:stCondLst>
                                    <p:cond delay="100"/>
                                  </p:stCondLst>
                                  <p:childTnLst>
                                    <p:set>
                                      <p:cBhvr>
                                        <p:cTn id="24" dur="1" fill="hold">
                                          <p:stCondLst>
                                            <p:cond delay="0"/>
                                          </p:stCondLst>
                                        </p:cTn>
                                        <p:tgtEl>
                                          <p:spTgt spid="511"/>
                                        </p:tgtEl>
                                        <p:attrNameLst>
                                          <p:attrName>style.visibility</p:attrName>
                                        </p:attrNameLst>
                                      </p:cBhvr>
                                      <p:to>
                                        <p:strVal val="visible"/>
                                      </p:to>
                                    </p:set>
                                    <p:animEffect transition="in" filter="blinds(horizontal)">
                                      <p:cBhvr>
                                        <p:cTn id="25" dur="500"/>
                                        <p:tgtEl>
                                          <p:spTgt spid="511"/>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8" fill="hold" grpId="6" nodeType="clickEffect">
                                  <p:stCondLst>
                                    <p:cond delay="0"/>
                                  </p:stCondLst>
                                  <p:iterate type="lt">
                                    <p:tmAbs val="0"/>
                                  </p:iterate>
                                  <p:childTnLst>
                                    <p:set>
                                      <p:cBhvr>
                                        <p:cTn id="29" fill="hold"/>
                                        <p:tgtEl>
                                          <p:spTgt spid="513"/>
                                        </p:tgtEl>
                                        <p:attrNameLst>
                                          <p:attrName>style.visibility</p:attrName>
                                        </p:attrNameLst>
                                      </p:cBhvr>
                                      <p:to>
                                        <p:strVal val="visible"/>
                                      </p:to>
                                    </p:set>
                                    <p:anim calcmode="lin" valueType="num">
                                      <p:cBhvr>
                                        <p:cTn id="30" dur="1000" fill="hold"/>
                                        <p:tgtEl>
                                          <p:spTgt spid="513"/>
                                        </p:tgtEl>
                                        <p:attrNameLst>
                                          <p:attrName>ppt_x</p:attrName>
                                        </p:attrNameLst>
                                      </p:cBhvr>
                                      <p:tavLst>
                                        <p:tav tm="0">
                                          <p:val>
                                            <p:strVal val="0-#ppt_w/2"/>
                                          </p:val>
                                        </p:tav>
                                        <p:tav tm="100000">
                                          <p:val>
                                            <p:strVal val="#ppt_x"/>
                                          </p:val>
                                        </p:tav>
                                      </p:tavLst>
                                    </p:anim>
                                    <p:anim calcmode="lin" valueType="num">
                                      <p:cBhvr>
                                        <p:cTn id="31" dur="1000" fill="hold"/>
                                        <p:tgtEl>
                                          <p:spTgt spid="513"/>
                                        </p:tgtEl>
                                        <p:attrNameLst>
                                          <p:attrName>ppt_y</p:attrName>
                                        </p:attrNameLst>
                                      </p:cBhvr>
                                      <p:tavLst>
                                        <p:tav tm="0">
                                          <p:val>
                                            <p:strVal val="#ppt_y"/>
                                          </p:val>
                                        </p:tav>
                                        <p:tav tm="100000">
                                          <p:val>
                                            <p:strVal val="#ppt_y"/>
                                          </p:val>
                                        </p:tav>
                                      </p:tavLst>
                                    </p:anim>
                                  </p:childTnLst>
                                </p:cTn>
                              </p:par>
                              <p:par>
                                <p:cTn id="32" presetID="23" presetClass="entr" presetSubtype="16" fill="hold" grpId="7" nodeType="withEffect">
                                  <p:stCondLst>
                                    <p:cond delay="200"/>
                                  </p:stCondLst>
                                  <p:iterate>
                                    <p:tmAbs val="0"/>
                                  </p:iterate>
                                  <p:childTnLst>
                                    <p:set>
                                      <p:cBhvr>
                                        <p:cTn id="33" fill="hold"/>
                                        <p:tgtEl>
                                          <p:spTgt spid="508"/>
                                        </p:tgtEl>
                                        <p:attrNameLst>
                                          <p:attrName>style.visibility</p:attrName>
                                        </p:attrNameLst>
                                      </p:cBhvr>
                                      <p:to>
                                        <p:strVal val="visible"/>
                                      </p:to>
                                    </p:set>
                                    <p:anim calcmode="lin" valueType="num">
                                      <p:cBhvr>
                                        <p:cTn id="34" dur="750" fill="hold"/>
                                        <p:tgtEl>
                                          <p:spTgt spid="508"/>
                                        </p:tgtEl>
                                        <p:attrNameLst>
                                          <p:attrName>ppt_w</p:attrName>
                                        </p:attrNameLst>
                                      </p:cBhvr>
                                      <p:tavLst>
                                        <p:tav tm="0">
                                          <p:val>
                                            <p:fltVal val="0"/>
                                          </p:val>
                                        </p:tav>
                                        <p:tav tm="100000">
                                          <p:val>
                                            <p:strVal val="#ppt_w"/>
                                          </p:val>
                                        </p:tav>
                                      </p:tavLst>
                                    </p:anim>
                                    <p:anim calcmode="lin" valueType="num">
                                      <p:cBhvr>
                                        <p:cTn id="35" dur="750" fill="hold"/>
                                        <p:tgtEl>
                                          <p:spTgt spid="508"/>
                                        </p:tgtEl>
                                        <p:attrNameLst>
                                          <p:attrName>ppt_h</p:attrName>
                                        </p:attrNameLst>
                                      </p:cBhvr>
                                      <p:tavLst>
                                        <p:tav tm="0">
                                          <p:val>
                                            <p:fltVal val="0"/>
                                          </p:val>
                                        </p:tav>
                                        <p:tav tm="100000">
                                          <p:val>
                                            <p:strVal val="#ppt_h"/>
                                          </p:val>
                                        </p:tav>
                                      </p:tavLst>
                                    </p:anim>
                                  </p:childTnLst>
                                </p:cTn>
                              </p:par>
                            </p:childTnLst>
                          </p:cTn>
                        </p:par>
                        <p:par>
                          <p:cTn id="36" fill="hold">
                            <p:stCondLst>
                              <p:cond delay="1000"/>
                            </p:stCondLst>
                            <p:childTnLst>
                              <p:par>
                                <p:cTn id="37" presetID="3" presetClass="entr" presetSubtype="10" fill="hold" grpId="8" nodeType="afterEffect">
                                  <p:stCondLst>
                                    <p:cond delay="100"/>
                                  </p:stCondLst>
                                  <p:childTnLst>
                                    <p:set>
                                      <p:cBhvr>
                                        <p:cTn id="38" dur="1" fill="hold">
                                          <p:stCondLst>
                                            <p:cond delay="0"/>
                                          </p:stCondLst>
                                        </p:cTn>
                                        <p:tgtEl>
                                          <p:spTgt spid="506"/>
                                        </p:tgtEl>
                                        <p:attrNameLst>
                                          <p:attrName>style.visibility</p:attrName>
                                        </p:attrNameLst>
                                      </p:cBhvr>
                                      <p:to>
                                        <p:strVal val="visible"/>
                                      </p:to>
                                    </p:set>
                                    <p:animEffect transition="in" filter="blinds(horizontal)">
                                      <p:cBhvr>
                                        <p:cTn id="39" dur="500"/>
                                        <p:tgtEl>
                                          <p:spTgt spid="506"/>
                                        </p:tgtEl>
                                      </p:cBhvr>
                                    </p:animEffect>
                                  </p:childTnLst>
                                </p:cTn>
                              </p:par>
                            </p:childTnLst>
                          </p:cTn>
                        </p:par>
                      </p:childTnLst>
                    </p:cTn>
                  </p:par>
                  <p:par>
                    <p:cTn id="40" fill="hold">
                      <p:stCondLst>
                        <p:cond delay="indefinite"/>
                      </p:stCondLst>
                      <p:childTnLst>
                        <p:par>
                          <p:cTn id="41" fill="hold">
                            <p:stCondLst>
                              <p:cond delay="0"/>
                            </p:stCondLst>
                            <p:childTnLst>
                              <p:par>
                                <p:cTn id="42" presetID="2" presetClass="entr" presetSubtype="8" fill="hold" grpId="9" nodeType="clickEffect">
                                  <p:stCondLst>
                                    <p:cond delay="0"/>
                                  </p:stCondLst>
                                  <p:iterate type="lt">
                                    <p:tmAbs val="0"/>
                                  </p:iterate>
                                  <p:childTnLst>
                                    <p:set>
                                      <p:cBhvr>
                                        <p:cTn id="43" fill="hold"/>
                                        <p:tgtEl>
                                          <p:spTgt spid="514"/>
                                        </p:tgtEl>
                                        <p:attrNameLst>
                                          <p:attrName>style.visibility</p:attrName>
                                        </p:attrNameLst>
                                      </p:cBhvr>
                                      <p:to>
                                        <p:strVal val="visible"/>
                                      </p:to>
                                    </p:set>
                                    <p:anim calcmode="lin" valueType="num">
                                      <p:cBhvr>
                                        <p:cTn id="44" dur="1000" fill="hold"/>
                                        <p:tgtEl>
                                          <p:spTgt spid="514"/>
                                        </p:tgtEl>
                                        <p:attrNameLst>
                                          <p:attrName>ppt_x</p:attrName>
                                        </p:attrNameLst>
                                      </p:cBhvr>
                                      <p:tavLst>
                                        <p:tav tm="0">
                                          <p:val>
                                            <p:strVal val="0-#ppt_w/2"/>
                                          </p:val>
                                        </p:tav>
                                        <p:tav tm="100000">
                                          <p:val>
                                            <p:strVal val="#ppt_x"/>
                                          </p:val>
                                        </p:tav>
                                      </p:tavLst>
                                    </p:anim>
                                    <p:anim calcmode="lin" valueType="num">
                                      <p:cBhvr>
                                        <p:cTn id="45" dur="1000" fill="hold"/>
                                        <p:tgtEl>
                                          <p:spTgt spid="514"/>
                                        </p:tgtEl>
                                        <p:attrNameLst>
                                          <p:attrName>ppt_y</p:attrName>
                                        </p:attrNameLst>
                                      </p:cBhvr>
                                      <p:tavLst>
                                        <p:tav tm="0">
                                          <p:val>
                                            <p:strVal val="#ppt_y"/>
                                          </p:val>
                                        </p:tav>
                                        <p:tav tm="100000">
                                          <p:val>
                                            <p:strVal val="#ppt_y"/>
                                          </p:val>
                                        </p:tav>
                                      </p:tavLst>
                                    </p:anim>
                                  </p:childTnLst>
                                </p:cTn>
                              </p:par>
                              <p:par>
                                <p:cTn id="46" presetID="23" presetClass="entr" presetSubtype="16" fill="hold" grpId="10" nodeType="withEffect">
                                  <p:stCondLst>
                                    <p:cond delay="200"/>
                                  </p:stCondLst>
                                  <p:iterate>
                                    <p:tmAbs val="0"/>
                                  </p:iterate>
                                  <p:childTnLst>
                                    <p:set>
                                      <p:cBhvr>
                                        <p:cTn id="47" fill="hold"/>
                                        <p:tgtEl>
                                          <p:spTgt spid="507"/>
                                        </p:tgtEl>
                                        <p:attrNameLst>
                                          <p:attrName>style.visibility</p:attrName>
                                        </p:attrNameLst>
                                      </p:cBhvr>
                                      <p:to>
                                        <p:strVal val="visible"/>
                                      </p:to>
                                    </p:set>
                                    <p:anim calcmode="lin" valueType="num">
                                      <p:cBhvr>
                                        <p:cTn id="48" dur="750" fill="hold"/>
                                        <p:tgtEl>
                                          <p:spTgt spid="507"/>
                                        </p:tgtEl>
                                        <p:attrNameLst>
                                          <p:attrName>ppt_w</p:attrName>
                                        </p:attrNameLst>
                                      </p:cBhvr>
                                      <p:tavLst>
                                        <p:tav tm="0">
                                          <p:val>
                                            <p:fltVal val="0"/>
                                          </p:val>
                                        </p:tav>
                                        <p:tav tm="100000">
                                          <p:val>
                                            <p:strVal val="#ppt_w"/>
                                          </p:val>
                                        </p:tav>
                                      </p:tavLst>
                                    </p:anim>
                                    <p:anim calcmode="lin" valueType="num">
                                      <p:cBhvr>
                                        <p:cTn id="49" dur="750" fill="hold"/>
                                        <p:tgtEl>
                                          <p:spTgt spid="507"/>
                                        </p:tgtEl>
                                        <p:attrNameLst>
                                          <p:attrName>ppt_h</p:attrName>
                                        </p:attrNameLst>
                                      </p:cBhvr>
                                      <p:tavLst>
                                        <p:tav tm="0">
                                          <p:val>
                                            <p:fltVal val="0"/>
                                          </p:val>
                                        </p:tav>
                                        <p:tav tm="100000">
                                          <p:val>
                                            <p:strVal val="#ppt_h"/>
                                          </p:val>
                                        </p:tav>
                                      </p:tavLst>
                                    </p:anim>
                                  </p:childTnLst>
                                </p:cTn>
                              </p:par>
                            </p:childTnLst>
                          </p:cTn>
                        </p:par>
                        <p:par>
                          <p:cTn id="50" fill="hold">
                            <p:stCondLst>
                              <p:cond delay="1000"/>
                            </p:stCondLst>
                            <p:childTnLst>
                              <p:par>
                                <p:cTn id="51" presetID="3" presetClass="entr" presetSubtype="10" fill="hold" grpId="11" nodeType="afterEffect">
                                  <p:stCondLst>
                                    <p:cond delay="100"/>
                                  </p:stCondLst>
                                  <p:childTnLst>
                                    <p:set>
                                      <p:cBhvr>
                                        <p:cTn id="52" dur="1" fill="hold">
                                          <p:stCondLst>
                                            <p:cond delay="0"/>
                                          </p:stCondLst>
                                        </p:cTn>
                                        <p:tgtEl>
                                          <p:spTgt spid="515"/>
                                        </p:tgtEl>
                                        <p:attrNameLst>
                                          <p:attrName>style.visibility</p:attrName>
                                        </p:attrNameLst>
                                      </p:cBhvr>
                                      <p:to>
                                        <p:strVal val="visible"/>
                                      </p:to>
                                    </p:set>
                                    <p:animEffect transition="in" filter="blinds(horizontal)">
                                      <p:cBhvr>
                                        <p:cTn id="53" dur="500"/>
                                        <p:tgtEl>
                                          <p:spTgt spid="515"/>
                                        </p:tgtEl>
                                      </p:cBhvr>
                                    </p:animEffect>
                                  </p:childTnLst>
                                </p:cTn>
                              </p:par>
                            </p:childTnLst>
                          </p:cTn>
                        </p:par>
                      </p:childTnLst>
                    </p:cTn>
                  </p:par>
                  <p:par>
                    <p:cTn id="54" fill="hold">
                      <p:stCondLst>
                        <p:cond delay="indefinite"/>
                      </p:stCondLst>
                      <p:childTnLst>
                        <p:par>
                          <p:cTn id="55" fill="hold">
                            <p:stCondLst>
                              <p:cond delay="0"/>
                            </p:stCondLst>
                            <p:childTnLst>
                              <p:par>
                                <p:cTn id="56" presetID="2" presetClass="entr" presetSubtype="8" fill="hold" grpId="12" nodeType="clickEffect">
                                  <p:stCondLst>
                                    <p:cond delay="0"/>
                                  </p:stCondLst>
                                  <p:iterate type="lt">
                                    <p:tmAbs val="0"/>
                                  </p:iterate>
                                  <p:childTnLst>
                                    <p:set>
                                      <p:cBhvr>
                                        <p:cTn id="57" fill="hold"/>
                                        <p:tgtEl>
                                          <p:spTgt spid="518"/>
                                        </p:tgtEl>
                                        <p:attrNameLst>
                                          <p:attrName>style.visibility</p:attrName>
                                        </p:attrNameLst>
                                      </p:cBhvr>
                                      <p:to>
                                        <p:strVal val="visible"/>
                                      </p:to>
                                    </p:set>
                                    <p:anim calcmode="lin" valueType="num">
                                      <p:cBhvr>
                                        <p:cTn id="58" dur="1000" fill="hold"/>
                                        <p:tgtEl>
                                          <p:spTgt spid="518"/>
                                        </p:tgtEl>
                                        <p:attrNameLst>
                                          <p:attrName>ppt_x</p:attrName>
                                        </p:attrNameLst>
                                      </p:cBhvr>
                                      <p:tavLst>
                                        <p:tav tm="0">
                                          <p:val>
                                            <p:strVal val="0-#ppt_w/2"/>
                                          </p:val>
                                        </p:tav>
                                        <p:tav tm="100000">
                                          <p:val>
                                            <p:strVal val="#ppt_x"/>
                                          </p:val>
                                        </p:tav>
                                      </p:tavLst>
                                    </p:anim>
                                    <p:anim calcmode="lin" valueType="num">
                                      <p:cBhvr>
                                        <p:cTn id="59" dur="1000" fill="hold"/>
                                        <p:tgtEl>
                                          <p:spTgt spid="518"/>
                                        </p:tgtEl>
                                        <p:attrNameLst>
                                          <p:attrName>ppt_y</p:attrName>
                                        </p:attrNameLst>
                                      </p:cBhvr>
                                      <p:tavLst>
                                        <p:tav tm="0">
                                          <p:val>
                                            <p:strVal val="#ppt_y"/>
                                          </p:val>
                                        </p:tav>
                                        <p:tav tm="100000">
                                          <p:val>
                                            <p:strVal val="#ppt_y"/>
                                          </p:val>
                                        </p:tav>
                                      </p:tavLst>
                                    </p:anim>
                                  </p:childTnLst>
                                </p:cTn>
                              </p:par>
                              <p:par>
                                <p:cTn id="60" presetID="23" presetClass="entr" presetSubtype="16" fill="hold" grpId="13" nodeType="withEffect">
                                  <p:stCondLst>
                                    <p:cond delay="200"/>
                                  </p:stCondLst>
                                  <p:iterate>
                                    <p:tmAbs val="0"/>
                                  </p:iterate>
                                  <p:childTnLst>
                                    <p:set>
                                      <p:cBhvr>
                                        <p:cTn id="61" fill="hold"/>
                                        <p:tgtEl>
                                          <p:spTgt spid="517"/>
                                        </p:tgtEl>
                                        <p:attrNameLst>
                                          <p:attrName>style.visibility</p:attrName>
                                        </p:attrNameLst>
                                      </p:cBhvr>
                                      <p:to>
                                        <p:strVal val="visible"/>
                                      </p:to>
                                    </p:set>
                                    <p:anim calcmode="lin" valueType="num">
                                      <p:cBhvr>
                                        <p:cTn id="62" dur="750" fill="hold"/>
                                        <p:tgtEl>
                                          <p:spTgt spid="517"/>
                                        </p:tgtEl>
                                        <p:attrNameLst>
                                          <p:attrName>ppt_w</p:attrName>
                                        </p:attrNameLst>
                                      </p:cBhvr>
                                      <p:tavLst>
                                        <p:tav tm="0">
                                          <p:val>
                                            <p:fltVal val="0"/>
                                          </p:val>
                                        </p:tav>
                                        <p:tav tm="100000">
                                          <p:val>
                                            <p:strVal val="#ppt_w"/>
                                          </p:val>
                                        </p:tav>
                                      </p:tavLst>
                                    </p:anim>
                                    <p:anim calcmode="lin" valueType="num">
                                      <p:cBhvr>
                                        <p:cTn id="63" dur="750" fill="hold"/>
                                        <p:tgtEl>
                                          <p:spTgt spid="517"/>
                                        </p:tgtEl>
                                        <p:attrNameLst>
                                          <p:attrName>ppt_h</p:attrName>
                                        </p:attrNameLst>
                                      </p:cBhvr>
                                      <p:tavLst>
                                        <p:tav tm="0">
                                          <p:val>
                                            <p:fltVal val="0"/>
                                          </p:val>
                                        </p:tav>
                                        <p:tav tm="100000">
                                          <p:val>
                                            <p:strVal val="#ppt_h"/>
                                          </p:val>
                                        </p:tav>
                                      </p:tavLst>
                                    </p:anim>
                                  </p:childTnLst>
                                </p:cTn>
                              </p:par>
                            </p:childTnLst>
                          </p:cTn>
                        </p:par>
                        <p:par>
                          <p:cTn id="64" fill="hold">
                            <p:stCondLst>
                              <p:cond delay="1000"/>
                            </p:stCondLst>
                            <p:childTnLst>
                              <p:par>
                                <p:cTn id="65" presetID="3" presetClass="entr" presetSubtype="10" fill="hold" grpId="14" nodeType="afterEffect">
                                  <p:stCondLst>
                                    <p:cond delay="100"/>
                                  </p:stCondLst>
                                  <p:childTnLst>
                                    <p:set>
                                      <p:cBhvr>
                                        <p:cTn id="66" dur="1" fill="hold">
                                          <p:stCondLst>
                                            <p:cond delay="0"/>
                                          </p:stCondLst>
                                        </p:cTn>
                                        <p:tgtEl>
                                          <p:spTgt spid="516"/>
                                        </p:tgtEl>
                                        <p:attrNameLst>
                                          <p:attrName>style.visibility</p:attrName>
                                        </p:attrNameLst>
                                      </p:cBhvr>
                                      <p:to>
                                        <p:strVal val="visible"/>
                                      </p:to>
                                    </p:set>
                                    <p:animEffect transition="in" filter="blinds(horizontal)">
                                      <p:cBhvr>
                                        <p:cTn id="67" dur="500"/>
                                        <p:tgtEl>
                                          <p:spTgt spid="516"/>
                                        </p:tgtEl>
                                      </p:cBhvr>
                                    </p:animEffect>
                                  </p:childTnLst>
                                </p:cTn>
                              </p:par>
                            </p:childTnLst>
                          </p:cTn>
                        </p:par>
                      </p:childTnLst>
                    </p:cTn>
                  </p:par>
                  <p:par>
                    <p:cTn id="68" fill="hold">
                      <p:stCondLst>
                        <p:cond delay="indefinite"/>
                      </p:stCondLst>
                      <p:childTnLst>
                        <p:par>
                          <p:cTn id="69" fill="hold">
                            <p:stCondLst>
                              <p:cond delay="0"/>
                            </p:stCondLst>
                            <p:childTnLst>
                              <p:par>
                                <p:cTn id="70" presetID="2" presetClass="entr" presetSubtype="8" fill="hold" grpId="15" nodeType="clickEffect">
                                  <p:stCondLst>
                                    <p:cond delay="0"/>
                                  </p:stCondLst>
                                  <p:iterate type="lt">
                                    <p:tmAbs val="0"/>
                                  </p:iterate>
                                  <p:childTnLst>
                                    <p:set>
                                      <p:cBhvr>
                                        <p:cTn id="71" fill="hold"/>
                                        <p:tgtEl>
                                          <p:spTgt spid="520"/>
                                        </p:tgtEl>
                                        <p:attrNameLst>
                                          <p:attrName>style.visibility</p:attrName>
                                        </p:attrNameLst>
                                      </p:cBhvr>
                                      <p:to>
                                        <p:strVal val="visible"/>
                                      </p:to>
                                    </p:set>
                                    <p:anim calcmode="lin" valueType="num">
                                      <p:cBhvr>
                                        <p:cTn id="72" dur="1000" fill="hold"/>
                                        <p:tgtEl>
                                          <p:spTgt spid="520"/>
                                        </p:tgtEl>
                                        <p:attrNameLst>
                                          <p:attrName>ppt_x</p:attrName>
                                        </p:attrNameLst>
                                      </p:cBhvr>
                                      <p:tavLst>
                                        <p:tav tm="0">
                                          <p:val>
                                            <p:strVal val="0-#ppt_w/2"/>
                                          </p:val>
                                        </p:tav>
                                        <p:tav tm="100000">
                                          <p:val>
                                            <p:strVal val="#ppt_x"/>
                                          </p:val>
                                        </p:tav>
                                      </p:tavLst>
                                    </p:anim>
                                    <p:anim calcmode="lin" valueType="num">
                                      <p:cBhvr>
                                        <p:cTn id="73" dur="1000" fill="hold"/>
                                        <p:tgtEl>
                                          <p:spTgt spid="520"/>
                                        </p:tgtEl>
                                        <p:attrNameLst>
                                          <p:attrName>ppt_y</p:attrName>
                                        </p:attrNameLst>
                                      </p:cBhvr>
                                      <p:tavLst>
                                        <p:tav tm="0">
                                          <p:val>
                                            <p:strVal val="#ppt_y"/>
                                          </p:val>
                                        </p:tav>
                                        <p:tav tm="100000">
                                          <p:val>
                                            <p:strVal val="#ppt_y"/>
                                          </p:val>
                                        </p:tav>
                                      </p:tavLst>
                                    </p:anim>
                                  </p:childTnLst>
                                </p:cTn>
                              </p:par>
                              <p:par>
                                <p:cTn id="74" presetID="23" presetClass="entr" presetSubtype="16" fill="hold" grpId="16" nodeType="withEffect">
                                  <p:stCondLst>
                                    <p:cond delay="200"/>
                                  </p:stCondLst>
                                  <p:iterate>
                                    <p:tmAbs val="0"/>
                                  </p:iterate>
                                  <p:childTnLst>
                                    <p:set>
                                      <p:cBhvr>
                                        <p:cTn id="75" fill="hold"/>
                                        <p:tgtEl>
                                          <p:spTgt spid="519"/>
                                        </p:tgtEl>
                                        <p:attrNameLst>
                                          <p:attrName>style.visibility</p:attrName>
                                        </p:attrNameLst>
                                      </p:cBhvr>
                                      <p:to>
                                        <p:strVal val="visible"/>
                                      </p:to>
                                    </p:set>
                                    <p:anim calcmode="lin" valueType="num">
                                      <p:cBhvr>
                                        <p:cTn id="76" dur="750" fill="hold"/>
                                        <p:tgtEl>
                                          <p:spTgt spid="519"/>
                                        </p:tgtEl>
                                        <p:attrNameLst>
                                          <p:attrName>ppt_w</p:attrName>
                                        </p:attrNameLst>
                                      </p:cBhvr>
                                      <p:tavLst>
                                        <p:tav tm="0">
                                          <p:val>
                                            <p:fltVal val="0"/>
                                          </p:val>
                                        </p:tav>
                                        <p:tav tm="100000">
                                          <p:val>
                                            <p:strVal val="#ppt_w"/>
                                          </p:val>
                                        </p:tav>
                                      </p:tavLst>
                                    </p:anim>
                                    <p:anim calcmode="lin" valueType="num">
                                      <p:cBhvr>
                                        <p:cTn id="77" dur="750" fill="hold"/>
                                        <p:tgtEl>
                                          <p:spTgt spid="519"/>
                                        </p:tgtEl>
                                        <p:attrNameLst>
                                          <p:attrName>ppt_h</p:attrName>
                                        </p:attrNameLst>
                                      </p:cBhvr>
                                      <p:tavLst>
                                        <p:tav tm="0">
                                          <p:val>
                                            <p:fltVal val="0"/>
                                          </p:val>
                                        </p:tav>
                                        <p:tav tm="100000">
                                          <p:val>
                                            <p:strVal val="#ppt_h"/>
                                          </p:val>
                                        </p:tav>
                                      </p:tavLst>
                                    </p:anim>
                                  </p:childTnLst>
                                </p:cTn>
                              </p:par>
                            </p:childTnLst>
                          </p:cTn>
                        </p:par>
                        <p:par>
                          <p:cTn id="78" fill="hold">
                            <p:stCondLst>
                              <p:cond delay="1000"/>
                            </p:stCondLst>
                            <p:childTnLst>
                              <p:par>
                                <p:cTn id="79" presetID="3" presetClass="entr" presetSubtype="10" fill="hold" grpId="17" nodeType="afterEffect">
                                  <p:stCondLst>
                                    <p:cond delay="100"/>
                                  </p:stCondLst>
                                  <p:childTnLst>
                                    <p:set>
                                      <p:cBhvr>
                                        <p:cTn id="80" dur="1" fill="hold">
                                          <p:stCondLst>
                                            <p:cond delay="0"/>
                                          </p:stCondLst>
                                        </p:cTn>
                                        <p:tgtEl>
                                          <p:spTgt spid="521"/>
                                        </p:tgtEl>
                                        <p:attrNameLst>
                                          <p:attrName>style.visibility</p:attrName>
                                        </p:attrNameLst>
                                      </p:cBhvr>
                                      <p:to>
                                        <p:strVal val="visible"/>
                                      </p:to>
                                    </p:set>
                                    <p:animEffect transition="in" filter="blinds(horizontal)">
                                      <p:cBhvr>
                                        <p:cTn id="81" dur="500"/>
                                        <p:tgtEl>
                                          <p:spTgt spid="5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6" grpId="1" animBg="1" advAuto="0"/>
      <p:bldP spid="506" grpId="8" animBg="1" advAuto="0"/>
      <p:bldP spid="507" grpId="10" animBg="1" advAuto="0"/>
      <p:bldP spid="508" grpId="7" animBg="1" advAuto="0"/>
      <p:bldP spid="509" grpId="2" animBg="1" advAuto="0"/>
      <p:bldP spid="510" grpId="3" animBg="1" advAuto="0"/>
      <p:bldP spid="511" grpId="5" animBg="1" advAuto="0"/>
      <p:bldP spid="512" grpId="4" animBg="1" advAuto="0"/>
      <p:bldP spid="513" grpId="6" animBg="1" advAuto="0"/>
      <p:bldP spid="514" grpId="9" animBg="1" advAuto="0"/>
      <p:bldP spid="515" grpId="11" animBg="1" advAuto="0"/>
      <p:bldP spid="516" grpId="14" animBg="1" advAuto="0"/>
      <p:bldP spid="517" grpId="13" animBg="1" advAuto="0"/>
      <p:bldP spid="518" grpId="12" animBg="1" advAuto="0"/>
      <p:bldP spid="519" grpId="16" animBg="1" advAuto="0"/>
      <p:bldP spid="520" grpId="15" animBg="1" advAuto="0"/>
      <p:bldP spid="521" grpId="17" animBg="1" advAuto="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6" name="TextBox 1"/>
          <p:cNvSpPr txBox="1"/>
          <p:nvPr/>
        </p:nvSpPr>
        <p:spPr>
          <a:xfrm>
            <a:off x="250938" y="1019871"/>
            <a:ext cx="5879049" cy="453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6000" tIns="36000" rIns="36000" bIns="36000">
            <a:spAutoFit/>
          </a:bodyPr>
          <a:lstStyle>
            <a:lvl1pPr>
              <a:defRPr sz="2500">
                <a:latin typeface="Montserrat ExtraBold"/>
                <a:ea typeface="Montserrat ExtraBold"/>
                <a:cs typeface="Montserrat ExtraBold"/>
                <a:sym typeface="Montserrat ExtraBold"/>
              </a:defRPr>
            </a:lvl1pPr>
          </a:lstStyle>
          <a:p>
            <a:r>
              <a:rPr dirty="0" err="1"/>
              <a:t>Besoins</a:t>
            </a:r>
            <a:r>
              <a:rPr lang="fr-FR" dirty="0"/>
              <a:t> Non</a:t>
            </a:r>
            <a:r>
              <a:rPr dirty="0"/>
              <a:t> </a:t>
            </a:r>
            <a:r>
              <a:rPr dirty="0" err="1"/>
              <a:t>Fonctionnels</a:t>
            </a:r>
            <a:endParaRPr dirty="0"/>
          </a:p>
        </p:txBody>
      </p:sp>
      <p:grpSp>
        <p:nvGrpSpPr>
          <p:cNvPr id="499" name="Groupe 10"/>
          <p:cNvGrpSpPr/>
          <p:nvPr/>
        </p:nvGrpSpPr>
        <p:grpSpPr>
          <a:xfrm>
            <a:off x="0" y="-2"/>
            <a:ext cx="4685109" cy="768630"/>
            <a:chOff x="0" y="-1"/>
            <a:chExt cx="4685108" cy="768628"/>
          </a:xfrm>
        </p:grpSpPr>
        <p:sp>
          <p:nvSpPr>
            <p:cNvPr id="497" name="Pentagone 17"/>
            <p:cNvSpPr/>
            <p:nvPr/>
          </p:nvSpPr>
          <p:spPr>
            <a:xfrm>
              <a:off x="0" y="-1"/>
              <a:ext cx="4685108" cy="76862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9828" y="0"/>
                  </a:lnTo>
                  <a:lnTo>
                    <a:pt x="21600" y="10800"/>
                  </a:lnTo>
                  <a:lnTo>
                    <a:pt x="19828" y="21600"/>
                  </a:lnTo>
                  <a:lnTo>
                    <a:pt x="0" y="21600"/>
                  </a:lnTo>
                  <a:close/>
                </a:path>
              </a:pathLst>
            </a:custGeom>
            <a:solidFill>
              <a:srgbClr val="FFFFFF"/>
            </a:solidFill>
            <a:ln w="12700" cap="flat">
              <a:noFill/>
              <a:miter lim="400000"/>
            </a:ln>
            <a:effectLst>
              <a:outerShdw blurRad="38100" dist="20000" dir="5400000" rotWithShape="0">
                <a:srgbClr val="000000">
                  <a:alpha val="38000"/>
                </a:srgbClr>
              </a:outerShdw>
            </a:effectLst>
          </p:spPr>
          <p:txBody>
            <a:bodyPr wrap="square" lIns="0" tIns="0" rIns="0" bIns="0" numCol="1" anchor="t">
              <a:noAutofit/>
            </a:bodyPr>
            <a:lstStyle/>
            <a:p>
              <a:endParaRPr/>
            </a:p>
          </p:txBody>
        </p:sp>
        <p:sp>
          <p:nvSpPr>
            <p:cNvPr id="498" name="Pentagone 4"/>
            <p:cNvSpPr txBox="1"/>
            <p:nvPr/>
          </p:nvSpPr>
          <p:spPr>
            <a:xfrm>
              <a:off x="96012" y="199647"/>
              <a:ext cx="4396940" cy="36932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2003" tIns="32003" rIns="32003" bIns="32003" numCol="1" anchor="ctr">
              <a:spAutoFit/>
            </a:bodyPr>
            <a:lstStyle>
              <a:lvl1pPr algn="ctr" defTabSz="1066800">
                <a:lnSpc>
                  <a:spcPct val="90000"/>
                </a:lnSpc>
                <a:spcBef>
                  <a:spcPts val="1000"/>
                </a:spcBef>
                <a:defRPr sz="2200"/>
              </a:lvl1pPr>
            </a:lstStyle>
            <a:p>
              <a:r>
                <a:rPr lang="en-GB" dirty="0" err="1"/>
                <a:t>Besoins</a:t>
              </a:r>
              <a:endParaRPr lang="en-GB" dirty="0"/>
            </a:p>
          </p:txBody>
        </p:sp>
      </p:grpSp>
      <p:grpSp>
        <p:nvGrpSpPr>
          <p:cNvPr id="502" name="Groupe 11"/>
          <p:cNvGrpSpPr/>
          <p:nvPr/>
        </p:nvGrpSpPr>
        <p:grpSpPr>
          <a:xfrm>
            <a:off x="3832959" y="0"/>
            <a:ext cx="4685110" cy="768628"/>
            <a:chOff x="0" y="0"/>
            <a:chExt cx="4685108" cy="768627"/>
          </a:xfrm>
        </p:grpSpPr>
        <p:sp>
          <p:nvSpPr>
            <p:cNvPr id="500" name="Chevron 15"/>
            <p:cNvSpPr/>
            <p:nvPr/>
          </p:nvSpPr>
          <p:spPr>
            <a:xfrm>
              <a:off x="0" y="0"/>
              <a:ext cx="4685108" cy="768627"/>
            </a:xfrm>
            <a:prstGeom prst="chevron">
              <a:avLst>
                <a:gd name="adj" fmla="val 50000"/>
              </a:avLst>
            </a:prstGeom>
            <a:solidFill>
              <a:srgbClr val="FFFFFF"/>
            </a:solidFill>
            <a:ln w="12700" cap="flat">
              <a:noFill/>
              <a:miter lim="400000"/>
            </a:ln>
            <a:effectLst>
              <a:outerShdw blurRad="38100" dist="20000" dir="5400000" rotWithShape="0">
                <a:srgbClr val="000000">
                  <a:alpha val="38000"/>
                </a:srgbClr>
              </a:outerShdw>
            </a:effectLst>
          </p:spPr>
          <p:txBody>
            <a:bodyPr wrap="square" lIns="0" tIns="0" rIns="0" bIns="0" numCol="1" anchor="t">
              <a:noAutofit/>
            </a:bodyPr>
            <a:lstStyle/>
            <a:p>
              <a:endParaRPr/>
            </a:p>
          </p:txBody>
        </p:sp>
        <p:sp>
          <p:nvSpPr>
            <p:cNvPr id="501" name="Chevron 6"/>
            <p:cNvSpPr txBox="1"/>
            <p:nvPr/>
          </p:nvSpPr>
          <p:spPr>
            <a:xfrm>
              <a:off x="448320" y="199648"/>
              <a:ext cx="3852474" cy="36933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2003" tIns="32003" rIns="32003" bIns="32003" numCol="1" anchor="ctr">
              <a:spAutoFit/>
            </a:bodyPr>
            <a:lstStyle>
              <a:lvl1pPr algn="ctr" defTabSz="1066800">
                <a:lnSpc>
                  <a:spcPct val="90000"/>
                </a:lnSpc>
                <a:spcBef>
                  <a:spcPts val="1000"/>
                </a:spcBef>
                <a:defRPr sz="2200"/>
              </a:lvl1pPr>
            </a:lstStyle>
            <a:p>
              <a:endParaRPr lang="en-GB" dirty="0"/>
            </a:p>
          </p:txBody>
        </p:sp>
      </p:grpSp>
      <p:grpSp>
        <p:nvGrpSpPr>
          <p:cNvPr id="505" name="Groupe 12"/>
          <p:cNvGrpSpPr/>
          <p:nvPr/>
        </p:nvGrpSpPr>
        <p:grpSpPr>
          <a:xfrm>
            <a:off x="7501532" y="0"/>
            <a:ext cx="4685109" cy="768628"/>
            <a:chOff x="0" y="0"/>
            <a:chExt cx="4685108" cy="768627"/>
          </a:xfrm>
        </p:grpSpPr>
        <p:sp>
          <p:nvSpPr>
            <p:cNvPr id="503" name="Chevron 13"/>
            <p:cNvSpPr/>
            <p:nvPr/>
          </p:nvSpPr>
          <p:spPr>
            <a:xfrm>
              <a:off x="0" y="0"/>
              <a:ext cx="4685108" cy="768627"/>
            </a:xfrm>
            <a:prstGeom prst="chevron">
              <a:avLst>
                <a:gd name="adj" fmla="val 50000"/>
              </a:avLst>
            </a:prstGeom>
            <a:solidFill>
              <a:srgbClr val="E9041E"/>
            </a:solidFill>
            <a:ln w="12700" cap="flat">
              <a:noFill/>
              <a:miter lim="400000"/>
            </a:ln>
            <a:effectLst>
              <a:outerShdw blurRad="38100" dist="20000" dir="5400000" rotWithShape="0">
                <a:srgbClr val="000000">
                  <a:alpha val="38000"/>
                </a:srgbClr>
              </a:outerShdw>
            </a:effectLst>
          </p:spPr>
          <p:txBody>
            <a:bodyPr wrap="square" lIns="0" tIns="0" rIns="0" bIns="0" numCol="1" anchor="t">
              <a:noAutofit/>
            </a:bodyPr>
            <a:lstStyle/>
            <a:p>
              <a:endParaRPr/>
            </a:p>
          </p:txBody>
        </p:sp>
        <p:sp>
          <p:nvSpPr>
            <p:cNvPr id="504" name="Chevron 8"/>
            <p:cNvSpPr txBox="1"/>
            <p:nvPr/>
          </p:nvSpPr>
          <p:spPr>
            <a:xfrm>
              <a:off x="448320" y="185799"/>
              <a:ext cx="3852474" cy="39702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2003" tIns="32003" rIns="32003" bIns="32003" numCol="1" anchor="ctr">
              <a:spAutoFit/>
            </a:bodyPr>
            <a:lstStyle>
              <a:lvl1pPr algn="ctr" defTabSz="1066800">
                <a:lnSpc>
                  <a:spcPct val="90000"/>
                </a:lnSpc>
                <a:spcBef>
                  <a:spcPts val="1000"/>
                </a:spcBef>
                <a:defRPr sz="2400" b="1">
                  <a:solidFill>
                    <a:srgbClr val="FFFFFF"/>
                  </a:solidFill>
                </a:defRPr>
              </a:lvl1pPr>
            </a:lstStyle>
            <a:p>
              <a:endParaRPr lang="en-GB" dirty="0"/>
            </a:p>
          </p:txBody>
        </p:sp>
      </p:grpSp>
      <p:sp>
        <p:nvSpPr>
          <p:cNvPr id="506" name="L’application doit optimiser les traitements pour avoir un temps de réponse raisonnable."/>
          <p:cNvSpPr/>
          <p:nvPr/>
        </p:nvSpPr>
        <p:spPr>
          <a:xfrm>
            <a:off x="2749579" y="2297118"/>
            <a:ext cx="2175133" cy="1231831"/>
          </a:xfrm>
          <a:prstGeom prst="roundRect">
            <a:avLst>
              <a:gd name="adj" fmla="val 15465"/>
            </a:avLst>
          </a:prstGeom>
          <a:solidFill>
            <a:srgbClr val="E6E6E6"/>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lstStyle/>
          <a:p>
            <a:pPr marL="88900" marR="88900" indent="91099" algn="ctr" defTabSz="457200">
              <a:defRPr sz="1400">
                <a:solidFill>
                  <a:srgbClr val="000000"/>
                </a:solidFill>
              </a:defRPr>
            </a:pPr>
            <a:r>
              <a:rPr lang="fr-FR" sz="1400" dirty="0"/>
              <a:t>Les documents et projets générés doivent être protégés contre toute fuite ou accès non autorisé</a:t>
            </a:r>
            <a:endParaRPr dirty="0"/>
          </a:p>
        </p:txBody>
      </p:sp>
      <p:sp>
        <p:nvSpPr>
          <p:cNvPr id="507" name="Sécurité"/>
          <p:cNvSpPr/>
          <p:nvPr/>
        </p:nvSpPr>
        <p:spPr>
          <a:xfrm>
            <a:off x="5132089" y="3033648"/>
            <a:ext cx="1462444" cy="469901"/>
          </a:xfrm>
          <a:custGeom>
            <a:avLst/>
            <a:gdLst/>
            <a:ahLst/>
            <a:cxnLst>
              <a:cxn ang="0">
                <a:pos x="wd2" y="hd2"/>
              </a:cxn>
              <a:cxn ang="5400000">
                <a:pos x="wd2" y="hd2"/>
              </a:cxn>
              <a:cxn ang="10800000">
                <a:pos x="wd2" y="hd2"/>
              </a:cxn>
              <a:cxn ang="16200000">
                <a:pos x="wd2" y="hd2"/>
              </a:cxn>
            </a:cxnLst>
            <a:rect l="0" t="0" r="r" b="b"/>
            <a:pathLst>
              <a:path w="21600" h="21600" extrusionOk="0">
                <a:moveTo>
                  <a:pt x="37" y="0"/>
                </a:moveTo>
                <a:lnTo>
                  <a:pt x="21569" y="181"/>
                </a:lnTo>
                <a:lnTo>
                  <a:pt x="21600" y="10989"/>
                </a:lnTo>
                <a:lnTo>
                  <a:pt x="10871" y="21600"/>
                </a:lnTo>
                <a:lnTo>
                  <a:pt x="0" y="10534"/>
                </a:lnTo>
                <a:lnTo>
                  <a:pt x="37" y="0"/>
                </a:lnTo>
                <a:close/>
              </a:path>
            </a:pathLst>
          </a:custGeom>
          <a:solidFill>
            <a:srgbClr val="1673E9"/>
          </a:solidFill>
          <a:ln w="12700">
            <a:miter lim="400000"/>
          </a:ln>
          <a:effectLst>
            <a:outerShdw blurRad="38100" dist="20000" dir="5400000" rotWithShape="0">
              <a:srgbClr val="000000">
                <a:alpha val="38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lstStyle>
            <a:lvl1pPr algn="ctr">
              <a:defRPr sz="1200">
                <a:solidFill>
                  <a:srgbClr val="FFFFFF"/>
                </a:solidFill>
                <a:latin typeface="Montserrat Medium"/>
                <a:ea typeface="Montserrat Medium"/>
                <a:cs typeface="Montserrat Medium"/>
                <a:sym typeface="Montserrat Medium"/>
              </a:defRPr>
            </a:lvl1pPr>
          </a:lstStyle>
          <a:p>
            <a:r>
              <a:rPr lang="fr-FR" dirty="0"/>
              <a:t>Portabilité</a:t>
            </a:r>
            <a:endParaRPr dirty="0"/>
          </a:p>
        </p:txBody>
      </p:sp>
      <p:sp>
        <p:nvSpPr>
          <p:cNvPr id="508" name="Rapidité"/>
          <p:cNvSpPr/>
          <p:nvPr/>
        </p:nvSpPr>
        <p:spPr>
          <a:xfrm>
            <a:off x="3111437" y="3971555"/>
            <a:ext cx="1451418" cy="473925"/>
          </a:xfrm>
          <a:custGeom>
            <a:avLst/>
            <a:gdLst/>
            <a:ahLst/>
            <a:cxnLst>
              <a:cxn ang="0">
                <a:pos x="wd2" y="hd2"/>
              </a:cxn>
              <a:cxn ang="5400000">
                <a:pos x="wd2" y="hd2"/>
              </a:cxn>
              <a:cxn ang="10800000">
                <a:pos x="wd2" y="hd2"/>
              </a:cxn>
              <a:cxn ang="16200000">
                <a:pos x="wd2" y="hd2"/>
              </a:cxn>
            </a:cxnLst>
            <a:rect l="0" t="0" r="r" b="b"/>
            <a:pathLst>
              <a:path w="21600" h="21600" extrusionOk="0">
                <a:moveTo>
                  <a:pt x="0" y="10842"/>
                </a:moveTo>
                <a:lnTo>
                  <a:pt x="10842" y="0"/>
                </a:lnTo>
                <a:lnTo>
                  <a:pt x="21600" y="10440"/>
                </a:lnTo>
                <a:lnTo>
                  <a:pt x="21533" y="21600"/>
                </a:lnTo>
                <a:lnTo>
                  <a:pt x="68" y="21417"/>
                </a:lnTo>
                <a:lnTo>
                  <a:pt x="0" y="10842"/>
                </a:lnTo>
                <a:close/>
              </a:path>
            </a:pathLst>
          </a:custGeom>
          <a:solidFill>
            <a:srgbClr val="1673E8"/>
          </a:solidFill>
          <a:ln w="12700">
            <a:miter lim="400000"/>
          </a:ln>
          <a:effectLst>
            <a:outerShdw blurRad="38100" dist="20000" dir="5400000" rotWithShape="0">
              <a:srgbClr val="000000">
                <a:alpha val="38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b"/>
          <a:lstStyle>
            <a:lvl1pPr algn="ctr">
              <a:defRPr sz="1200">
                <a:solidFill>
                  <a:srgbClr val="FFFFFF"/>
                </a:solidFill>
                <a:latin typeface="Montserrat Medium"/>
                <a:ea typeface="Montserrat Medium"/>
                <a:cs typeface="Montserrat Medium"/>
                <a:sym typeface="Montserrat Medium"/>
              </a:defRPr>
            </a:lvl1pPr>
          </a:lstStyle>
          <a:p>
            <a:r>
              <a:rPr lang="fr-FR" dirty="0"/>
              <a:t>Sécurité</a:t>
            </a:r>
            <a:endParaRPr dirty="0"/>
          </a:p>
        </p:txBody>
      </p:sp>
      <p:sp>
        <p:nvSpPr>
          <p:cNvPr id="509" name="Ligne"/>
          <p:cNvSpPr/>
          <p:nvPr/>
        </p:nvSpPr>
        <p:spPr>
          <a:xfrm>
            <a:off x="681035" y="3756602"/>
            <a:ext cx="10911394" cy="1"/>
          </a:xfrm>
          <a:prstGeom prst="line">
            <a:avLst/>
          </a:prstGeom>
          <a:ln w="25400">
            <a:solidFill>
              <a:srgbClr val="004D99"/>
            </a:solidFill>
          </a:ln>
          <a:effectLst>
            <a:outerShdw blurRad="38100" dist="20000" dir="5400000" rotWithShape="0">
              <a:srgbClr val="000000">
                <a:alpha val="38000"/>
              </a:srgbClr>
            </a:outerShdw>
          </a:effectLst>
        </p:spPr>
        <p:txBody>
          <a:bodyPr lIns="45719" rIns="45719"/>
          <a:lstStyle/>
          <a:p>
            <a:endParaRPr/>
          </a:p>
        </p:txBody>
      </p:sp>
      <p:sp>
        <p:nvSpPr>
          <p:cNvPr id="510" name="Cercle"/>
          <p:cNvSpPr/>
          <p:nvPr/>
        </p:nvSpPr>
        <p:spPr>
          <a:xfrm>
            <a:off x="1642835" y="3650729"/>
            <a:ext cx="211746" cy="211746"/>
          </a:xfrm>
          <a:prstGeom prst="ellipse">
            <a:avLst/>
          </a:prstGeom>
          <a:solidFill>
            <a:srgbClr val="61B9FF"/>
          </a:solidFill>
          <a:ln w="38100">
            <a:solidFill>
              <a:srgbClr val="004D99"/>
            </a:solidFill>
          </a:ln>
        </p:spPr>
        <p:txBody>
          <a:bodyPr lIns="0" tIns="0" rIns="0" bIns="0"/>
          <a:lstStyle/>
          <a:p>
            <a:endParaRPr/>
          </a:p>
        </p:txBody>
      </p:sp>
      <p:sp>
        <p:nvSpPr>
          <p:cNvPr id="511" name="L’application doit avoir une interface conviviale, souple et ergonomique exploitable par l’utilisateur et respectant le charte graphique de la Société Générale."/>
          <p:cNvSpPr/>
          <p:nvPr/>
        </p:nvSpPr>
        <p:spPr>
          <a:xfrm>
            <a:off x="515199" y="3984255"/>
            <a:ext cx="2467018" cy="1625225"/>
          </a:xfrm>
          <a:prstGeom prst="roundRect">
            <a:avLst>
              <a:gd name="adj" fmla="val 11721"/>
            </a:avLst>
          </a:prstGeom>
          <a:solidFill>
            <a:srgbClr val="E6E6E6"/>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lstStyle/>
          <a:p>
            <a:pPr marL="88900" marR="88900" indent="-76835" algn="ctr" defTabSz="457200">
              <a:defRPr sz="1400">
                <a:solidFill>
                  <a:srgbClr val="000000"/>
                </a:solidFill>
              </a:defRPr>
            </a:pPr>
            <a:r>
              <a:rPr lang="fr-FR" sz="1400" dirty="0"/>
              <a:t>L’application doit répondre en moins de 500 ms pour la majorité des opérations</a:t>
            </a:r>
            <a:endParaRPr dirty="0"/>
          </a:p>
        </p:txBody>
      </p:sp>
      <p:sp>
        <p:nvSpPr>
          <p:cNvPr id="512" name="Ergonomie"/>
          <p:cNvSpPr/>
          <p:nvPr/>
        </p:nvSpPr>
        <p:spPr>
          <a:xfrm>
            <a:off x="1017486" y="3033648"/>
            <a:ext cx="1462444" cy="469901"/>
          </a:xfrm>
          <a:custGeom>
            <a:avLst/>
            <a:gdLst/>
            <a:ahLst/>
            <a:cxnLst>
              <a:cxn ang="0">
                <a:pos x="wd2" y="hd2"/>
              </a:cxn>
              <a:cxn ang="5400000">
                <a:pos x="wd2" y="hd2"/>
              </a:cxn>
              <a:cxn ang="10800000">
                <a:pos x="wd2" y="hd2"/>
              </a:cxn>
              <a:cxn ang="16200000">
                <a:pos x="wd2" y="hd2"/>
              </a:cxn>
            </a:cxnLst>
            <a:rect l="0" t="0" r="r" b="b"/>
            <a:pathLst>
              <a:path w="21600" h="21600" extrusionOk="0">
                <a:moveTo>
                  <a:pt x="37" y="0"/>
                </a:moveTo>
                <a:lnTo>
                  <a:pt x="21569" y="181"/>
                </a:lnTo>
                <a:lnTo>
                  <a:pt x="21600" y="10989"/>
                </a:lnTo>
                <a:lnTo>
                  <a:pt x="10871" y="21600"/>
                </a:lnTo>
                <a:lnTo>
                  <a:pt x="0" y="10534"/>
                </a:lnTo>
                <a:lnTo>
                  <a:pt x="37" y="0"/>
                </a:lnTo>
                <a:close/>
              </a:path>
            </a:pathLst>
          </a:custGeom>
          <a:solidFill>
            <a:srgbClr val="1673E9"/>
          </a:solidFill>
          <a:ln w="12700">
            <a:miter lim="400000"/>
          </a:ln>
          <a:effectLst>
            <a:outerShdw blurRad="38100" dist="20000" dir="5400000" rotWithShape="0">
              <a:srgbClr val="000000">
                <a:alpha val="38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lstStyle>
            <a:lvl1pPr algn="ctr">
              <a:defRPr sz="1200">
                <a:solidFill>
                  <a:srgbClr val="FFFFFF"/>
                </a:solidFill>
                <a:latin typeface="Montserrat Medium"/>
                <a:ea typeface="Montserrat Medium"/>
                <a:cs typeface="Montserrat Medium"/>
                <a:sym typeface="Montserrat Medium"/>
              </a:defRPr>
            </a:lvl1pPr>
          </a:lstStyle>
          <a:p>
            <a:r>
              <a:rPr lang="fr-FR" dirty="0"/>
              <a:t>Réactivité</a:t>
            </a:r>
            <a:endParaRPr dirty="0"/>
          </a:p>
        </p:txBody>
      </p:sp>
      <p:sp>
        <p:nvSpPr>
          <p:cNvPr id="513" name="Cercle"/>
          <p:cNvSpPr/>
          <p:nvPr/>
        </p:nvSpPr>
        <p:spPr>
          <a:xfrm>
            <a:off x="3731273" y="3650729"/>
            <a:ext cx="211746" cy="211746"/>
          </a:xfrm>
          <a:prstGeom prst="ellipse">
            <a:avLst/>
          </a:prstGeom>
          <a:solidFill>
            <a:srgbClr val="61B9FF"/>
          </a:solidFill>
          <a:ln w="38100">
            <a:solidFill>
              <a:srgbClr val="004D99"/>
            </a:solidFill>
          </a:ln>
        </p:spPr>
        <p:txBody>
          <a:bodyPr lIns="0" tIns="0" rIns="0" bIns="0"/>
          <a:lstStyle/>
          <a:p>
            <a:endParaRPr/>
          </a:p>
        </p:txBody>
      </p:sp>
      <p:sp>
        <p:nvSpPr>
          <p:cNvPr id="514" name="Cercle"/>
          <p:cNvSpPr/>
          <p:nvPr/>
        </p:nvSpPr>
        <p:spPr>
          <a:xfrm>
            <a:off x="5755480" y="3655475"/>
            <a:ext cx="211747" cy="211746"/>
          </a:xfrm>
          <a:prstGeom prst="ellipse">
            <a:avLst/>
          </a:prstGeom>
          <a:solidFill>
            <a:srgbClr val="61B9FF"/>
          </a:solidFill>
          <a:ln w="38100">
            <a:solidFill>
              <a:srgbClr val="004D99"/>
            </a:solidFill>
          </a:ln>
        </p:spPr>
        <p:txBody>
          <a:bodyPr lIns="0" tIns="0" rIns="0" bIns="0"/>
          <a:lstStyle/>
          <a:p>
            <a:endParaRPr/>
          </a:p>
        </p:txBody>
      </p:sp>
      <p:sp>
        <p:nvSpPr>
          <p:cNvPr id="515" name="L’application doit respecter la confidentialité des données."/>
          <p:cNvSpPr/>
          <p:nvPr/>
        </p:nvSpPr>
        <p:spPr>
          <a:xfrm>
            <a:off x="4775744" y="3984255"/>
            <a:ext cx="2175134" cy="1033568"/>
          </a:xfrm>
          <a:prstGeom prst="roundRect">
            <a:avLst>
              <a:gd name="adj" fmla="val 18431"/>
            </a:avLst>
          </a:prstGeom>
          <a:solidFill>
            <a:srgbClr val="E6E6E6"/>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lstStyle>
            <a:lvl1pPr marL="88900" marR="88900" indent="-88900" algn="ctr">
              <a:defRPr sz="1400">
                <a:solidFill>
                  <a:srgbClr val="000000"/>
                </a:solidFill>
              </a:defRPr>
            </a:lvl1pPr>
          </a:lstStyle>
          <a:p>
            <a:r>
              <a:rPr lang="fr-FR" dirty="0"/>
              <a:t>L’application doit être conteneurisable (Docker) et </a:t>
            </a:r>
            <a:r>
              <a:rPr lang="fr-FR" dirty="0" err="1"/>
              <a:t>déployable</a:t>
            </a:r>
            <a:endParaRPr dirty="0"/>
          </a:p>
        </p:txBody>
      </p:sp>
      <p:sp>
        <p:nvSpPr>
          <p:cNvPr id="516" name="Le code de l’application doit être compréhensible et lisible pour minimiser l’effort d’évolution du système et pour localiser et corriger les erreurs facilement."/>
          <p:cNvSpPr/>
          <p:nvPr/>
        </p:nvSpPr>
        <p:spPr>
          <a:xfrm>
            <a:off x="6801911" y="1878704"/>
            <a:ext cx="2467017" cy="1650245"/>
          </a:xfrm>
          <a:prstGeom prst="roundRect">
            <a:avLst>
              <a:gd name="adj" fmla="val 11544"/>
            </a:avLst>
          </a:prstGeom>
          <a:solidFill>
            <a:srgbClr val="E6E6E6"/>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lstStyle>
            <a:lvl1pPr marL="88900" marR="88900" indent="91099" algn="ctr" defTabSz="457200">
              <a:defRPr sz="1400">
                <a:solidFill>
                  <a:srgbClr val="000000"/>
                </a:solidFill>
              </a:defRPr>
            </a:lvl1pPr>
          </a:lstStyle>
          <a:p>
            <a:r>
              <a:rPr lang="fr-FR" dirty="0"/>
              <a:t>Toutes les actions doivent être journalisées pour audit interne</a:t>
            </a:r>
            <a:endParaRPr dirty="0"/>
          </a:p>
        </p:txBody>
      </p:sp>
      <p:sp>
        <p:nvSpPr>
          <p:cNvPr id="517" name="Maintenabilité"/>
          <p:cNvSpPr/>
          <p:nvPr/>
        </p:nvSpPr>
        <p:spPr>
          <a:xfrm>
            <a:off x="7309710" y="3971555"/>
            <a:ext cx="1451418" cy="473925"/>
          </a:xfrm>
          <a:custGeom>
            <a:avLst/>
            <a:gdLst/>
            <a:ahLst/>
            <a:cxnLst>
              <a:cxn ang="0">
                <a:pos x="wd2" y="hd2"/>
              </a:cxn>
              <a:cxn ang="5400000">
                <a:pos x="wd2" y="hd2"/>
              </a:cxn>
              <a:cxn ang="10800000">
                <a:pos x="wd2" y="hd2"/>
              </a:cxn>
              <a:cxn ang="16200000">
                <a:pos x="wd2" y="hd2"/>
              </a:cxn>
            </a:cxnLst>
            <a:rect l="0" t="0" r="r" b="b"/>
            <a:pathLst>
              <a:path w="21600" h="21600" extrusionOk="0">
                <a:moveTo>
                  <a:pt x="0" y="10842"/>
                </a:moveTo>
                <a:lnTo>
                  <a:pt x="10842" y="0"/>
                </a:lnTo>
                <a:lnTo>
                  <a:pt x="21600" y="10440"/>
                </a:lnTo>
                <a:lnTo>
                  <a:pt x="21533" y="21600"/>
                </a:lnTo>
                <a:lnTo>
                  <a:pt x="68" y="21417"/>
                </a:lnTo>
                <a:lnTo>
                  <a:pt x="0" y="10842"/>
                </a:lnTo>
                <a:close/>
              </a:path>
            </a:pathLst>
          </a:custGeom>
          <a:solidFill>
            <a:srgbClr val="1673E8"/>
          </a:solidFill>
          <a:ln w="12700">
            <a:miter lim="400000"/>
          </a:ln>
          <a:effectLst>
            <a:outerShdw blurRad="38100" dist="20000" dir="5400000" rotWithShape="0">
              <a:srgbClr val="000000">
                <a:alpha val="38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b"/>
          <a:lstStyle>
            <a:lvl1pPr algn="ctr">
              <a:defRPr sz="1200">
                <a:solidFill>
                  <a:srgbClr val="FFFFFF"/>
                </a:solidFill>
                <a:latin typeface="Montserrat Medium"/>
                <a:ea typeface="Montserrat Medium"/>
                <a:cs typeface="Montserrat Medium"/>
                <a:sym typeface="Montserrat Medium"/>
              </a:defRPr>
            </a:lvl1pPr>
          </a:lstStyle>
          <a:p>
            <a:r>
              <a:rPr lang="fr-FR" dirty="0"/>
              <a:t>Traçabilité</a:t>
            </a:r>
            <a:endParaRPr dirty="0"/>
          </a:p>
        </p:txBody>
      </p:sp>
      <p:sp>
        <p:nvSpPr>
          <p:cNvPr id="518" name="Cercle"/>
          <p:cNvSpPr/>
          <p:nvPr/>
        </p:nvSpPr>
        <p:spPr>
          <a:xfrm>
            <a:off x="7929546" y="3650729"/>
            <a:ext cx="211746" cy="211746"/>
          </a:xfrm>
          <a:prstGeom prst="ellipse">
            <a:avLst/>
          </a:prstGeom>
          <a:solidFill>
            <a:srgbClr val="61B9FF"/>
          </a:solidFill>
          <a:ln w="38100">
            <a:solidFill>
              <a:srgbClr val="004D99"/>
            </a:solidFill>
          </a:ln>
        </p:spPr>
        <p:txBody>
          <a:bodyPr lIns="0" tIns="0" rIns="0" bIns="0"/>
          <a:lstStyle/>
          <a:p>
            <a:endParaRPr/>
          </a:p>
        </p:txBody>
      </p:sp>
      <p:sp>
        <p:nvSpPr>
          <p:cNvPr id="519" name="Évolutivité"/>
          <p:cNvSpPr/>
          <p:nvPr/>
        </p:nvSpPr>
        <p:spPr>
          <a:xfrm>
            <a:off x="9507287" y="3033648"/>
            <a:ext cx="1462444" cy="469901"/>
          </a:xfrm>
          <a:custGeom>
            <a:avLst/>
            <a:gdLst/>
            <a:ahLst/>
            <a:cxnLst>
              <a:cxn ang="0">
                <a:pos x="wd2" y="hd2"/>
              </a:cxn>
              <a:cxn ang="5400000">
                <a:pos x="wd2" y="hd2"/>
              </a:cxn>
              <a:cxn ang="10800000">
                <a:pos x="wd2" y="hd2"/>
              </a:cxn>
              <a:cxn ang="16200000">
                <a:pos x="wd2" y="hd2"/>
              </a:cxn>
            </a:cxnLst>
            <a:rect l="0" t="0" r="r" b="b"/>
            <a:pathLst>
              <a:path w="21600" h="21600" extrusionOk="0">
                <a:moveTo>
                  <a:pt x="37" y="0"/>
                </a:moveTo>
                <a:lnTo>
                  <a:pt x="21569" y="181"/>
                </a:lnTo>
                <a:lnTo>
                  <a:pt x="21600" y="10989"/>
                </a:lnTo>
                <a:lnTo>
                  <a:pt x="10871" y="21600"/>
                </a:lnTo>
                <a:lnTo>
                  <a:pt x="0" y="10534"/>
                </a:lnTo>
                <a:lnTo>
                  <a:pt x="37" y="0"/>
                </a:lnTo>
                <a:close/>
              </a:path>
            </a:pathLst>
          </a:custGeom>
          <a:solidFill>
            <a:srgbClr val="1673E9"/>
          </a:solidFill>
          <a:ln w="12700">
            <a:miter lim="400000"/>
          </a:ln>
          <a:effectLst>
            <a:outerShdw blurRad="38100" dist="20000" dir="5400000" rotWithShape="0">
              <a:srgbClr val="000000">
                <a:alpha val="38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lstStyle>
            <a:lvl1pPr algn="ctr">
              <a:defRPr sz="1200">
                <a:solidFill>
                  <a:srgbClr val="FFFFFF"/>
                </a:solidFill>
                <a:latin typeface="Montserrat Medium"/>
                <a:ea typeface="Montserrat Medium"/>
                <a:cs typeface="Montserrat Medium"/>
                <a:sym typeface="Montserrat Medium"/>
              </a:defRPr>
            </a:lvl1pPr>
          </a:lstStyle>
          <a:p>
            <a:r>
              <a:rPr lang="fr-FR" dirty="0"/>
              <a:t>Maintenabilité</a:t>
            </a:r>
            <a:endParaRPr dirty="0"/>
          </a:p>
        </p:txBody>
      </p:sp>
      <p:sp>
        <p:nvSpPr>
          <p:cNvPr id="520" name="Cercle"/>
          <p:cNvSpPr/>
          <p:nvPr/>
        </p:nvSpPr>
        <p:spPr>
          <a:xfrm>
            <a:off x="10130677" y="3655475"/>
            <a:ext cx="211746" cy="211746"/>
          </a:xfrm>
          <a:prstGeom prst="ellipse">
            <a:avLst/>
          </a:prstGeom>
          <a:solidFill>
            <a:srgbClr val="61B9FF"/>
          </a:solidFill>
          <a:ln w="38100">
            <a:solidFill>
              <a:srgbClr val="004D99"/>
            </a:solidFill>
          </a:ln>
        </p:spPr>
        <p:txBody>
          <a:bodyPr lIns="0" tIns="0" rIns="0" bIns="0"/>
          <a:lstStyle/>
          <a:p>
            <a:endParaRPr/>
          </a:p>
        </p:txBody>
      </p:sp>
      <p:sp>
        <p:nvSpPr>
          <p:cNvPr id="521" name="L’évolutivité implique l'ajout de ressources au système, mais ne doit pas entraîner de changements au niveau de l'architecture du déploiement."/>
          <p:cNvSpPr/>
          <p:nvPr/>
        </p:nvSpPr>
        <p:spPr>
          <a:xfrm>
            <a:off x="9080845" y="3984255"/>
            <a:ext cx="2315328" cy="1625225"/>
          </a:xfrm>
          <a:prstGeom prst="roundRect">
            <a:avLst>
              <a:gd name="adj" fmla="val 11721"/>
            </a:avLst>
          </a:prstGeom>
          <a:solidFill>
            <a:srgbClr val="E6E6E6"/>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lstStyle>
            <a:lvl1pPr marL="88900" marR="88900" indent="-88900" algn="ctr">
              <a:defRPr sz="1400">
                <a:solidFill>
                  <a:srgbClr val="000000"/>
                </a:solidFill>
              </a:defRPr>
            </a:lvl1pPr>
          </a:lstStyle>
          <a:p>
            <a:r>
              <a:rPr lang="fr-FR" dirty="0"/>
              <a:t>Le code doit respecter les conventions internes SGABS et être documenté</a:t>
            </a:r>
            <a:endParaRPr dirty="0"/>
          </a:p>
        </p:txBody>
      </p:sp>
      <p:sp>
        <p:nvSpPr>
          <p:cNvPr id="522" name="Numéro de diapositive"/>
          <p:cNvSpPr txBox="1">
            <a:spLocks noGrp="1"/>
          </p:cNvSpPr>
          <p:nvPr>
            <p:ph type="sldNum" sz="quarter" idx="2"/>
          </p:nvPr>
        </p:nvSpPr>
        <p:spPr>
          <a:xfrm>
            <a:off x="5879925" y="6354711"/>
            <a:ext cx="238340" cy="383541"/>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lgn="ctr">
              <a:defRPr sz="1900"/>
            </a:lvl1pPr>
          </a:lstStyle>
          <a:p>
            <a:fld id="{86CB4B4D-7CA3-9044-876B-883B54F8677D}" type="slidenum">
              <a:rPr/>
              <a:t>17</a:t>
            </a:fld>
            <a:endParaRPr/>
          </a:p>
        </p:txBody>
      </p:sp>
    </p:spTree>
    <p:extLst>
      <p:ext uri="{BB962C8B-B14F-4D97-AF65-F5344CB8AC3E}">
        <p14:creationId xmlns:p14="http://schemas.microsoft.com/office/powerpoint/2010/main" val="3035350695"/>
      </p:ext>
    </p:extLst>
  </p:cSld>
  <p:clrMapOvr>
    <a:masterClrMapping/>
  </p:clrMapOvr>
  <mc:AlternateContent xmlns:mc="http://schemas.openxmlformats.org/markup-compatibility/2006" xmlns:p15="http://schemas.microsoft.com/office/powerpoint/2012/main">
    <mc:Choice Requires="p15">
      <p:transition spd="slow">
        <p15:prstTrans prst="peelOff" invX="1"/>
      </p:transition>
    </mc:Choice>
    <mc:Choice xmlns="" xmlns:m="http://schemas.openxmlformats.org/officeDocument/2006/math" xmlns:a14="http://schemas.microsoft.com/office/drawing/2010/main" xmlns:p14="http://schemas.microsoft.com/office/powerpoint/2010/main" Requires="p14">
      <p:transition spd="med" advClick="1" p14:dur="1000">
        <p:wipe dir="l"/>
      </p:transition>
    </mc:Choice>
    <mc:Fallback xmlns="" xmlns:m="http://schemas.openxmlformats.org/officeDocument/2006/math" xmlns:a14="http://schemas.microsoft.com/office/drawing/2010/main">
      <p:transition spd="med">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iterate>
                                    <p:tmAbs val="0"/>
                                  </p:iterate>
                                  <p:childTnLst>
                                    <p:set>
                                      <p:cBhvr>
                                        <p:cTn id="6" fill="hold"/>
                                        <p:tgtEl>
                                          <p:spTgt spid="496"/>
                                        </p:tgtEl>
                                        <p:attrNameLst>
                                          <p:attrName>style.visibility</p:attrName>
                                        </p:attrNameLst>
                                      </p:cBhvr>
                                      <p:to>
                                        <p:strVal val="visible"/>
                                      </p:to>
                                    </p:set>
                                    <p:animEffect transition="in" filter="wipe(down)">
                                      <p:cBhvr>
                                        <p:cTn id="7" dur="500"/>
                                        <p:tgtEl>
                                          <p:spTgt spid="496"/>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509"/>
                                        </p:tgtEl>
                                        <p:attrNameLst>
                                          <p:attrName>style.visibility</p:attrName>
                                        </p:attrNameLst>
                                      </p:cBhvr>
                                      <p:to>
                                        <p:strVal val="visible"/>
                                      </p:to>
                                    </p:set>
                                    <p:animEffect transition="in" filter="circle(in)">
                                      <p:cBhvr>
                                        <p:cTn id="12" dur="1000"/>
                                        <p:tgtEl>
                                          <p:spTgt spid="509"/>
                                        </p:tgtEl>
                                      </p:cBhvr>
                                    </p:animEffect>
                                  </p:childTnLst>
                                </p:cTn>
                              </p:par>
                            </p:childTnLst>
                          </p:cTn>
                        </p:par>
                        <p:par>
                          <p:cTn id="13" fill="hold">
                            <p:stCondLst>
                              <p:cond delay="1000"/>
                            </p:stCondLst>
                            <p:childTnLst>
                              <p:par>
                                <p:cTn id="14" presetID="2" presetClass="entr" presetSubtype="8" fill="hold" grpId="0" nodeType="afterEffect">
                                  <p:stCondLst>
                                    <p:cond delay="0"/>
                                  </p:stCondLst>
                                  <p:iterate type="lt">
                                    <p:tmAbs val="0"/>
                                  </p:iterate>
                                  <p:childTnLst>
                                    <p:set>
                                      <p:cBhvr>
                                        <p:cTn id="15" fill="hold"/>
                                        <p:tgtEl>
                                          <p:spTgt spid="510"/>
                                        </p:tgtEl>
                                        <p:attrNameLst>
                                          <p:attrName>style.visibility</p:attrName>
                                        </p:attrNameLst>
                                      </p:cBhvr>
                                      <p:to>
                                        <p:strVal val="visible"/>
                                      </p:to>
                                    </p:set>
                                    <p:anim calcmode="lin" valueType="num">
                                      <p:cBhvr>
                                        <p:cTn id="16" dur="1000" fill="hold"/>
                                        <p:tgtEl>
                                          <p:spTgt spid="510"/>
                                        </p:tgtEl>
                                        <p:attrNameLst>
                                          <p:attrName>ppt_x</p:attrName>
                                        </p:attrNameLst>
                                      </p:cBhvr>
                                      <p:tavLst>
                                        <p:tav tm="0">
                                          <p:val>
                                            <p:strVal val="0-#ppt_w/2"/>
                                          </p:val>
                                        </p:tav>
                                        <p:tav tm="100000">
                                          <p:val>
                                            <p:strVal val="#ppt_x"/>
                                          </p:val>
                                        </p:tav>
                                      </p:tavLst>
                                    </p:anim>
                                    <p:anim calcmode="lin" valueType="num">
                                      <p:cBhvr>
                                        <p:cTn id="17" dur="1000" fill="hold"/>
                                        <p:tgtEl>
                                          <p:spTgt spid="510"/>
                                        </p:tgtEl>
                                        <p:attrNameLst>
                                          <p:attrName>ppt_y</p:attrName>
                                        </p:attrNameLst>
                                      </p:cBhvr>
                                      <p:tavLst>
                                        <p:tav tm="0">
                                          <p:val>
                                            <p:strVal val="#ppt_y"/>
                                          </p:val>
                                        </p:tav>
                                        <p:tav tm="100000">
                                          <p:val>
                                            <p:strVal val="#ppt_y"/>
                                          </p:val>
                                        </p:tav>
                                      </p:tavLst>
                                    </p:anim>
                                  </p:childTnLst>
                                </p:cTn>
                              </p:par>
                              <p:par>
                                <p:cTn id="18" presetID="23" presetClass="entr" presetSubtype="16" fill="hold" grpId="0" nodeType="withEffect">
                                  <p:stCondLst>
                                    <p:cond delay="200"/>
                                  </p:stCondLst>
                                  <p:iterate>
                                    <p:tmAbs val="0"/>
                                  </p:iterate>
                                  <p:childTnLst>
                                    <p:set>
                                      <p:cBhvr>
                                        <p:cTn id="19" fill="hold"/>
                                        <p:tgtEl>
                                          <p:spTgt spid="512"/>
                                        </p:tgtEl>
                                        <p:attrNameLst>
                                          <p:attrName>style.visibility</p:attrName>
                                        </p:attrNameLst>
                                      </p:cBhvr>
                                      <p:to>
                                        <p:strVal val="visible"/>
                                      </p:to>
                                    </p:set>
                                    <p:anim calcmode="lin" valueType="num">
                                      <p:cBhvr>
                                        <p:cTn id="20" dur="750" fill="hold"/>
                                        <p:tgtEl>
                                          <p:spTgt spid="512"/>
                                        </p:tgtEl>
                                        <p:attrNameLst>
                                          <p:attrName>ppt_w</p:attrName>
                                        </p:attrNameLst>
                                      </p:cBhvr>
                                      <p:tavLst>
                                        <p:tav tm="0">
                                          <p:val>
                                            <p:fltVal val="0"/>
                                          </p:val>
                                        </p:tav>
                                        <p:tav tm="100000">
                                          <p:val>
                                            <p:strVal val="#ppt_w"/>
                                          </p:val>
                                        </p:tav>
                                      </p:tavLst>
                                    </p:anim>
                                    <p:anim calcmode="lin" valueType="num">
                                      <p:cBhvr>
                                        <p:cTn id="21" dur="750" fill="hold"/>
                                        <p:tgtEl>
                                          <p:spTgt spid="512"/>
                                        </p:tgtEl>
                                        <p:attrNameLst>
                                          <p:attrName>ppt_h</p:attrName>
                                        </p:attrNameLst>
                                      </p:cBhvr>
                                      <p:tavLst>
                                        <p:tav tm="0">
                                          <p:val>
                                            <p:fltVal val="0"/>
                                          </p:val>
                                        </p:tav>
                                        <p:tav tm="100000">
                                          <p:val>
                                            <p:strVal val="#ppt_h"/>
                                          </p:val>
                                        </p:tav>
                                      </p:tavLst>
                                    </p:anim>
                                  </p:childTnLst>
                                </p:cTn>
                              </p:par>
                            </p:childTnLst>
                          </p:cTn>
                        </p:par>
                        <p:par>
                          <p:cTn id="22" fill="hold">
                            <p:stCondLst>
                              <p:cond delay="2000"/>
                            </p:stCondLst>
                            <p:childTnLst>
                              <p:par>
                                <p:cTn id="23" presetID="3" presetClass="entr" presetSubtype="10" fill="hold" grpId="0" nodeType="afterEffect">
                                  <p:stCondLst>
                                    <p:cond delay="100"/>
                                  </p:stCondLst>
                                  <p:childTnLst>
                                    <p:set>
                                      <p:cBhvr>
                                        <p:cTn id="24" dur="1" fill="hold">
                                          <p:stCondLst>
                                            <p:cond delay="0"/>
                                          </p:stCondLst>
                                        </p:cTn>
                                        <p:tgtEl>
                                          <p:spTgt spid="511"/>
                                        </p:tgtEl>
                                        <p:attrNameLst>
                                          <p:attrName>style.visibility</p:attrName>
                                        </p:attrNameLst>
                                      </p:cBhvr>
                                      <p:to>
                                        <p:strVal val="visible"/>
                                      </p:to>
                                    </p:set>
                                    <p:animEffect transition="in" filter="blinds(horizontal)">
                                      <p:cBhvr>
                                        <p:cTn id="25" dur="500"/>
                                        <p:tgtEl>
                                          <p:spTgt spid="511"/>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8" fill="hold" grpId="0" nodeType="clickEffect">
                                  <p:stCondLst>
                                    <p:cond delay="0"/>
                                  </p:stCondLst>
                                  <p:iterate type="lt">
                                    <p:tmAbs val="0"/>
                                  </p:iterate>
                                  <p:childTnLst>
                                    <p:set>
                                      <p:cBhvr>
                                        <p:cTn id="29" fill="hold"/>
                                        <p:tgtEl>
                                          <p:spTgt spid="513"/>
                                        </p:tgtEl>
                                        <p:attrNameLst>
                                          <p:attrName>style.visibility</p:attrName>
                                        </p:attrNameLst>
                                      </p:cBhvr>
                                      <p:to>
                                        <p:strVal val="visible"/>
                                      </p:to>
                                    </p:set>
                                    <p:anim calcmode="lin" valueType="num">
                                      <p:cBhvr>
                                        <p:cTn id="30" dur="1000" fill="hold"/>
                                        <p:tgtEl>
                                          <p:spTgt spid="513"/>
                                        </p:tgtEl>
                                        <p:attrNameLst>
                                          <p:attrName>ppt_x</p:attrName>
                                        </p:attrNameLst>
                                      </p:cBhvr>
                                      <p:tavLst>
                                        <p:tav tm="0">
                                          <p:val>
                                            <p:strVal val="0-#ppt_w/2"/>
                                          </p:val>
                                        </p:tav>
                                        <p:tav tm="100000">
                                          <p:val>
                                            <p:strVal val="#ppt_x"/>
                                          </p:val>
                                        </p:tav>
                                      </p:tavLst>
                                    </p:anim>
                                    <p:anim calcmode="lin" valueType="num">
                                      <p:cBhvr>
                                        <p:cTn id="31" dur="1000" fill="hold"/>
                                        <p:tgtEl>
                                          <p:spTgt spid="513"/>
                                        </p:tgtEl>
                                        <p:attrNameLst>
                                          <p:attrName>ppt_y</p:attrName>
                                        </p:attrNameLst>
                                      </p:cBhvr>
                                      <p:tavLst>
                                        <p:tav tm="0">
                                          <p:val>
                                            <p:strVal val="#ppt_y"/>
                                          </p:val>
                                        </p:tav>
                                        <p:tav tm="100000">
                                          <p:val>
                                            <p:strVal val="#ppt_y"/>
                                          </p:val>
                                        </p:tav>
                                      </p:tavLst>
                                    </p:anim>
                                  </p:childTnLst>
                                </p:cTn>
                              </p:par>
                              <p:par>
                                <p:cTn id="32" presetID="23" presetClass="entr" presetSubtype="16" fill="hold" grpId="0" nodeType="withEffect">
                                  <p:stCondLst>
                                    <p:cond delay="200"/>
                                  </p:stCondLst>
                                  <p:iterate>
                                    <p:tmAbs val="0"/>
                                  </p:iterate>
                                  <p:childTnLst>
                                    <p:set>
                                      <p:cBhvr>
                                        <p:cTn id="33" fill="hold"/>
                                        <p:tgtEl>
                                          <p:spTgt spid="508"/>
                                        </p:tgtEl>
                                        <p:attrNameLst>
                                          <p:attrName>style.visibility</p:attrName>
                                        </p:attrNameLst>
                                      </p:cBhvr>
                                      <p:to>
                                        <p:strVal val="visible"/>
                                      </p:to>
                                    </p:set>
                                    <p:anim calcmode="lin" valueType="num">
                                      <p:cBhvr>
                                        <p:cTn id="34" dur="750" fill="hold"/>
                                        <p:tgtEl>
                                          <p:spTgt spid="508"/>
                                        </p:tgtEl>
                                        <p:attrNameLst>
                                          <p:attrName>ppt_w</p:attrName>
                                        </p:attrNameLst>
                                      </p:cBhvr>
                                      <p:tavLst>
                                        <p:tav tm="0">
                                          <p:val>
                                            <p:fltVal val="0"/>
                                          </p:val>
                                        </p:tav>
                                        <p:tav tm="100000">
                                          <p:val>
                                            <p:strVal val="#ppt_w"/>
                                          </p:val>
                                        </p:tav>
                                      </p:tavLst>
                                    </p:anim>
                                    <p:anim calcmode="lin" valueType="num">
                                      <p:cBhvr>
                                        <p:cTn id="35" dur="750" fill="hold"/>
                                        <p:tgtEl>
                                          <p:spTgt spid="508"/>
                                        </p:tgtEl>
                                        <p:attrNameLst>
                                          <p:attrName>ppt_h</p:attrName>
                                        </p:attrNameLst>
                                      </p:cBhvr>
                                      <p:tavLst>
                                        <p:tav tm="0">
                                          <p:val>
                                            <p:fltVal val="0"/>
                                          </p:val>
                                        </p:tav>
                                        <p:tav tm="100000">
                                          <p:val>
                                            <p:strVal val="#ppt_h"/>
                                          </p:val>
                                        </p:tav>
                                      </p:tavLst>
                                    </p:anim>
                                  </p:childTnLst>
                                </p:cTn>
                              </p:par>
                            </p:childTnLst>
                          </p:cTn>
                        </p:par>
                        <p:par>
                          <p:cTn id="36" fill="hold">
                            <p:stCondLst>
                              <p:cond delay="1000"/>
                            </p:stCondLst>
                            <p:childTnLst>
                              <p:par>
                                <p:cTn id="37" presetID="3" presetClass="entr" presetSubtype="10" fill="hold" grpId="0" nodeType="afterEffect">
                                  <p:stCondLst>
                                    <p:cond delay="100"/>
                                  </p:stCondLst>
                                  <p:childTnLst>
                                    <p:set>
                                      <p:cBhvr>
                                        <p:cTn id="38" dur="1" fill="hold">
                                          <p:stCondLst>
                                            <p:cond delay="0"/>
                                          </p:stCondLst>
                                        </p:cTn>
                                        <p:tgtEl>
                                          <p:spTgt spid="506"/>
                                        </p:tgtEl>
                                        <p:attrNameLst>
                                          <p:attrName>style.visibility</p:attrName>
                                        </p:attrNameLst>
                                      </p:cBhvr>
                                      <p:to>
                                        <p:strVal val="visible"/>
                                      </p:to>
                                    </p:set>
                                    <p:animEffect transition="in" filter="blinds(horizontal)">
                                      <p:cBhvr>
                                        <p:cTn id="39" dur="500"/>
                                        <p:tgtEl>
                                          <p:spTgt spid="506"/>
                                        </p:tgtEl>
                                      </p:cBhvr>
                                    </p:animEffect>
                                  </p:childTnLst>
                                </p:cTn>
                              </p:par>
                            </p:childTnLst>
                          </p:cTn>
                        </p:par>
                      </p:childTnLst>
                    </p:cTn>
                  </p:par>
                  <p:par>
                    <p:cTn id="40" fill="hold">
                      <p:stCondLst>
                        <p:cond delay="indefinite"/>
                      </p:stCondLst>
                      <p:childTnLst>
                        <p:par>
                          <p:cTn id="41" fill="hold">
                            <p:stCondLst>
                              <p:cond delay="0"/>
                            </p:stCondLst>
                            <p:childTnLst>
                              <p:par>
                                <p:cTn id="42" presetID="2" presetClass="entr" presetSubtype="8" fill="hold" grpId="0" nodeType="clickEffect">
                                  <p:stCondLst>
                                    <p:cond delay="0"/>
                                  </p:stCondLst>
                                  <p:iterate type="lt">
                                    <p:tmAbs val="0"/>
                                  </p:iterate>
                                  <p:childTnLst>
                                    <p:set>
                                      <p:cBhvr>
                                        <p:cTn id="43" fill="hold"/>
                                        <p:tgtEl>
                                          <p:spTgt spid="514"/>
                                        </p:tgtEl>
                                        <p:attrNameLst>
                                          <p:attrName>style.visibility</p:attrName>
                                        </p:attrNameLst>
                                      </p:cBhvr>
                                      <p:to>
                                        <p:strVal val="visible"/>
                                      </p:to>
                                    </p:set>
                                    <p:anim calcmode="lin" valueType="num">
                                      <p:cBhvr>
                                        <p:cTn id="44" dur="1000" fill="hold"/>
                                        <p:tgtEl>
                                          <p:spTgt spid="514"/>
                                        </p:tgtEl>
                                        <p:attrNameLst>
                                          <p:attrName>ppt_x</p:attrName>
                                        </p:attrNameLst>
                                      </p:cBhvr>
                                      <p:tavLst>
                                        <p:tav tm="0">
                                          <p:val>
                                            <p:strVal val="0-#ppt_w/2"/>
                                          </p:val>
                                        </p:tav>
                                        <p:tav tm="100000">
                                          <p:val>
                                            <p:strVal val="#ppt_x"/>
                                          </p:val>
                                        </p:tav>
                                      </p:tavLst>
                                    </p:anim>
                                    <p:anim calcmode="lin" valueType="num">
                                      <p:cBhvr>
                                        <p:cTn id="45" dur="1000" fill="hold"/>
                                        <p:tgtEl>
                                          <p:spTgt spid="514"/>
                                        </p:tgtEl>
                                        <p:attrNameLst>
                                          <p:attrName>ppt_y</p:attrName>
                                        </p:attrNameLst>
                                      </p:cBhvr>
                                      <p:tavLst>
                                        <p:tav tm="0">
                                          <p:val>
                                            <p:strVal val="#ppt_y"/>
                                          </p:val>
                                        </p:tav>
                                        <p:tav tm="100000">
                                          <p:val>
                                            <p:strVal val="#ppt_y"/>
                                          </p:val>
                                        </p:tav>
                                      </p:tavLst>
                                    </p:anim>
                                  </p:childTnLst>
                                </p:cTn>
                              </p:par>
                              <p:par>
                                <p:cTn id="46" presetID="23" presetClass="entr" presetSubtype="16" fill="hold" grpId="0" nodeType="withEffect">
                                  <p:stCondLst>
                                    <p:cond delay="200"/>
                                  </p:stCondLst>
                                  <p:iterate>
                                    <p:tmAbs val="0"/>
                                  </p:iterate>
                                  <p:childTnLst>
                                    <p:set>
                                      <p:cBhvr>
                                        <p:cTn id="47" fill="hold"/>
                                        <p:tgtEl>
                                          <p:spTgt spid="507"/>
                                        </p:tgtEl>
                                        <p:attrNameLst>
                                          <p:attrName>style.visibility</p:attrName>
                                        </p:attrNameLst>
                                      </p:cBhvr>
                                      <p:to>
                                        <p:strVal val="visible"/>
                                      </p:to>
                                    </p:set>
                                    <p:anim calcmode="lin" valueType="num">
                                      <p:cBhvr>
                                        <p:cTn id="48" dur="750" fill="hold"/>
                                        <p:tgtEl>
                                          <p:spTgt spid="507"/>
                                        </p:tgtEl>
                                        <p:attrNameLst>
                                          <p:attrName>ppt_w</p:attrName>
                                        </p:attrNameLst>
                                      </p:cBhvr>
                                      <p:tavLst>
                                        <p:tav tm="0">
                                          <p:val>
                                            <p:fltVal val="0"/>
                                          </p:val>
                                        </p:tav>
                                        <p:tav tm="100000">
                                          <p:val>
                                            <p:strVal val="#ppt_w"/>
                                          </p:val>
                                        </p:tav>
                                      </p:tavLst>
                                    </p:anim>
                                    <p:anim calcmode="lin" valueType="num">
                                      <p:cBhvr>
                                        <p:cTn id="49" dur="750" fill="hold"/>
                                        <p:tgtEl>
                                          <p:spTgt spid="507"/>
                                        </p:tgtEl>
                                        <p:attrNameLst>
                                          <p:attrName>ppt_h</p:attrName>
                                        </p:attrNameLst>
                                      </p:cBhvr>
                                      <p:tavLst>
                                        <p:tav tm="0">
                                          <p:val>
                                            <p:fltVal val="0"/>
                                          </p:val>
                                        </p:tav>
                                        <p:tav tm="100000">
                                          <p:val>
                                            <p:strVal val="#ppt_h"/>
                                          </p:val>
                                        </p:tav>
                                      </p:tavLst>
                                    </p:anim>
                                  </p:childTnLst>
                                </p:cTn>
                              </p:par>
                            </p:childTnLst>
                          </p:cTn>
                        </p:par>
                        <p:par>
                          <p:cTn id="50" fill="hold">
                            <p:stCondLst>
                              <p:cond delay="1000"/>
                            </p:stCondLst>
                            <p:childTnLst>
                              <p:par>
                                <p:cTn id="51" presetID="3" presetClass="entr" presetSubtype="10" fill="hold" grpId="0" nodeType="afterEffect">
                                  <p:stCondLst>
                                    <p:cond delay="100"/>
                                  </p:stCondLst>
                                  <p:childTnLst>
                                    <p:set>
                                      <p:cBhvr>
                                        <p:cTn id="52" dur="1" fill="hold">
                                          <p:stCondLst>
                                            <p:cond delay="0"/>
                                          </p:stCondLst>
                                        </p:cTn>
                                        <p:tgtEl>
                                          <p:spTgt spid="515"/>
                                        </p:tgtEl>
                                        <p:attrNameLst>
                                          <p:attrName>style.visibility</p:attrName>
                                        </p:attrNameLst>
                                      </p:cBhvr>
                                      <p:to>
                                        <p:strVal val="visible"/>
                                      </p:to>
                                    </p:set>
                                    <p:animEffect transition="in" filter="blinds(horizontal)">
                                      <p:cBhvr>
                                        <p:cTn id="53" dur="500"/>
                                        <p:tgtEl>
                                          <p:spTgt spid="515"/>
                                        </p:tgtEl>
                                      </p:cBhvr>
                                    </p:animEffect>
                                  </p:childTnLst>
                                </p:cTn>
                              </p:par>
                            </p:childTnLst>
                          </p:cTn>
                        </p:par>
                      </p:childTnLst>
                    </p:cTn>
                  </p:par>
                  <p:par>
                    <p:cTn id="54" fill="hold">
                      <p:stCondLst>
                        <p:cond delay="indefinite"/>
                      </p:stCondLst>
                      <p:childTnLst>
                        <p:par>
                          <p:cTn id="55" fill="hold">
                            <p:stCondLst>
                              <p:cond delay="0"/>
                            </p:stCondLst>
                            <p:childTnLst>
                              <p:par>
                                <p:cTn id="56" presetID="2" presetClass="entr" presetSubtype="8" fill="hold" grpId="0" nodeType="clickEffect">
                                  <p:stCondLst>
                                    <p:cond delay="0"/>
                                  </p:stCondLst>
                                  <p:iterate type="lt">
                                    <p:tmAbs val="0"/>
                                  </p:iterate>
                                  <p:childTnLst>
                                    <p:set>
                                      <p:cBhvr>
                                        <p:cTn id="57" fill="hold"/>
                                        <p:tgtEl>
                                          <p:spTgt spid="518"/>
                                        </p:tgtEl>
                                        <p:attrNameLst>
                                          <p:attrName>style.visibility</p:attrName>
                                        </p:attrNameLst>
                                      </p:cBhvr>
                                      <p:to>
                                        <p:strVal val="visible"/>
                                      </p:to>
                                    </p:set>
                                    <p:anim calcmode="lin" valueType="num">
                                      <p:cBhvr>
                                        <p:cTn id="58" dur="1000" fill="hold"/>
                                        <p:tgtEl>
                                          <p:spTgt spid="518"/>
                                        </p:tgtEl>
                                        <p:attrNameLst>
                                          <p:attrName>ppt_x</p:attrName>
                                        </p:attrNameLst>
                                      </p:cBhvr>
                                      <p:tavLst>
                                        <p:tav tm="0">
                                          <p:val>
                                            <p:strVal val="0-#ppt_w/2"/>
                                          </p:val>
                                        </p:tav>
                                        <p:tav tm="100000">
                                          <p:val>
                                            <p:strVal val="#ppt_x"/>
                                          </p:val>
                                        </p:tav>
                                      </p:tavLst>
                                    </p:anim>
                                    <p:anim calcmode="lin" valueType="num">
                                      <p:cBhvr>
                                        <p:cTn id="59" dur="1000" fill="hold"/>
                                        <p:tgtEl>
                                          <p:spTgt spid="518"/>
                                        </p:tgtEl>
                                        <p:attrNameLst>
                                          <p:attrName>ppt_y</p:attrName>
                                        </p:attrNameLst>
                                      </p:cBhvr>
                                      <p:tavLst>
                                        <p:tav tm="0">
                                          <p:val>
                                            <p:strVal val="#ppt_y"/>
                                          </p:val>
                                        </p:tav>
                                        <p:tav tm="100000">
                                          <p:val>
                                            <p:strVal val="#ppt_y"/>
                                          </p:val>
                                        </p:tav>
                                      </p:tavLst>
                                    </p:anim>
                                  </p:childTnLst>
                                </p:cTn>
                              </p:par>
                              <p:par>
                                <p:cTn id="60" presetID="23" presetClass="entr" presetSubtype="16" fill="hold" grpId="0" nodeType="withEffect">
                                  <p:stCondLst>
                                    <p:cond delay="200"/>
                                  </p:stCondLst>
                                  <p:iterate>
                                    <p:tmAbs val="0"/>
                                  </p:iterate>
                                  <p:childTnLst>
                                    <p:set>
                                      <p:cBhvr>
                                        <p:cTn id="61" fill="hold"/>
                                        <p:tgtEl>
                                          <p:spTgt spid="517"/>
                                        </p:tgtEl>
                                        <p:attrNameLst>
                                          <p:attrName>style.visibility</p:attrName>
                                        </p:attrNameLst>
                                      </p:cBhvr>
                                      <p:to>
                                        <p:strVal val="visible"/>
                                      </p:to>
                                    </p:set>
                                    <p:anim calcmode="lin" valueType="num">
                                      <p:cBhvr>
                                        <p:cTn id="62" dur="750" fill="hold"/>
                                        <p:tgtEl>
                                          <p:spTgt spid="517"/>
                                        </p:tgtEl>
                                        <p:attrNameLst>
                                          <p:attrName>ppt_w</p:attrName>
                                        </p:attrNameLst>
                                      </p:cBhvr>
                                      <p:tavLst>
                                        <p:tav tm="0">
                                          <p:val>
                                            <p:fltVal val="0"/>
                                          </p:val>
                                        </p:tav>
                                        <p:tav tm="100000">
                                          <p:val>
                                            <p:strVal val="#ppt_w"/>
                                          </p:val>
                                        </p:tav>
                                      </p:tavLst>
                                    </p:anim>
                                    <p:anim calcmode="lin" valueType="num">
                                      <p:cBhvr>
                                        <p:cTn id="63" dur="750" fill="hold"/>
                                        <p:tgtEl>
                                          <p:spTgt spid="517"/>
                                        </p:tgtEl>
                                        <p:attrNameLst>
                                          <p:attrName>ppt_h</p:attrName>
                                        </p:attrNameLst>
                                      </p:cBhvr>
                                      <p:tavLst>
                                        <p:tav tm="0">
                                          <p:val>
                                            <p:fltVal val="0"/>
                                          </p:val>
                                        </p:tav>
                                        <p:tav tm="100000">
                                          <p:val>
                                            <p:strVal val="#ppt_h"/>
                                          </p:val>
                                        </p:tav>
                                      </p:tavLst>
                                    </p:anim>
                                  </p:childTnLst>
                                </p:cTn>
                              </p:par>
                            </p:childTnLst>
                          </p:cTn>
                        </p:par>
                        <p:par>
                          <p:cTn id="64" fill="hold">
                            <p:stCondLst>
                              <p:cond delay="1000"/>
                            </p:stCondLst>
                            <p:childTnLst>
                              <p:par>
                                <p:cTn id="65" presetID="3" presetClass="entr" presetSubtype="10" fill="hold" grpId="0" nodeType="afterEffect">
                                  <p:stCondLst>
                                    <p:cond delay="100"/>
                                  </p:stCondLst>
                                  <p:childTnLst>
                                    <p:set>
                                      <p:cBhvr>
                                        <p:cTn id="66" dur="1" fill="hold">
                                          <p:stCondLst>
                                            <p:cond delay="0"/>
                                          </p:stCondLst>
                                        </p:cTn>
                                        <p:tgtEl>
                                          <p:spTgt spid="516"/>
                                        </p:tgtEl>
                                        <p:attrNameLst>
                                          <p:attrName>style.visibility</p:attrName>
                                        </p:attrNameLst>
                                      </p:cBhvr>
                                      <p:to>
                                        <p:strVal val="visible"/>
                                      </p:to>
                                    </p:set>
                                    <p:animEffect transition="in" filter="blinds(horizontal)">
                                      <p:cBhvr>
                                        <p:cTn id="67" dur="500"/>
                                        <p:tgtEl>
                                          <p:spTgt spid="516"/>
                                        </p:tgtEl>
                                      </p:cBhvr>
                                    </p:animEffect>
                                  </p:childTnLst>
                                </p:cTn>
                              </p:par>
                            </p:childTnLst>
                          </p:cTn>
                        </p:par>
                      </p:childTnLst>
                    </p:cTn>
                  </p:par>
                  <p:par>
                    <p:cTn id="68" fill="hold">
                      <p:stCondLst>
                        <p:cond delay="indefinite"/>
                      </p:stCondLst>
                      <p:childTnLst>
                        <p:par>
                          <p:cTn id="69" fill="hold">
                            <p:stCondLst>
                              <p:cond delay="0"/>
                            </p:stCondLst>
                            <p:childTnLst>
                              <p:par>
                                <p:cTn id="70" presetID="2" presetClass="entr" presetSubtype="8" fill="hold" grpId="0" nodeType="clickEffect">
                                  <p:stCondLst>
                                    <p:cond delay="0"/>
                                  </p:stCondLst>
                                  <p:iterate type="lt">
                                    <p:tmAbs val="0"/>
                                  </p:iterate>
                                  <p:childTnLst>
                                    <p:set>
                                      <p:cBhvr>
                                        <p:cTn id="71" fill="hold"/>
                                        <p:tgtEl>
                                          <p:spTgt spid="520"/>
                                        </p:tgtEl>
                                        <p:attrNameLst>
                                          <p:attrName>style.visibility</p:attrName>
                                        </p:attrNameLst>
                                      </p:cBhvr>
                                      <p:to>
                                        <p:strVal val="visible"/>
                                      </p:to>
                                    </p:set>
                                    <p:anim calcmode="lin" valueType="num">
                                      <p:cBhvr>
                                        <p:cTn id="72" dur="1000" fill="hold"/>
                                        <p:tgtEl>
                                          <p:spTgt spid="520"/>
                                        </p:tgtEl>
                                        <p:attrNameLst>
                                          <p:attrName>ppt_x</p:attrName>
                                        </p:attrNameLst>
                                      </p:cBhvr>
                                      <p:tavLst>
                                        <p:tav tm="0">
                                          <p:val>
                                            <p:strVal val="0-#ppt_w/2"/>
                                          </p:val>
                                        </p:tav>
                                        <p:tav tm="100000">
                                          <p:val>
                                            <p:strVal val="#ppt_x"/>
                                          </p:val>
                                        </p:tav>
                                      </p:tavLst>
                                    </p:anim>
                                    <p:anim calcmode="lin" valueType="num">
                                      <p:cBhvr>
                                        <p:cTn id="73" dur="1000" fill="hold"/>
                                        <p:tgtEl>
                                          <p:spTgt spid="520"/>
                                        </p:tgtEl>
                                        <p:attrNameLst>
                                          <p:attrName>ppt_y</p:attrName>
                                        </p:attrNameLst>
                                      </p:cBhvr>
                                      <p:tavLst>
                                        <p:tav tm="0">
                                          <p:val>
                                            <p:strVal val="#ppt_y"/>
                                          </p:val>
                                        </p:tav>
                                        <p:tav tm="100000">
                                          <p:val>
                                            <p:strVal val="#ppt_y"/>
                                          </p:val>
                                        </p:tav>
                                      </p:tavLst>
                                    </p:anim>
                                  </p:childTnLst>
                                </p:cTn>
                              </p:par>
                              <p:par>
                                <p:cTn id="74" presetID="23" presetClass="entr" presetSubtype="16" fill="hold" grpId="0" nodeType="withEffect">
                                  <p:stCondLst>
                                    <p:cond delay="200"/>
                                  </p:stCondLst>
                                  <p:iterate>
                                    <p:tmAbs val="0"/>
                                  </p:iterate>
                                  <p:childTnLst>
                                    <p:set>
                                      <p:cBhvr>
                                        <p:cTn id="75" fill="hold"/>
                                        <p:tgtEl>
                                          <p:spTgt spid="519"/>
                                        </p:tgtEl>
                                        <p:attrNameLst>
                                          <p:attrName>style.visibility</p:attrName>
                                        </p:attrNameLst>
                                      </p:cBhvr>
                                      <p:to>
                                        <p:strVal val="visible"/>
                                      </p:to>
                                    </p:set>
                                    <p:anim calcmode="lin" valueType="num">
                                      <p:cBhvr>
                                        <p:cTn id="76" dur="750" fill="hold"/>
                                        <p:tgtEl>
                                          <p:spTgt spid="519"/>
                                        </p:tgtEl>
                                        <p:attrNameLst>
                                          <p:attrName>ppt_w</p:attrName>
                                        </p:attrNameLst>
                                      </p:cBhvr>
                                      <p:tavLst>
                                        <p:tav tm="0">
                                          <p:val>
                                            <p:fltVal val="0"/>
                                          </p:val>
                                        </p:tav>
                                        <p:tav tm="100000">
                                          <p:val>
                                            <p:strVal val="#ppt_w"/>
                                          </p:val>
                                        </p:tav>
                                      </p:tavLst>
                                    </p:anim>
                                    <p:anim calcmode="lin" valueType="num">
                                      <p:cBhvr>
                                        <p:cTn id="77" dur="750" fill="hold"/>
                                        <p:tgtEl>
                                          <p:spTgt spid="519"/>
                                        </p:tgtEl>
                                        <p:attrNameLst>
                                          <p:attrName>ppt_h</p:attrName>
                                        </p:attrNameLst>
                                      </p:cBhvr>
                                      <p:tavLst>
                                        <p:tav tm="0">
                                          <p:val>
                                            <p:fltVal val="0"/>
                                          </p:val>
                                        </p:tav>
                                        <p:tav tm="100000">
                                          <p:val>
                                            <p:strVal val="#ppt_h"/>
                                          </p:val>
                                        </p:tav>
                                      </p:tavLst>
                                    </p:anim>
                                  </p:childTnLst>
                                </p:cTn>
                              </p:par>
                            </p:childTnLst>
                          </p:cTn>
                        </p:par>
                        <p:par>
                          <p:cTn id="78" fill="hold">
                            <p:stCondLst>
                              <p:cond delay="1000"/>
                            </p:stCondLst>
                            <p:childTnLst>
                              <p:par>
                                <p:cTn id="79" presetID="3" presetClass="entr" presetSubtype="10" fill="hold" grpId="0" nodeType="afterEffect">
                                  <p:stCondLst>
                                    <p:cond delay="100"/>
                                  </p:stCondLst>
                                  <p:childTnLst>
                                    <p:set>
                                      <p:cBhvr>
                                        <p:cTn id="80" dur="1" fill="hold">
                                          <p:stCondLst>
                                            <p:cond delay="0"/>
                                          </p:stCondLst>
                                        </p:cTn>
                                        <p:tgtEl>
                                          <p:spTgt spid="521"/>
                                        </p:tgtEl>
                                        <p:attrNameLst>
                                          <p:attrName>style.visibility</p:attrName>
                                        </p:attrNameLst>
                                      </p:cBhvr>
                                      <p:to>
                                        <p:strVal val="visible"/>
                                      </p:to>
                                    </p:set>
                                    <p:animEffect transition="in" filter="blinds(horizontal)">
                                      <p:cBhvr>
                                        <p:cTn id="81" dur="500"/>
                                        <p:tgtEl>
                                          <p:spTgt spid="5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6" grpId="0" animBg="1" advAuto="0"/>
      <p:bldP spid="506" grpId="0" animBg="1" advAuto="0"/>
      <p:bldP spid="507" grpId="0" animBg="1" advAuto="0"/>
      <p:bldP spid="508" grpId="0" animBg="1" advAuto="0"/>
      <p:bldP spid="509" grpId="0" animBg="1" advAuto="0"/>
      <p:bldP spid="510" grpId="0" animBg="1" advAuto="0"/>
      <p:bldP spid="511" grpId="0" animBg="1" advAuto="0"/>
      <p:bldP spid="512" grpId="0" animBg="1" advAuto="0"/>
      <p:bldP spid="513" grpId="0" animBg="1" advAuto="0"/>
      <p:bldP spid="514" grpId="0" animBg="1" advAuto="0"/>
      <p:bldP spid="515" grpId="0" animBg="1" advAuto="0"/>
      <p:bldP spid="516" grpId="0" animBg="1" advAuto="0"/>
      <p:bldP spid="517" grpId="0" animBg="1" advAuto="0"/>
      <p:bldP spid="518" grpId="0" animBg="1" advAuto="0"/>
      <p:bldP spid="519" grpId="0" animBg="1" advAuto="0"/>
      <p:bldP spid="520" grpId="0" animBg="1" advAuto="0"/>
      <p:bldP spid="521" grpId="0" animBg="1" advAuto="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2" name="Titre 1"/>
          <p:cNvSpPr txBox="1">
            <a:spLocks noGrp="1"/>
          </p:cNvSpPr>
          <p:nvPr>
            <p:ph type="title"/>
          </p:nvPr>
        </p:nvSpPr>
        <p:spPr>
          <a:xfrm>
            <a:off x="1344000" y="3347972"/>
            <a:ext cx="5483425" cy="1414363"/>
          </a:xfrm>
          <a:prstGeom prst="rect">
            <a:avLst/>
          </a:prstGeom>
        </p:spPr>
        <p:txBody>
          <a:bodyPr/>
          <a:lstStyle>
            <a:lvl1pPr>
              <a:lnSpc>
                <a:spcPct val="90000"/>
              </a:lnSpc>
              <a:defRPr b="0">
                <a:latin typeface="Montserrat Bold"/>
                <a:ea typeface="Montserrat Bold"/>
                <a:cs typeface="Montserrat Bold"/>
                <a:sym typeface="Montserrat Bold"/>
              </a:defRPr>
            </a:lvl1pPr>
          </a:lstStyle>
          <a:p>
            <a:r>
              <a:t>Conduite du projet</a:t>
            </a:r>
          </a:p>
        </p:txBody>
      </p:sp>
      <p:sp>
        <p:nvSpPr>
          <p:cNvPr id="563" name="Espace réservé du texte 2"/>
          <p:cNvSpPr txBox="1">
            <a:spLocks noGrp="1"/>
          </p:cNvSpPr>
          <p:nvPr>
            <p:ph type="body" sz="quarter" idx="1"/>
          </p:nvPr>
        </p:nvSpPr>
        <p:spPr>
          <a:xfrm>
            <a:off x="1344001" y="1769024"/>
            <a:ext cx="676468" cy="1218796"/>
          </a:xfrm>
          <a:prstGeom prst="rect">
            <a:avLst/>
          </a:prstGeom>
        </p:spPr>
        <p:txBody>
          <a:bodyPr/>
          <a:lstStyle>
            <a:lvl1pPr marL="832083" indent="-1050477" defTabSz="1109444">
              <a:defRPr sz="8008"/>
            </a:lvl1pPr>
          </a:lstStyle>
          <a:p>
            <a:r>
              <a:rPr lang="fr-FR"/>
              <a:t>3</a:t>
            </a:r>
            <a:endParaRPr/>
          </a:p>
        </p:txBody>
      </p:sp>
      <p:sp>
        <p:nvSpPr>
          <p:cNvPr id="564" name="Numéro de diapositive"/>
          <p:cNvSpPr txBox="1">
            <a:spLocks noGrp="1"/>
          </p:cNvSpPr>
          <p:nvPr>
            <p:ph type="sldNum" sz="quarter" idx="4294967295"/>
          </p:nvPr>
        </p:nvSpPr>
        <p:spPr>
          <a:xfrm>
            <a:off x="146957" y="155665"/>
            <a:ext cx="771405" cy="383541"/>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a:lstStyle>
            <a:lvl1pPr algn="ctr">
              <a:defRPr sz="1900">
                <a:solidFill>
                  <a:srgbClr val="414141"/>
                </a:solidFill>
              </a:defRPr>
            </a:lvl1pPr>
          </a:lstStyle>
          <a:p>
            <a:fld id="{86CB4B4D-7CA3-9044-876B-883B54F8677D}" type="slidenum">
              <a:rPr/>
              <a:t>18</a:t>
            </a:fld>
            <a:endParaRPr/>
          </a:p>
        </p:txBody>
      </p:sp>
      <p:pic>
        <p:nvPicPr>
          <p:cNvPr id="8" name="image9.png">
            <a:extLst>
              <a:ext uri="{FF2B5EF4-FFF2-40B4-BE49-F238E27FC236}">
                <a16:creationId xmlns:a16="http://schemas.microsoft.com/office/drawing/2014/main" id="{B74ABE6B-C54F-7A42-A95B-3594153BD715}"/>
              </a:ext>
            </a:extLst>
          </p:cNvPr>
          <p:cNvPicPr/>
          <p:nvPr/>
        </p:nvPicPr>
        <p:blipFill>
          <a:blip r:embed="rId3"/>
          <a:srcRect/>
          <a:stretch>
            <a:fillRect/>
          </a:stretch>
        </p:blipFill>
        <p:spPr>
          <a:xfrm>
            <a:off x="4096581" y="5621872"/>
            <a:ext cx="2656931" cy="1039544"/>
          </a:xfrm>
          <a:prstGeom prst="rect">
            <a:avLst/>
          </a:prstGeom>
          <a:ln/>
        </p:spPr>
      </p:pic>
    </p:spTree>
  </p:cSld>
  <p:clrMapOvr>
    <a:masterClrMapping/>
  </p:clrMapOvr>
  <mc:AlternateContent xmlns:mc="http://schemas.openxmlformats.org/markup-compatibility/2006" xmlns:p14="http://schemas.microsoft.com/office/powerpoint/2010/main">
    <mc:Choice Requires="p14">
      <p:transition spd="slow" p14:dur="1500">
        <p14:doors dir="vert"/>
      </p:transition>
    </mc:Choice>
    <mc:Fallback xmlns="" xmlns:m="http://schemas.openxmlformats.org/officeDocument/2006/math" xmlns:a14="http://schemas.microsoft.com/office/drawing/2010/main">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1" nodeType="afterEffect">
                                  <p:stCondLst>
                                    <p:cond delay="0"/>
                                  </p:stCondLst>
                                  <p:iterate>
                                    <p:tmAbs val="0"/>
                                  </p:iterate>
                                  <p:childTnLst>
                                    <p:set>
                                      <p:cBhvr>
                                        <p:cTn id="6" fill="hold"/>
                                        <p:tgtEl>
                                          <p:spTgt spid="563"/>
                                        </p:tgtEl>
                                        <p:attrNameLst>
                                          <p:attrName>style.visibility</p:attrName>
                                        </p:attrNameLst>
                                      </p:cBhvr>
                                      <p:to>
                                        <p:strVal val="visible"/>
                                      </p:to>
                                    </p:set>
                                    <p:anim calcmode="lin" valueType="num">
                                      <p:cBhvr>
                                        <p:cTn id="7" dur="1000" fill="hold"/>
                                        <p:tgtEl>
                                          <p:spTgt spid="563"/>
                                        </p:tgtEl>
                                        <p:attrNameLst>
                                          <p:attrName>ppt_x</p:attrName>
                                        </p:attrNameLst>
                                      </p:cBhvr>
                                      <p:tavLst>
                                        <p:tav tm="0">
                                          <p:val>
                                            <p:strVal val="0-#ppt_w/2"/>
                                          </p:val>
                                        </p:tav>
                                        <p:tav tm="100000">
                                          <p:val>
                                            <p:strVal val="#ppt_x"/>
                                          </p:val>
                                        </p:tav>
                                      </p:tavLst>
                                    </p:anim>
                                    <p:anim calcmode="lin" valueType="num">
                                      <p:cBhvr>
                                        <p:cTn id="8" dur="1000" fill="hold"/>
                                        <p:tgtEl>
                                          <p:spTgt spid="563"/>
                                        </p:tgtEl>
                                        <p:attrNameLst>
                                          <p:attrName>ppt_y</p:attrName>
                                        </p:attrNameLst>
                                      </p:cBhvr>
                                      <p:tavLst>
                                        <p:tav tm="0">
                                          <p:val>
                                            <p:strVal val="#ppt_y"/>
                                          </p:val>
                                        </p:tav>
                                        <p:tav tm="100000">
                                          <p:val>
                                            <p:strVal val="#ppt_y"/>
                                          </p:val>
                                        </p:tav>
                                      </p:tavLst>
                                    </p:anim>
                                  </p:childTnLst>
                                </p:cTn>
                              </p:par>
                              <p:par>
                                <p:cTn id="9" presetID="2" presetClass="entr" presetSubtype="8" fill="hold" grpId="2" nodeType="withEffect">
                                  <p:stCondLst>
                                    <p:cond delay="0"/>
                                  </p:stCondLst>
                                  <p:iterate>
                                    <p:tmAbs val="0"/>
                                  </p:iterate>
                                  <p:childTnLst>
                                    <p:set>
                                      <p:cBhvr>
                                        <p:cTn id="10" fill="hold"/>
                                        <p:tgtEl>
                                          <p:spTgt spid="562"/>
                                        </p:tgtEl>
                                        <p:attrNameLst>
                                          <p:attrName>style.visibility</p:attrName>
                                        </p:attrNameLst>
                                      </p:cBhvr>
                                      <p:to>
                                        <p:strVal val="visible"/>
                                      </p:to>
                                    </p:set>
                                    <p:anim calcmode="lin" valueType="num">
                                      <p:cBhvr>
                                        <p:cTn id="11" dur="1000" fill="hold"/>
                                        <p:tgtEl>
                                          <p:spTgt spid="562"/>
                                        </p:tgtEl>
                                        <p:attrNameLst>
                                          <p:attrName>ppt_x</p:attrName>
                                        </p:attrNameLst>
                                      </p:cBhvr>
                                      <p:tavLst>
                                        <p:tav tm="0">
                                          <p:val>
                                            <p:strVal val="0-#ppt_w/2"/>
                                          </p:val>
                                        </p:tav>
                                        <p:tav tm="100000">
                                          <p:val>
                                            <p:strVal val="#ppt_x"/>
                                          </p:val>
                                        </p:tav>
                                      </p:tavLst>
                                    </p:anim>
                                    <p:anim calcmode="lin" valueType="num">
                                      <p:cBhvr>
                                        <p:cTn id="12" dur="1000" fill="hold"/>
                                        <p:tgtEl>
                                          <p:spTgt spid="56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2" grpId="2" animBg="1" advAuto="0"/>
      <p:bldP spid="563" grpId="1" animBg="1" advAuto="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7" name="Diagramme 9"/>
          <p:cNvGrpSpPr/>
          <p:nvPr/>
        </p:nvGrpSpPr>
        <p:grpSpPr>
          <a:xfrm>
            <a:off x="-9528" y="-601"/>
            <a:ext cx="12192001" cy="769830"/>
            <a:chOff x="0" y="0"/>
            <a:chExt cx="12192000" cy="769828"/>
          </a:xfrm>
        </p:grpSpPr>
        <p:grpSp>
          <p:nvGrpSpPr>
            <p:cNvPr id="573" name="Grouper"/>
            <p:cNvGrpSpPr/>
            <p:nvPr/>
          </p:nvGrpSpPr>
          <p:grpSpPr>
            <a:xfrm>
              <a:off x="-1" y="-1"/>
              <a:ext cx="6773334" cy="769830"/>
              <a:chOff x="0" y="0"/>
              <a:chExt cx="6773333" cy="769828"/>
            </a:xfrm>
          </p:grpSpPr>
          <p:sp>
            <p:nvSpPr>
              <p:cNvPr id="571" name="Figure"/>
              <p:cNvSpPr/>
              <p:nvPr/>
            </p:nvSpPr>
            <p:spPr>
              <a:xfrm>
                <a:off x="-1" y="-1"/>
                <a:ext cx="6773334" cy="76983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0373" y="0"/>
                    </a:lnTo>
                    <a:lnTo>
                      <a:pt x="21600" y="10800"/>
                    </a:lnTo>
                    <a:lnTo>
                      <a:pt x="20373" y="21600"/>
                    </a:lnTo>
                    <a:lnTo>
                      <a:pt x="0" y="21600"/>
                    </a:lnTo>
                    <a:close/>
                  </a:path>
                </a:pathLst>
              </a:custGeom>
              <a:solidFill>
                <a:srgbClr val="E9041E"/>
              </a:solidFill>
              <a:ln w="12700" cap="flat">
                <a:noFill/>
                <a:miter lim="400000"/>
              </a:ln>
              <a:effectLst>
                <a:outerShdw blurRad="38100" dist="20000" dir="5400000" rotWithShape="0">
                  <a:srgbClr val="000000">
                    <a:alpha val="38000"/>
                  </a:srgbClr>
                </a:outerShdw>
              </a:effectLst>
            </p:spPr>
            <p:txBody>
              <a:bodyPr wrap="square" lIns="0" tIns="0" rIns="0" bIns="0" numCol="1" anchor="ctr">
                <a:noAutofit/>
              </a:bodyPr>
              <a:lstStyle/>
              <a:p>
                <a:pPr algn="ctr" defTabSz="800100">
                  <a:lnSpc>
                    <a:spcPct val="90000"/>
                  </a:lnSpc>
                  <a:spcBef>
                    <a:spcPts val="700"/>
                  </a:spcBef>
                </a:pPr>
                <a:endParaRPr/>
              </a:p>
            </p:txBody>
          </p:sp>
          <p:sp>
            <p:nvSpPr>
              <p:cNvPr id="572" name="Processus de développement"/>
              <p:cNvSpPr txBox="1"/>
              <p:nvPr/>
            </p:nvSpPr>
            <p:spPr>
              <a:xfrm>
                <a:off x="72121" y="195515"/>
                <a:ext cx="5667951" cy="37879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4002" tIns="24002" rIns="24002" bIns="24002" numCol="1" anchor="ctr">
                <a:noAutofit/>
              </a:bodyPr>
              <a:lstStyle>
                <a:lvl1pPr algn="ctr" defTabSz="800100">
                  <a:lnSpc>
                    <a:spcPct val="90000"/>
                  </a:lnSpc>
                  <a:spcBef>
                    <a:spcPts val="700"/>
                  </a:spcBef>
                  <a:defRPr sz="2200" b="1">
                    <a:solidFill>
                      <a:srgbClr val="FFFFFF"/>
                    </a:solidFill>
                  </a:defRPr>
                </a:lvl1pPr>
              </a:lstStyle>
              <a:p>
                <a:r>
                  <a:t>Processus de développement</a:t>
                </a:r>
              </a:p>
            </p:txBody>
          </p:sp>
        </p:grpSp>
        <p:grpSp>
          <p:nvGrpSpPr>
            <p:cNvPr id="576" name="Grouper"/>
            <p:cNvGrpSpPr/>
            <p:nvPr/>
          </p:nvGrpSpPr>
          <p:grpSpPr>
            <a:xfrm>
              <a:off x="5418666" y="0"/>
              <a:ext cx="6773334" cy="769829"/>
              <a:chOff x="0" y="0"/>
              <a:chExt cx="6773333" cy="769828"/>
            </a:xfrm>
          </p:grpSpPr>
          <p:sp>
            <p:nvSpPr>
              <p:cNvPr id="574" name="Chevron"/>
              <p:cNvSpPr/>
              <p:nvPr/>
            </p:nvSpPr>
            <p:spPr>
              <a:xfrm>
                <a:off x="0" y="0"/>
                <a:ext cx="6773334" cy="769829"/>
              </a:xfrm>
              <a:prstGeom prst="chevron">
                <a:avLst>
                  <a:gd name="adj" fmla="val 50000"/>
                </a:avLst>
              </a:prstGeom>
              <a:solidFill>
                <a:srgbClr val="FFFFFF"/>
              </a:solidFill>
              <a:ln w="12700" cap="flat">
                <a:noFill/>
                <a:miter lim="400000"/>
              </a:ln>
              <a:effectLst>
                <a:outerShdw blurRad="38100" dist="20000" dir="5400000" rotWithShape="0">
                  <a:srgbClr val="000000">
                    <a:alpha val="38000"/>
                  </a:srgbClr>
                </a:outerShdw>
              </a:effectLst>
            </p:spPr>
            <p:txBody>
              <a:bodyPr wrap="square" lIns="0" tIns="0" rIns="0" bIns="0" numCol="1" anchor="ctr">
                <a:noAutofit/>
              </a:bodyPr>
              <a:lstStyle/>
              <a:p>
                <a:pPr algn="ctr" defTabSz="800100">
                  <a:lnSpc>
                    <a:spcPct val="90000"/>
                  </a:lnSpc>
                  <a:spcBef>
                    <a:spcPts val="700"/>
                  </a:spcBef>
                </a:pPr>
                <a:endParaRPr/>
              </a:p>
            </p:txBody>
          </p:sp>
          <p:sp>
            <p:nvSpPr>
              <p:cNvPr id="575" name="Planification du projet"/>
              <p:cNvSpPr txBox="1"/>
              <p:nvPr/>
            </p:nvSpPr>
            <p:spPr>
              <a:xfrm>
                <a:off x="432995" y="208235"/>
                <a:ext cx="5955424" cy="35335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4002" tIns="24002" rIns="24002" bIns="24002" numCol="1" anchor="ctr">
                <a:noAutofit/>
              </a:bodyPr>
              <a:lstStyle>
                <a:lvl1pPr algn="ctr" defTabSz="800100">
                  <a:lnSpc>
                    <a:spcPct val="90000"/>
                  </a:lnSpc>
                  <a:spcBef>
                    <a:spcPts val="700"/>
                  </a:spcBef>
                  <a:defRPr sz="2000"/>
                </a:lvl1pPr>
              </a:lstStyle>
              <a:p>
                <a:r>
                  <a:t>Planification du projet</a:t>
                </a:r>
              </a:p>
            </p:txBody>
          </p:sp>
        </p:grpSp>
      </p:grpSp>
      <p:sp>
        <p:nvSpPr>
          <p:cNvPr id="578" name="Rectangle 13"/>
          <p:cNvSpPr txBox="1"/>
          <p:nvPr/>
        </p:nvSpPr>
        <p:spPr>
          <a:xfrm>
            <a:off x="6017326" y="3244333"/>
            <a:ext cx="167654" cy="3708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r>
              <a:t> </a:t>
            </a:r>
          </a:p>
        </p:txBody>
      </p:sp>
      <p:sp>
        <p:nvSpPr>
          <p:cNvPr id="579" name="Rectangle 6"/>
          <p:cNvSpPr txBox="1"/>
          <p:nvPr/>
        </p:nvSpPr>
        <p:spPr>
          <a:xfrm>
            <a:off x="5639822" y="3261112"/>
            <a:ext cx="167653" cy="3708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r>
              <a:t> </a:t>
            </a:r>
          </a:p>
        </p:txBody>
      </p:sp>
      <p:pic>
        <p:nvPicPr>
          <p:cNvPr id="580" name="Image 2" descr="Image 2"/>
          <p:cNvPicPr>
            <a:picLocks noChangeAspect="1"/>
          </p:cNvPicPr>
          <p:nvPr/>
        </p:nvPicPr>
        <p:blipFill>
          <a:blip r:embed="rId3"/>
          <a:stretch>
            <a:fillRect/>
          </a:stretch>
        </p:blipFill>
        <p:spPr>
          <a:xfrm>
            <a:off x="235359" y="1035270"/>
            <a:ext cx="11721282" cy="5447489"/>
          </a:xfrm>
          <a:prstGeom prst="rect">
            <a:avLst/>
          </a:prstGeom>
          <a:ln w="12700">
            <a:miter lim="400000"/>
          </a:ln>
        </p:spPr>
      </p:pic>
      <p:sp>
        <p:nvSpPr>
          <p:cNvPr id="581" name="Numéro de diapositive"/>
          <p:cNvSpPr txBox="1">
            <a:spLocks noGrp="1"/>
          </p:cNvSpPr>
          <p:nvPr>
            <p:ph type="sldNum" sz="quarter" idx="2"/>
          </p:nvPr>
        </p:nvSpPr>
        <p:spPr>
          <a:xfrm>
            <a:off x="5909730" y="6322053"/>
            <a:ext cx="372540" cy="383541"/>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lgn="ctr">
              <a:defRPr sz="1900"/>
            </a:lvl1pPr>
          </a:lstStyle>
          <a:p>
            <a:fld id="{86CB4B4D-7CA3-9044-876B-883B54F8677D}" type="slidenum">
              <a:rPr/>
              <a:t>19</a:t>
            </a:fld>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grpId="1" nodeType="afterEffect">
                                  <p:stCondLst>
                                    <p:cond delay="1000"/>
                                  </p:stCondLst>
                                  <p:iterate>
                                    <p:tmAbs val="0"/>
                                  </p:iterate>
                                  <p:childTnLst>
                                    <p:set>
                                      <p:cBhvr>
                                        <p:cTn id="6" fill="hold"/>
                                        <p:tgtEl>
                                          <p:spTgt spid="580"/>
                                        </p:tgtEl>
                                        <p:attrNameLst>
                                          <p:attrName>style.visibility</p:attrName>
                                        </p:attrNameLst>
                                      </p:cBhvr>
                                      <p:to>
                                        <p:strVal val="visible"/>
                                      </p:to>
                                    </p:set>
                                    <p:animEffect transition="in" filter="box(out)">
                                      <p:cBhvr>
                                        <p:cTn id="7" dur="1250"/>
                                        <p:tgtEl>
                                          <p:spTgt spid="5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0" grpId="1" animBg="1" advAuto="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91" name="Diagramme 9"/>
          <p:cNvGrpSpPr/>
          <p:nvPr/>
        </p:nvGrpSpPr>
        <p:grpSpPr>
          <a:xfrm>
            <a:off x="-9528" y="-601"/>
            <a:ext cx="12192001" cy="769830"/>
            <a:chOff x="0" y="0"/>
            <a:chExt cx="12192000" cy="769828"/>
          </a:xfrm>
        </p:grpSpPr>
        <p:grpSp>
          <p:nvGrpSpPr>
            <p:cNvPr id="587" name="Grouper"/>
            <p:cNvGrpSpPr/>
            <p:nvPr/>
          </p:nvGrpSpPr>
          <p:grpSpPr>
            <a:xfrm>
              <a:off x="-1" y="-1"/>
              <a:ext cx="6773334" cy="769830"/>
              <a:chOff x="0" y="0"/>
              <a:chExt cx="6773333" cy="769828"/>
            </a:xfrm>
          </p:grpSpPr>
          <p:sp>
            <p:nvSpPr>
              <p:cNvPr id="585" name="Figure"/>
              <p:cNvSpPr/>
              <p:nvPr/>
            </p:nvSpPr>
            <p:spPr>
              <a:xfrm>
                <a:off x="-1" y="-1"/>
                <a:ext cx="6773334" cy="76983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0373" y="0"/>
                    </a:lnTo>
                    <a:lnTo>
                      <a:pt x="21600" y="10800"/>
                    </a:lnTo>
                    <a:lnTo>
                      <a:pt x="20373" y="21600"/>
                    </a:lnTo>
                    <a:lnTo>
                      <a:pt x="0" y="21600"/>
                    </a:lnTo>
                    <a:close/>
                  </a:path>
                </a:pathLst>
              </a:custGeom>
              <a:solidFill>
                <a:srgbClr val="FFFFFF"/>
              </a:solidFill>
              <a:ln w="12700" cap="flat">
                <a:noFill/>
                <a:miter lim="400000"/>
              </a:ln>
              <a:effectLst>
                <a:outerShdw blurRad="38100" dist="20000" dir="5400000" rotWithShape="0">
                  <a:srgbClr val="000000">
                    <a:alpha val="38000"/>
                  </a:srgbClr>
                </a:outerShdw>
              </a:effectLst>
            </p:spPr>
            <p:txBody>
              <a:bodyPr wrap="square" lIns="0" tIns="0" rIns="0" bIns="0" numCol="1" anchor="ctr">
                <a:noAutofit/>
              </a:bodyPr>
              <a:lstStyle/>
              <a:p>
                <a:pPr algn="ctr" defTabSz="800100">
                  <a:lnSpc>
                    <a:spcPct val="90000"/>
                  </a:lnSpc>
                  <a:spcBef>
                    <a:spcPts val="700"/>
                  </a:spcBef>
                </a:pPr>
                <a:endParaRPr/>
              </a:p>
            </p:txBody>
          </p:sp>
          <p:sp>
            <p:nvSpPr>
              <p:cNvPr id="586" name="Processus de développement"/>
              <p:cNvSpPr txBox="1"/>
              <p:nvPr/>
            </p:nvSpPr>
            <p:spPr>
              <a:xfrm>
                <a:off x="72121" y="208235"/>
                <a:ext cx="5706970" cy="35335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4002" tIns="24002" rIns="24002" bIns="24002" numCol="1" anchor="ctr">
                <a:noAutofit/>
              </a:bodyPr>
              <a:lstStyle/>
              <a:p>
                <a:pPr algn="ctr" defTabSz="800100">
                  <a:lnSpc>
                    <a:spcPct val="90000"/>
                  </a:lnSpc>
                  <a:spcBef>
                    <a:spcPts val="700"/>
                  </a:spcBef>
                  <a:defRPr sz="2000"/>
                </a:pPr>
                <a:r>
                  <a:t>Processus</a:t>
                </a:r>
                <a:r>
                  <a:rPr>
                    <a:solidFill>
                      <a:srgbClr val="FFFFFF"/>
                    </a:solidFill>
                  </a:rPr>
                  <a:t> </a:t>
                </a:r>
                <a:r>
                  <a:t>de</a:t>
                </a:r>
                <a:r>
                  <a:rPr>
                    <a:solidFill>
                      <a:srgbClr val="FFFFFF"/>
                    </a:solidFill>
                  </a:rPr>
                  <a:t> </a:t>
                </a:r>
                <a:r>
                  <a:t>développement</a:t>
                </a:r>
              </a:p>
            </p:txBody>
          </p:sp>
        </p:grpSp>
        <p:grpSp>
          <p:nvGrpSpPr>
            <p:cNvPr id="590" name="Grouper"/>
            <p:cNvGrpSpPr/>
            <p:nvPr/>
          </p:nvGrpSpPr>
          <p:grpSpPr>
            <a:xfrm>
              <a:off x="5418666" y="0"/>
              <a:ext cx="6773334" cy="769829"/>
              <a:chOff x="0" y="0"/>
              <a:chExt cx="6773333" cy="769828"/>
            </a:xfrm>
          </p:grpSpPr>
          <p:sp>
            <p:nvSpPr>
              <p:cNvPr id="588" name="Chevron"/>
              <p:cNvSpPr/>
              <p:nvPr/>
            </p:nvSpPr>
            <p:spPr>
              <a:xfrm>
                <a:off x="0" y="0"/>
                <a:ext cx="6773334" cy="769829"/>
              </a:xfrm>
              <a:prstGeom prst="chevron">
                <a:avLst>
                  <a:gd name="adj" fmla="val 50000"/>
                </a:avLst>
              </a:prstGeom>
              <a:solidFill>
                <a:srgbClr val="E9041E"/>
              </a:solidFill>
              <a:ln w="12700" cap="flat">
                <a:noFill/>
                <a:miter lim="400000"/>
              </a:ln>
              <a:effectLst>
                <a:outerShdw blurRad="38100" dist="20000" dir="5400000" rotWithShape="0">
                  <a:srgbClr val="000000">
                    <a:alpha val="38000"/>
                  </a:srgbClr>
                </a:outerShdw>
              </a:effectLst>
            </p:spPr>
            <p:txBody>
              <a:bodyPr wrap="square" lIns="0" tIns="0" rIns="0" bIns="0" numCol="1" anchor="ctr">
                <a:noAutofit/>
              </a:bodyPr>
              <a:lstStyle/>
              <a:p>
                <a:pPr algn="ctr" defTabSz="800100">
                  <a:lnSpc>
                    <a:spcPct val="90000"/>
                  </a:lnSpc>
                  <a:spcBef>
                    <a:spcPts val="700"/>
                  </a:spcBef>
                </a:pPr>
                <a:endParaRPr/>
              </a:p>
            </p:txBody>
          </p:sp>
          <p:sp>
            <p:nvSpPr>
              <p:cNvPr id="589" name="Planification du projet"/>
              <p:cNvSpPr txBox="1"/>
              <p:nvPr/>
            </p:nvSpPr>
            <p:spPr>
              <a:xfrm>
                <a:off x="432995" y="195515"/>
                <a:ext cx="5955424" cy="37879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4002" tIns="24002" rIns="24002" bIns="24002" numCol="1" anchor="ctr">
                <a:noAutofit/>
              </a:bodyPr>
              <a:lstStyle>
                <a:lvl1pPr algn="ctr" defTabSz="800100">
                  <a:lnSpc>
                    <a:spcPct val="90000"/>
                  </a:lnSpc>
                  <a:spcBef>
                    <a:spcPts val="700"/>
                  </a:spcBef>
                  <a:defRPr sz="2200" b="1">
                    <a:solidFill>
                      <a:srgbClr val="FFFFFF"/>
                    </a:solidFill>
                  </a:defRPr>
                </a:lvl1pPr>
              </a:lstStyle>
              <a:p>
                <a:r>
                  <a:t>Planification du projet</a:t>
                </a:r>
              </a:p>
            </p:txBody>
          </p:sp>
        </p:grpSp>
      </p:grpSp>
      <p:sp>
        <p:nvSpPr>
          <p:cNvPr id="592" name="Rectangle 13"/>
          <p:cNvSpPr txBox="1"/>
          <p:nvPr/>
        </p:nvSpPr>
        <p:spPr>
          <a:xfrm>
            <a:off x="6017326" y="3244333"/>
            <a:ext cx="167654" cy="3708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r>
              <a:t> </a:t>
            </a:r>
          </a:p>
        </p:txBody>
      </p:sp>
      <p:sp>
        <p:nvSpPr>
          <p:cNvPr id="593" name="Rectangle 6"/>
          <p:cNvSpPr txBox="1"/>
          <p:nvPr/>
        </p:nvSpPr>
        <p:spPr>
          <a:xfrm>
            <a:off x="5639822" y="3261112"/>
            <a:ext cx="167653" cy="3708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r>
              <a:t> </a:t>
            </a:r>
          </a:p>
        </p:txBody>
      </p:sp>
      <p:sp>
        <p:nvSpPr>
          <p:cNvPr id="594" name="TextBox 1"/>
          <p:cNvSpPr txBox="1"/>
          <p:nvPr/>
        </p:nvSpPr>
        <p:spPr>
          <a:xfrm>
            <a:off x="452981" y="1272067"/>
            <a:ext cx="3977005" cy="3641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6000" tIns="36000" rIns="36000" bIns="36000">
            <a:spAutoFit/>
          </a:bodyPr>
          <a:lstStyle>
            <a:lvl1pPr>
              <a:defRPr b="1"/>
            </a:lvl1pPr>
          </a:lstStyle>
          <a:p>
            <a:r>
              <a:t>Planification du projet avec Gantt</a:t>
            </a:r>
          </a:p>
        </p:txBody>
      </p:sp>
      <p:pic>
        <p:nvPicPr>
          <p:cNvPr id="595" name="Capture d’écran 2022-07-01 à 14.39.50.png"/>
          <p:cNvPicPr>
            <a:picLocks noChangeAspect="1"/>
          </p:cNvPicPr>
          <p:nvPr/>
        </p:nvPicPr>
        <p:blipFill>
          <a:blip r:embed="rId3">
            <a:extLst>
              <a:ext uri="{28A0092B-C50C-407E-A947-70E740481C1C}">
                <a14:useLocalDpi xmlns:a14="http://schemas.microsoft.com/office/drawing/2010/main" val="0"/>
              </a:ext>
            </a:extLst>
          </a:blip>
          <a:srcRect/>
          <a:stretch/>
        </p:blipFill>
        <p:spPr>
          <a:xfrm>
            <a:off x="1376737" y="1636168"/>
            <a:ext cx="10476723" cy="4641342"/>
          </a:xfrm>
          <a:prstGeom prst="rect">
            <a:avLst/>
          </a:prstGeom>
          <a:ln w="12700">
            <a:miter lim="400000"/>
          </a:ln>
        </p:spPr>
      </p:pic>
      <p:sp>
        <p:nvSpPr>
          <p:cNvPr id="596" name="Numéro de diapositive"/>
          <p:cNvSpPr txBox="1">
            <a:spLocks noGrp="1"/>
          </p:cNvSpPr>
          <p:nvPr>
            <p:ph type="sldNum" sz="quarter" idx="2"/>
          </p:nvPr>
        </p:nvSpPr>
        <p:spPr>
          <a:xfrm>
            <a:off x="4928814" y="6354711"/>
            <a:ext cx="372540" cy="383541"/>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lgn="ctr">
              <a:defRPr sz="1900"/>
            </a:lvl1pPr>
          </a:lstStyle>
          <a:p>
            <a:fld id="{86CB4B4D-7CA3-9044-876B-883B54F8677D}" type="slidenum">
              <a:rPr/>
              <a:t>20</a:t>
            </a:fld>
            <a:endParaRPr/>
          </a:p>
        </p:txBody>
      </p:sp>
    </p:spTree>
  </p:cSld>
  <p:clrMapOvr>
    <a:masterClrMapping/>
  </p:clrMapOvr>
  <mc:AlternateContent xmlns:mc="http://schemas.openxmlformats.org/markup-compatibility/2006" xmlns:p14="http://schemas.microsoft.com/office/powerpoint/2010/main">
    <mc:Choice Requires="p14">
      <p:transition spd="slow" p14:dur="2000">
        <p:push/>
      </p:transition>
    </mc:Choice>
    <mc:Fallback xmlns="" xmlns:m="http://schemas.openxmlformats.org/officeDocument/2006/math" xmlns:a14="http://schemas.microsoft.com/office/drawing/2010/main">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1" nodeType="afterEffect">
                                  <p:stCondLst>
                                    <p:cond delay="0"/>
                                  </p:stCondLst>
                                  <p:iterate>
                                    <p:tmAbs val="0"/>
                                  </p:iterate>
                                  <p:childTnLst>
                                    <p:set>
                                      <p:cBhvr>
                                        <p:cTn id="6" fill="hold"/>
                                        <p:tgtEl>
                                          <p:spTgt spid="594"/>
                                        </p:tgtEl>
                                        <p:attrNameLst>
                                          <p:attrName>style.visibility</p:attrName>
                                        </p:attrNameLst>
                                      </p:cBhvr>
                                      <p:to>
                                        <p:strVal val="visible"/>
                                      </p:to>
                                    </p:set>
                                    <p:animEffect transition="in" filter="wipe(down)">
                                      <p:cBhvr>
                                        <p:cTn id="7" dur="500"/>
                                        <p:tgtEl>
                                          <p:spTgt spid="594"/>
                                        </p:tgtEl>
                                      </p:cBhvr>
                                    </p:animEffect>
                                  </p:childTnLst>
                                </p:cTn>
                              </p:par>
                            </p:childTnLst>
                          </p:cTn>
                        </p:par>
                        <p:par>
                          <p:cTn id="8" fill="hold">
                            <p:stCondLst>
                              <p:cond delay="500"/>
                            </p:stCondLst>
                            <p:childTnLst>
                              <p:par>
                                <p:cTn id="9" presetID="22" presetClass="entr" presetSubtype="8" fill="hold" grpId="2" nodeType="afterEffect">
                                  <p:stCondLst>
                                    <p:cond delay="200"/>
                                  </p:stCondLst>
                                  <p:iterate>
                                    <p:tmAbs val="0"/>
                                  </p:iterate>
                                  <p:childTnLst>
                                    <p:set>
                                      <p:cBhvr>
                                        <p:cTn id="10" fill="hold"/>
                                        <p:tgtEl>
                                          <p:spTgt spid="595"/>
                                        </p:tgtEl>
                                        <p:attrNameLst>
                                          <p:attrName>style.visibility</p:attrName>
                                        </p:attrNameLst>
                                      </p:cBhvr>
                                      <p:to>
                                        <p:strVal val="visible"/>
                                      </p:to>
                                    </p:set>
                                    <p:animEffect transition="in" filter="wipe(left)">
                                      <p:cBhvr>
                                        <p:cTn id="11" dur="1000"/>
                                        <p:tgtEl>
                                          <p:spTgt spid="5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4" grpId="1" animBg="1" advAuto="0"/>
      <p:bldP spid="595" grpId="2" animBg="1" advAuto="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 name="Rectangle 13"/>
          <p:cNvSpPr txBox="1"/>
          <p:nvPr/>
        </p:nvSpPr>
        <p:spPr>
          <a:xfrm>
            <a:off x="6017326" y="3244333"/>
            <a:ext cx="167654" cy="3708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r>
              <a:t> </a:t>
            </a:r>
          </a:p>
        </p:txBody>
      </p:sp>
      <p:sp>
        <p:nvSpPr>
          <p:cNvPr id="616" name="Rectangle 6"/>
          <p:cNvSpPr txBox="1"/>
          <p:nvPr/>
        </p:nvSpPr>
        <p:spPr>
          <a:xfrm>
            <a:off x="5639822" y="3261112"/>
            <a:ext cx="167653" cy="3708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r>
              <a:t> </a:t>
            </a:r>
          </a:p>
        </p:txBody>
      </p:sp>
      <p:pic>
        <p:nvPicPr>
          <p:cNvPr id="617" name="Image 1" descr="Image 1"/>
          <p:cNvPicPr>
            <a:picLocks noChangeAspect="1"/>
          </p:cNvPicPr>
          <p:nvPr/>
        </p:nvPicPr>
        <p:blipFill>
          <a:blip r:embed="rId3"/>
          <a:stretch>
            <a:fillRect/>
          </a:stretch>
        </p:blipFill>
        <p:spPr>
          <a:xfrm>
            <a:off x="-1" y="1807633"/>
            <a:ext cx="12192001" cy="3522134"/>
          </a:xfrm>
          <a:prstGeom prst="rect">
            <a:avLst/>
          </a:prstGeom>
          <a:ln w="12700">
            <a:miter lim="400000"/>
          </a:ln>
        </p:spPr>
      </p:pic>
      <p:sp>
        <p:nvSpPr>
          <p:cNvPr id="618" name="TextBox 1"/>
          <p:cNvSpPr txBox="1"/>
          <p:nvPr/>
        </p:nvSpPr>
        <p:spPr>
          <a:xfrm>
            <a:off x="452981" y="963222"/>
            <a:ext cx="4365633" cy="3514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6000" tIns="36000" rIns="36000" bIns="36000">
            <a:spAutoFit/>
          </a:bodyPr>
          <a:lstStyle>
            <a:lvl1pPr>
              <a:defRPr b="1"/>
            </a:lvl1pPr>
          </a:lstStyle>
          <a:p>
            <a:r>
              <a:t>Les sprints à réaliser durant le projet</a:t>
            </a:r>
          </a:p>
        </p:txBody>
      </p:sp>
      <p:grpSp>
        <p:nvGrpSpPr>
          <p:cNvPr id="625" name="Diagramme 9"/>
          <p:cNvGrpSpPr/>
          <p:nvPr/>
        </p:nvGrpSpPr>
        <p:grpSpPr>
          <a:xfrm>
            <a:off x="-9528" y="-601"/>
            <a:ext cx="12192001" cy="769830"/>
            <a:chOff x="0" y="0"/>
            <a:chExt cx="12192000" cy="769828"/>
          </a:xfrm>
        </p:grpSpPr>
        <p:grpSp>
          <p:nvGrpSpPr>
            <p:cNvPr id="621" name="Grouper"/>
            <p:cNvGrpSpPr/>
            <p:nvPr/>
          </p:nvGrpSpPr>
          <p:grpSpPr>
            <a:xfrm>
              <a:off x="-1" y="-1"/>
              <a:ext cx="6773334" cy="769830"/>
              <a:chOff x="0" y="0"/>
              <a:chExt cx="6773333" cy="769828"/>
            </a:xfrm>
          </p:grpSpPr>
          <p:sp>
            <p:nvSpPr>
              <p:cNvPr id="619" name="Figure"/>
              <p:cNvSpPr/>
              <p:nvPr/>
            </p:nvSpPr>
            <p:spPr>
              <a:xfrm>
                <a:off x="-1" y="-1"/>
                <a:ext cx="6773334" cy="76983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0373" y="0"/>
                    </a:lnTo>
                    <a:lnTo>
                      <a:pt x="21600" y="10800"/>
                    </a:lnTo>
                    <a:lnTo>
                      <a:pt x="20373" y="21600"/>
                    </a:lnTo>
                    <a:lnTo>
                      <a:pt x="0" y="21600"/>
                    </a:lnTo>
                    <a:close/>
                  </a:path>
                </a:pathLst>
              </a:custGeom>
              <a:solidFill>
                <a:srgbClr val="FFFFFF"/>
              </a:solidFill>
              <a:ln w="12700" cap="flat">
                <a:noFill/>
                <a:miter lim="400000"/>
              </a:ln>
              <a:effectLst>
                <a:outerShdw blurRad="38100" dist="20000" dir="5400000" rotWithShape="0">
                  <a:srgbClr val="000000">
                    <a:alpha val="38000"/>
                  </a:srgbClr>
                </a:outerShdw>
              </a:effectLst>
            </p:spPr>
            <p:txBody>
              <a:bodyPr wrap="square" lIns="0" tIns="0" rIns="0" bIns="0" numCol="1" anchor="ctr">
                <a:noAutofit/>
              </a:bodyPr>
              <a:lstStyle/>
              <a:p>
                <a:pPr algn="ctr" defTabSz="800100">
                  <a:lnSpc>
                    <a:spcPct val="90000"/>
                  </a:lnSpc>
                  <a:spcBef>
                    <a:spcPts val="700"/>
                  </a:spcBef>
                </a:pPr>
                <a:endParaRPr/>
              </a:p>
            </p:txBody>
          </p:sp>
          <p:sp>
            <p:nvSpPr>
              <p:cNvPr id="620" name="Processus de développement"/>
              <p:cNvSpPr txBox="1"/>
              <p:nvPr/>
            </p:nvSpPr>
            <p:spPr>
              <a:xfrm>
                <a:off x="72121" y="208235"/>
                <a:ext cx="5706970" cy="35335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4002" tIns="24002" rIns="24002" bIns="24002" numCol="1" anchor="ctr">
                <a:noAutofit/>
              </a:bodyPr>
              <a:lstStyle/>
              <a:p>
                <a:pPr algn="ctr" defTabSz="800100">
                  <a:lnSpc>
                    <a:spcPct val="90000"/>
                  </a:lnSpc>
                  <a:spcBef>
                    <a:spcPts val="700"/>
                  </a:spcBef>
                  <a:defRPr sz="2000"/>
                </a:pPr>
                <a:r>
                  <a:t>Processus</a:t>
                </a:r>
                <a:r>
                  <a:rPr>
                    <a:solidFill>
                      <a:srgbClr val="FFFFFF"/>
                    </a:solidFill>
                  </a:rPr>
                  <a:t> </a:t>
                </a:r>
                <a:r>
                  <a:t>de</a:t>
                </a:r>
                <a:r>
                  <a:rPr>
                    <a:solidFill>
                      <a:srgbClr val="FFFFFF"/>
                    </a:solidFill>
                  </a:rPr>
                  <a:t> </a:t>
                </a:r>
                <a:r>
                  <a:t>développement</a:t>
                </a:r>
              </a:p>
            </p:txBody>
          </p:sp>
        </p:grpSp>
        <p:grpSp>
          <p:nvGrpSpPr>
            <p:cNvPr id="624" name="Grouper"/>
            <p:cNvGrpSpPr/>
            <p:nvPr/>
          </p:nvGrpSpPr>
          <p:grpSpPr>
            <a:xfrm>
              <a:off x="5418666" y="0"/>
              <a:ext cx="6773334" cy="769829"/>
              <a:chOff x="0" y="0"/>
              <a:chExt cx="6773333" cy="769828"/>
            </a:xfrm>
          </p:grpSpPr>
          <p:sp>
            <p:nvSpPr>
              <p:cNvPr id="622" name="Chevron"/>
              <p:cNvSpPr/>
              <p:nvPr/>
            </p:nvSpPr>
            <p:spPr>
              <a:xfrm>
                <a:off x="0" y="0"/>
                <a:ext cx="6773334" cy="769829"/>
              </a:xfrm>
              <a:prstGeom prst="chevron">
                <a:avLst>
                  <a:gd name="adj" fmla="val 50000"/>
                </a:avLst>
              </a:prstGeom>
              <a:solidFill>
                <a:srgbClr val="E9041E"/>
              </a:solidFill>
              <a:ln w="12700" cap="flat">
                <a:noFill/>
                <a:miter lim="400000"/>
              </a:ln>
              <a:effectLst>
                <a:outerShdw blurRad="38100" dist="20000" dir="5400000" rotWithShape="0">
                  <a:srgbClr val="000000">
                    <a:alpha val="38000"/>
                  </a:srgbClr>
                </a:outerShdw>
              </a:effectLst>
            </p:spPr>
            <p:txBody>
              <a:bodyPr wrap="square" lIns="0" tIns="0" rIns="0" bIns="0" numCol="1" anchor="ctr">
                <a:noAutofit/>
              </a:bodyPr>
              <a:lstStyle/>
              <a:p>
                <a:pPr algn="ctr" defTabSz="800100">
                  <a:lnSpc>
                    <a:spcPct val="90000"/>
                  </a:lnSpc>
                  <a:spcBef>
                    <a:spcPts val="700"/>
                  </a:spcBef>
                </a:pPr>
                <a:endParaRPr/>
              </a:p>
            </p:txBody>
          </p:sp>
          <p:sp>
            <p:nvSpPr>
              <p:cNvPr id="623" name="Planification du projet"/>
              <p:cNvSpPr txBox="1"/>
              <p:nvPr/>
            </p:nvSpPr>
            <p:spPr>
              <a:xfrm>
                <a:off x="432995" y="195515"/>
                <a:ext cx="5955424" cy="37879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4002" tIns="24002" rIns="24002" bIns="24002" numCol="1" anchor="ctr">
                <a:noAutofit/>
              </a:bodyPr>
              <a:lstStyle>
                <a:lvl1pPr algn="ctr" defTabSz="800100">
                  <a:lnSpc>
                    <a:spcPct val="90000"/>
                  </a:lnSpc>
                  <a:spcBef>
                    <a:spcPts val="700"/>
                  </a:spcBef>
                  <a:defRPr sz="2200" b="1">
                    <a:solidFill>
                      <a:srgbClr val="FFFFFF"/>
                    </a:solidFill>
                  </a:defRPr>
                </a:lvl1pPr>
              </a:lstStyle>
              <a:p>
                <a:r>
                  <a:t>Planification du projet</a:t>
                </a:r>
              </a:p>
            </p:txBody>
          </p:sp>
        </p:grpSp>
      </p:grpSp>
      <p:sp>
        <p:nvSpPr>
          <p:cNvPr id="626" name="Numéro de diapositive"/>
          <p:cNvSpPr txBox="1">
            <a:spLocks noGrp="1"/>
          </p:cNvSpPr>
          <p:nvPr>
            <p:ph type="sldNum" sz="quarter" idx="2"/>
          </p:nvPr>
        </p:nvSpPr>
        <p:spPr>
          <a:xfrm>
            <a:off x="5900203" y="6368171"/>
            <a:ext cx="372540" cy="383541"/>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lgn="ctr">
              <a:defRPr sz="1900"/>
            </a:lvl1pPr>
          </a:lstStyle>
          <a:p>
            <a:fld id="{86CB4B4D-7CA3-9044-876B-883B54F8677D}" type="slidenum">
              <a:rPr/>
              <a:t>21</a:t>
            </a:fld>
            <a:endParaRPr/>
          </a:p>
        </p:txBody>
      </p:sp>
    </p:spTree>
  </p:cSld>
  <p:clrMapOvr>
    <a:masterClrMapping/>
  </p:clrMapOvr>
  <mc:AlternateContent xmlns:mc="http://schemas.openxmlformats.org/markup-compatibility/2006" xmlns:p14="http://schemas.microsoft.com/office/powerpoint/2010/main">
    <mc:Choice Requires="p14">
      <p:transition spd="slow" p14:dur="1500">
        <p:push/>
      </p:transition>
    </mc:Choice>
    <mc:Fallback xmlns="" xmlns:m="http://schemas.openxmlformats.org/officeDocument/2006/math" xmlns:a14="http://schemas.microsoft.com/office/drawing/2010/main">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1" nodeType="afterEffect">
                                  <p:stCondLst>
                                    <p:cond delay="0"/>
                                  </p:stCondLst>
                                  <p:iterate>
                                    <p:tmAbs val="0"/>
                                  </p:iterate>
                                  <p:childTnLst>
                                    <p:set>
                                      <p:cBhvr>
                                        <p:cTn id="6" fill="hold"/>
                                        <p:tgtEl>
                                          <p:spTgt spid="618"/>
                                        </p:tgtEl>
                                        <p:attrNameLst>
                                          <p:attrName>style.visibility</p:attrName>
                                        </p:attrNameLst>
                                      </p:cBhvr>
                                      <p:to>
                                        <p:strVal val="visible"/>
                                      </p:to>
                                    </p:set>
                                    <p:animEffect transition="in" filter="wipe(down)">
                                      <p:cBhvr>
                                        <p:cTn id="7" dur="500"/>
                                        <p:tgtEl>
                                          <p:spTgt spid="618"/>
                                        </p:tgtEl>
                                      </p:cBhvr>
                                    </p:animEffect>
                                  </p:childTnLst>
                                </p:cTn>
                              </p:par>
                            </p:childTnLst>
                          </p:cTn>
                        </p:par>
                        <p:par>
                          <p:cTn id="8" fill="hold">
                            <p:stCondLst>
                              <p:cond delay="500"/>
                            </p:stCondLst>
                            <p:childTnLst>
                              <p:par>
                                <p:cTn id="9" presetID="4" presetClass="entr" presetSubtype="32" fill="hold" grpId="2" nodeType="afterEffect">
                                  <p:stCondLst>
                                    <p:cond delay="300"/>
                                  </p:stCondLst>
                                  <p:iterate>
                                    <p:tmAbs val="0"/>
                                  </p:iterate>
                                  <p:childTnLst>
                                    <p:set>
                                      <p:cBhvr>
                                        <p:cTn id="10" fill="hold"/>
                                        <p:tgtEl>
                                          <p:spTgt spid="617"/>
                                        </p:tgtEl>
                                        <p:attrNameLst>
                                          <p:attrName>style.visibility</p:attrName>
                                        </p:attrNameLst>
                                      </p:cBhvr>
                                      <p:to>
                                        <p:strVal val="visible"/>
                                      </p:to>
                                    </p:set>
                                    <p:animEffect transition="in" filter="box(out)">
                                      <p:cBhvr>
                                        <p:cTn id="11" dur="1000"/>
                                        <p:tgtEl>
                                          <p:spTgt spid="6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7" grpId="2" animBg="1" advAuto="0"/>
      <p:bldP spid="618" grpId="1" animBg="1" advAuto="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0" name="Titre 1"/>
          <p:cNvSpPr txBox="1">
            <a:spLocks noGrp="1"/>
          </p:cNvSpPr>
          <p:nvPr>
            <p:ph type="title"/>
          </p:nvPr>
        </p:nvSpPr>
        <p:spPr>
          <a:xfrm>
            <a:off x="1344000" y="3347972"/>
            <a:ext cx="5517247" cy="1585926"/>
          </a:xfrm>
          <a:prstGeom prst="rect">
            <a:avLst/>
          </a:prstGeom>
        </p:spPr>
        <p:txBody>
          <a:bodyPr/>
          <a:lstStyle>
            <a:lvl1pPr>
              <a:lnSpc>
                <a:spcPct val="90000"/>
              </a:lnSpc>
            </a:lvl1pPr>
          </a:lstStyle>
          <a:p>
            <a:r>
              <a:t>Analyse et conception</a:t>
            </a:r>
          </a:p>
        </p:txBody>
      </p:sp>
      <p:sp>
        <p:nvSpPr>
          <p:cNvPr id="631" name="Espace réservé du texte 2"/>
          <p:cNvSpPr txBox="1">
            <a:spLocks noGrp="1"/>
          </p:cNvSpPr>
          <p:nvPr>
            <p:ph type="body" sz="quarter" idx="1"/>
          </p:nvPr>
        </p:nvSpPr>
        <p:spPr>
          <a:xfrm>
            <a:off x="1344001" y="1769024"/>
            <a:ext cx="676468" cy="1218796"/>
          </a:xfrm>
          <a:prstGeom prst="rect">
            <a:avLst/>
          </a:prstGeom>
        </p:spPr>
        <p:txBody>
          <a:bodyPr/>
          <a:lstStyle>
            <a:lvl1pPr marL="832083" indent="-1050477" defTabSz="1109444">
              <a:defRPr sz="8008"/>
            </a:lvl1pPr>
          </a:lstStyle>
          <a:p>
            <a:r>
              <a:rPr lang="fr-FR"/>
              <a:t>4</a:t>
            </a:r>
            <a:endParaRPr/>
          </a:p>
        </p:txBody>
      </p:sp>
      <p:sp>
        <p:nvSpPr>
          <p:cNvPr id="632" name="Numéro de diapositive"/>
          <p:cNvSpPr txBox="1">
            <a:spLocks noGrp="1"/>
          </p:cNvSpPr>
          <p:nvPr>
            <p:ph type="sldNum" sz="quarter" idx="4294967295"/>
          </p:nvPr>
        </p:nvSpPr>
        <p:spPr>
          <a:xfrm>
            <a:off x="47171" y="139337"/>
            <a:ext cx="860415" cy="383541"/>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a:lstStyle>
            <a:lvl1pPr algn="ctr">
              <a:defRPr sz="1900">
                <a:solidFill>
                  <a:srgbClr val="414141"/>
                </a:solidFill>
              </a:defRPr>
            </a:lvl1pPr>
          </a:lstStyle>
          <a:p>
            <a:fld id="{86CB4B4D-7CA3-9044-876B-883B54F8677D}" type="slidenum">
              <a:rPr/>
              <a:t>22</a:t>
            </a:fld>
            <a:endParaRPr/>
          </a:p>
        </p:txBody>
      </p:sp>
      <p:pic>
        <p:nvPicPr>
          <p:cNvPr id="8" name="image9.png">
            <a:extLst>
              <a:ext uri="{FF2B5EF4-FFF2-40B4-BE49-F238E27FC236}">
                <a16:creationId xmlns:a16="http://schemas.microsoft.com/office/drawing/2014/main" id="{B9A1B388-4533-E145-A86E-1C505D3D234D}"/>
              </a:ext>
            </a:extLst>
          </p:cNvPr>
          <p:cNvPicPr/>
          <p:nvPr/>
        </p:nvPicPr>
        <p:blipFill>
          <a:blip r:embed="rId3"/>
          <a:srcRect/>
          <a:stretch>
            <a:fillRect/>
          </a:stretch>
        </p:blipFill>
        <p:spPr>
          <a:xfrm>
            <a:off x="4102623" y="5724614"/>
            <a:ext cx="2656931" cy="1039544"/>
          </a:xfrm>
          <a:prstGeom prst="rect">
            <a:avLst/>
          </a:prstGeom>
          <a:ln/>
        </p:spPr>
      </p:pic>
    </p:spTree>
  </p:cSld>
  <p:clrMapOvr>
    <a:masterClrMapping/>
  </p:clrMapOvr>
  <mc:AlternateContent xmlns:mc="http://schemas.openxmlformats.org/markup-compatibility/2006" xmlns:p14="http://schemas.microsoft.com/office/powerpoint/2010/main">
    <mc:Choice Requires="p14">
      <p:transition spd="slow" p14:dur="1500">
        <p14:doors dir="vert"/>
      </p:transition>
    </mc:Choice>
    <mc:Fallback xmlns="" xmlns:m="http://schemas.openxmlformats.org/officeDocument/2006/math" xmlns:a14="http://schemas.microsoft.com/office/drawing/2010/main">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1" nodeType="afterEffect">
                                  <p:stCondLst>
                                    <p:cond delay="0"/>
                                  </p:stCondLst>
                                  <p:iterate>
                                    <p:tmAbs val="0"/>
                                  </p:iterate>
                                  <p:childTnLst>
                                    <p:set>
                                      <p:cBhvr>
                                        <p:cTn id="6" fill="hold"/>
                                        <p:tgtEl>
                                          <p:spTgt spid="631"/>
                                        </p:tgtEl>
                                        <p:attrNameLst>
                                          <p:attrName>style.visibility</p:attrName>
                                        </p:attrNameLst>
                                      </p:cBhvr>
                                      <p:to>
                                        <p:strVal val="visible"/>
                                      </p:to>
                                    </p:set>
                                    <p:anim calcmode="lin" valueType="num">
                                      <p:cBhvr>
                                        <p:cTn id="7" dur="1000" fill="hold"/>
                                        <p:tgtEl>
                                          <p:spTgt spid="631"/>
                                        </p:tgtEl>
                                        <p:attrNameLst>
                                          <p:attrName>ppt_x</p:attrName>
                                        </p:attrNameLst>
                                      </p:cBhvr>
                                      <p:tavLst>
                                        <p:tav tm="0">
                                          <p:val>
                                            <p:strVal val="0-#ppt_w/2"/>
                                          </p:val>
                                        </p:tav>
                                        <p:tav tm="100000">
                                          <p:val>
                                            <p:strVal val="#ppt_x"/>
                                          </p:val>
                                        </p:tav>
                                      </p:tavLst>
                                    </p:anim>
                                    <p:anim calcmode="lin" valueType="num">
                                      <p:cBhvr>
                                        <p:cTn id="8" dur="1000" fill="hold"/>
                                        <p:tgtEl>
                                          <p:spTgt spid="631"/>
                                        </p:tgtEl>
                                        <p:attrNameLst>
                                          <p:attrName>ppt_y</p:attrName>
                                        </p:attrNameLst>
                                      </p:cBhvr>
                                      <p:tavLst>
                                        <p:tav tm="0">
                                          <p:val>
                                            <p:strVal val="#ppt_y"/>
                                          </p:val>
                                        </p:tav>
                                        <p:tav tm="100000">
                                          <p:val>
                                            <p:strVal val="#ppt_y"/>
                                          </p:val>
                                        </p:tav>
                                      </p:tavLst>
                                    </p:anim>
                                  </p:childTnLst>
                                </p:cTn>
                              </p:par>
                              <p:par>
                                <p:cTn id="9" presetID="2" presetClass="entr" presetSubtype="8" fill="hold" grpId="2" nodeType="withEffect">
                                  <p:stCondLst>
                                    <p:cond delay="0"/>
                                  </p:stCondLst>
                                  <p:iterate>
                                    <p:tmAbs val="0"/>
                                  </p:iterate>
                                  <p:childTnLst>
                                    <p:set>
                                      <p:cBhvr>
                                        <p:cTn id="10" fill="hold"/>
                                        <p:tgtEl>
                                          <p:spTgt spid="630"/>
                                        </p:tgtEl>
                                        <p:attrNameLst>
                                          <p:attrName>style.visibility</p:attrName>
                                        </p:attrNameLst>
                                      </p:cBhvr>
                                      <p:to>
                                        <p:strVal val="visible"/>
                                      </p:to>
                                    </p:set>
                                    <p:anim calcmode="lin" valueType="num">
                                      <p:cBhvr>
                                        <p:cTn id="11" dur="1000" fill="hold"/>
                                        <p:tgtEl>
                                          <p:spTgt spid="630"/>
                                        </p:tgtEl>
                                        <p:attrNameLst>
                                          <p:attrName>ppt_x</p:attrName>
                                        </p:attrNameLst>
                                      </p:cBhvr>
                                      <p:tavLst>
                                        <p:tav tm="0">
                                          <p:val>
                                            <p:strVal val="0-#ppt_w/2"/>
                                          </p:val>
                                        </p:tav>
                                        <p:tav tm="100000">
                                          <p:val>
                                            <p:strVal val="#ppt_x"/>
                                          </p:val>
                                        </p:tav>
                                      </p:tavLst>
                                    </p:anim>
                                    <p:anim calcmode="lin" valueType="num">
                                      <p:cBhvr>
                                        <p:cTn id="12" dur="1000" fill="hold"/>
                                        <p:tgtEl>
                                          <p:spTgt spid="63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0" grpId="2" animBg="1" advAuto="0"/>
      <p:bldP spid="631" grpId="1" animBg="1" advAuto="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9" name="Numéro de diapositive"/>
          <p:cNvSpPr txBox="1">
            <a:spLocks noGrp="1"/>
          </p:cNvSpPr>
          <p:nvPr>
            <p:ph type="sldNum" sz="quarter" idx="2"/>
          </p:nvPr>
        </p:nvSpPr>
        <p:spPr>
          <a:xfrm>
            <a:off x="5955455" y="6462349"/>
            <a:ext cx="281100" cy="292101"/>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lstStyle>
            <a:lvl1pPr algn="ctr">
              <a:defRPr sz="1900"/>
            </a:lvl1pPr>
          </a:lstStyle>
          <a:p>
            <a:fld id="{86CB4B4D-7CA3-9044-876B-883B54F8677D}" type="slidenum">
              <a:rPr/>
              <a:t>23</a:t>
            </a:fld>
            <a:endParaRPr/>
          </a:p>
        </p:txBody>
      </p:sp>
      <p:grpSp>
        <p:nvGrpSpPr>
          <p:cNvPr id="649" name="Diagramme 2"/>
          <p:cNvGrpSpPr/>
          <p:nvPr/>
        </p:nvGrpSpPr>
        <p:grpSpPr>
          <a:xfrm>
            <a:off x="5357" y="0"/>
            <a:ext cx="12181283" cy="768628"/>
            <a:chOff x="0" y="0"/>
            <a:chExt cx="12181282" cy="768626"/>
          </a:xfrm>
        </p:grpSpPr>
        <p:grpSp>
          <p:nvGrpSpPr>
            <p:cNvPr id="642" name="Grouper"/>
            <p:cNvGrpSpPr/>
            <p:nvPr/>
          </p:nvGrpSpPr>
          <p:grpSpPr>
            <a:xfrm>
              <a:off x="0" y="0"/>
              <a:ext cx="4685108" cy="768627"/>
              <a:chOff x="0" y="0"/>
              <a:chExt cx="4685107" cy="768626"/>
            </a:xfrm>
          </p:grpSpPr>
          <p:sp>
            <p:nvSpPr>
              <p:cNvPr id="640" name="Figure"/>
              <p:cNvSpPr/>
              <p:nvPr/>
            </p:nvSpPr>
            <p:spPr>
              <a:xfrm>
                <a:off x="0" y="-1"/>
                <a:ext cx="4685108" cy="76862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9828" y="0"/>
                    </a:lnTo>
                    <a:lnTo>
                      <a:pt x="21600" y="10800"/>
                    </a:lnTo>
                    <a:lnTo>
                      <a:pt x="19828" y="21600"/>
                    </a:lnTo>
                    <a:lnTo>
                      <a:pt x="0" y="21600"/>
                    </a:lnTo>
                    <a:close/>
                  </a:path>
                </a:pathLst>
              </a:custGeom>
              <a:solidFill>
                <a:srgbClr val="E9041E"/>
              </a:solidFill>
              <a:ln w="12700" cap="flat">
                <a:noFill/>
                <a:miter lim="400000"/>
              </a:ln>
              <a:effectLst>
                <a:outerShdw blurRad="38100" dist="20000" dir="5400000" rotWithShape="0">
                  <a:srgbClr val="000000">
                    <a:alpha val="38000"/>
                  </a:srgbClr>
                </a:outerShdw>
              </a:effectLst>
            </p:spPr>
            <p:txBody>
              <a:bodyPr wrap="square" lIns="0" tIns="0" rIns="0" bIns="0" numCol="1" anchor="ctr">
                <a:noAutofit/>
              </a:bodyPr>
              <a:lstStyle/>
              <a:p>
                <a:pPr algn="ctr" defTabSz="800100">
                  <a:lnSpc>
                    <a:spcPct val="90000"/>
                  </a:lnSpc>
                  <a:spcBef>
                    <a:spcPts val="700"/>
                  </a:spcBef>
                </a:pPr>
                <a:endParaRPr/>
              </a:p>
            </p:txBody>
          </p:sp>
          <p:sp>
            <p:nvSpPr>
              <p:cNvPr id="641" name="Diagrammes de cas d’utilisation"/>
              <p:cNvSpPr txBox="1"/>
              <p:nvPr/>
            </p:nvSpPr>
            <p:spPr>
              <a:xfrm>
                <a:off x="72009" y="214260"/>
                <a:ext cx="4003925" cy="340107"/>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4002" tIns="24002" rIns="24002" bIns="24002" numCol="1" anchor="ctr">
                <a:spAutoFit/>
              </a:bodyPr>
              <a:lstStyle>
                <a:lvl1pPr algn="ctr" defTabSz="800100">
                  <a:lnSpc>
                    <a:spcPct val="90000"/>
                  </a:lnSpc>
                  <a:spcBef>
                    <a:spcPts val="700"/>
                  </a:spcBef>
                  <a:defRPr sz="1900" b="1">
                    <a:solidFill>
                      <a:srgbClr val="FFFFFF"/>
                    </a:solidFill>
                  </a:defRPr>
                </a:lvl1pPr>
              </a:lstStyle>
              <a:p>
                <a:r>
                  <a:t>Diagrammes de cas d’utilisation</a:t>
                </a:r>
              </a:p>
            </p:txBody>
          </p:sp>
        </p:grpSp>
        <p:grpSp>
          <p:nvGrpSpPr>
            <p:cNvPr id="645" name="Grouper"/>
            <p:cNvGrpSpPr/>
            <p:nvPr/>
          </p:nvGrpSpPr>
          <p:grpSpPr>
            <a:xfrm>
              <a:off x="3748087" y="0"/>
              <a:ext cx="4685109" cy="768627"/>
              <a:chOff x="0" y="0"/>
              <a:chExt cx="4685107" cy="768626"/>
            </a:xfrm>
          </p:grpSpPr>
          <p:sp>
            <p:nvSpPr>
              <p:cNvPr id="643" name="Chevron"/>
              <p:cNvSpPr/>
              <p:nvPr/>
            </p:nvSpPr>
            <p:spPr>
              <a:xfrm>
                <a:off x="0" y="0"/>
                <a:ext cx="4685108" cy="768627"/>
              </a:xfrm>
              <a:prstGeom prst="chevron">
                <a:avLst>
                  <a:gd name="adj" fmla="val 50000"/>
                </a:avLst>
              </a:prstGeom>
              <a:solidFill>
                <a:srgbClr val="FFFFFF"/>
              </a:solidFill>
              <a:ln w="12700" cap="flat">
                <a:noFill/>
                <a:miter lim="400000"/>
              </a:ln>
              <a:effectLst>
                <a:outerShdw blurRad="38100" dist="20000" dir="5400000" rotWithShape="0">
                  <a:srgbClr val="000000">
                    <a:alpha val="38000"/>
                  </a:srgbClr>
                </a:outerShdw>
              </a:effectLst>
            </p:spPr>
            <p:txBody>
              <a:bodyPr wrap="square" lIns="0" tIns="0" rIns="0" bIns="0" numCol="1" anchor="ctr">
                <a:noAutofit/>
              </a:bodyPr>
              <a:lstStyle/>
              <a:p>
                <a:pPr algn="ctr" defTabSz="800100">
                  <a:lnSpc>
                    <a:spcPct val="90000"/>
                  </a:lnSpc>
                  <a:spcBef>
                    <a:spcPts val="700"/>
                  </a:spcBef>
                </a:pPr>
                <a:endParaRPr/>
              </a:p>
            </p:txBody>
          </p:sp>
          <p:sp>
            <p:nvSpPr>
              <p:cNvPr id="644" name="Diagrammes de séquence"/>
              <p:cNvSpPr txBox="1"/>
              <p:nvPr/>
            </p:nvSpPr>
            <p:spPr>
              <a:xfrm>
                <a:off x="432318" y="214260"/>
                <a:ext cx="3675682" cy="340107"/>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4002" tIns="24002" rIns="24002" bIns="24002" numCol="1" anchor="ctr">
                <a:spAutoFit/>
              </a:bodyPr>
              <a:lstStyle>
                <a:lvl1pPr algn="ctr" defTabSz="800100">
                  <a:lnSpc>
                    <a:spcPct val="90000"/>
                  </a:lnSpc>
                  <a:spcBef>
                    <a:spcPts val="700"/>
                  </a:spcBef>
                  <a:defRPr sz="1900"/>
                </a:lvl1pPr>
              </a:lstStyle>
              <a:p>
                <a:r>
                  <a:t>Diagrammes de séquence</a:t>
                </a:r>
              </a:p>
            </p:txBody>
          </p:sp>
        </p:grpSp>
        <p:grpSp>
          <p:nvGrpSpPr>
            <p:cNvPr id="648" name="Grouper"/>
            <p:cNvGrpSpPr/>
            <p:nvPr/>
          </p:nvGrpSpPr>
          <p:grpSpPr>
            <a:xfrm>
              <a:off x="7496175" y="0"/>
              <a:ext cx="4685108" cy="768627"/>
              <a:chOff x="0" y="0"/>
              <a:chExt cx="4685107" cy="768626"/>
            </a:xfrm>
          </p:grpSpPr>
          <p:sp>
            <p:nvSpPr>
              <p:cNvPr id="646" name="Chevron"/>
              <p:cNvSpPr/>
              <p:nvPr/>
            </p:nvSpPr>
            <p:spPr>
              <a:xfrm>
                <a:off x="0" y="0"/>
                <a:ext cx="4685108" cy="768627"/>
              </a:xfrm>
              <a:prstGeom prst="chevron">
                <a:avLst>
                  <a:gd name="adj" fmla="val 50000"/>
                </a:avLst>
              </a:prstGeom>
              <a:solidFill>
                <a:srgbClr val="FFFFFF"/>
              </a:solidFill>
              <a:ln w="12700" cap="flat">
                <a:noFill/>
                <a:miter lim="400000"/>
              </a:ln>
              <a:effectLst>
                <a:outerShdw blurRad="38100" dist="20000" dir="5400000" rotWithShape="0">
                  <a:srgbClr val="000000">
                    <a:alpha val="38000"/>
                  </a:srgbClr>
                </a:outerShdw>
              </a:effectLst>
            </p:spPr>
            <p:txBody>
              <a:bodyPr wrap="square" lIns="0" tIns="0" rIns="0" bIns="0" numCol="1" anchor="ctr">
                <a:noAutofit/>
              </a:bodyPr>
              <a:lstStyle/>
              <a:p>
                <a:pPr algn="ctr" defTabSz="800100">
                  <a:lnSpc>
                    <a:spcPct val="90000"/>
                  </a:lnSpc>
                  <a:spcBef>
                    <a:spcPts val="700"/>
                  </a:spcBef>
                </a:pPr>
                <a:endParaRPr/>
              </a:p>
            </p:txBody>
          </p:sp>
          <p:sp>
            <p:nvSpPr>
              <p:cNvPr id="647" name="Diagramme de classe"/>
              <p:cNvSpPr txBox="1"/>
              <p:nvPr/>
            </p:nvSpPr>
            <p:spPr>
              <a:xfrm>
                <a:off x="432318" y="214260"/>
                <a:ext cx="3868477" cy="340107"/>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4002" tIns="24002" rIns="24002" bIns="24002" numCol="1" anchor="ctr">
                <a:spAutoFit/>
              </a:bodyPr>
              <a:lstStyle>
                <a:lvl1pPr algn="ctr" defTabSz="800100">
                  <a:lnSpc>
                    <a:spcPct val="90000"/>
                  </a:lnSpc>
                  <a:spcBef>
                    <a:spcPts val="700"/>
                  </a:spcBef>
                  <a:defRPr sz="1900"/>
                </a:lvl1pPr>
              </a:lstStyle>
              <a:p>
                <a:r>
                  <a:t>Diagramme de classe</a:t>
                </a:r>
              </a:p>
            </p:txBody>
          </p:sp>
        </p:grpSp>
      </p:grpSp>
      <p:pic>
        <p:nvPicPr>
          <p:cNvPr id="14" name="image39.png">
            <a:extLst>
              <a:ext uri="{FF2B5EF4-FFF2-40B4-BE49-F238E27FC236}">
                <a16:creationId xmlns:a16="http://schemas.microsoft.com/office/drawing/2014/main" id="{F8C6CB79-C80D-CD43-8AE0-568C27A7EA60}"/>
              </a:ext>
            </a:extLst>
          </p:cNvPr>
          <p:cNvPicPr/>
          <p:nvPr/>
        </p:nvPicPr>
        <p:blipFill>
          <a:blip r:embed="rId3">
            <a:extLst>
              <a:ext uri="{28A0092B-C50C-407E-A947-70E740481C1C}">
                <a14:useLocalDpi xmlns:a14="http://schemas.microsoft.com/office/drawing/2010/main" val="0"/>
              </a:ext>
            </a:extLst>
          </a:blip>
          <a:stretch>
            <a:fillRect/>
          </a:stretch>
        </p:blipFill>
        <p:spPr>
          <a:xfrm>
            <a:off x="1119882" y="1130157"/>
            <a:ext cx="10397447" cy="4777483"/>
          </a:xfrm>
          <a:prstGeom prst="rect">
            <a:avLst/>
          </a:prstGeom>
          <a:ln/>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4" name="Rectangle 13"/>
          <p:cNvSpPr txBox="1"/>
          <p:nvPr/>
        </p:nvSpPr>
        <p:spPr>
          <a:xfrm>
            <a:off x="6017326" y="3244333"/>
            <a:ext cx="167654" cy="3506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a:latin typeface="Arial"/>
                <a:ea typeface="Arial"/>
                <a:cs typeface="Arial"/>
                <a:sym typeface="Arial"/>
              </a:defRPr>
            </a:lvl1pPr>
          </a:lstStyle>
          <a:p>
            <a:r>
              <a:t> </a:t>
            </a:r>
          </a:p>
        </p:txBody>
      </p:sp>
      <p:grpSp>
        <p:nvGrpSpPr>
          <p:cNvPr id="664" name="Diagramme 12"/>
          <p:cNvGrpSpPr/>
          <p:nvPr/>
        </p:nvGrpSpPr>
        <p:grpSpPr>
          <a:xfrm>
            <a:off x="-1" y="-14290"/>
            <a:ext cx="12186640" cy="768627"/>
            <a:chOff x="0" y="0"/>
            <a:chExt cx="12186639" cy="768626"/>
          </a:xfrm>
        </p:grpSpPr>
        <p:grpSp>
          <p:nvGrpSpPr>
            <p:cNvPr id="657" name="Grouper"/>
            <p:cNvGrpSpPr/>
            <p:nvPr/>
          </p:nvGrpSpPr>
          <p:grpSpPr>
            <a:xfrm>
              <a:off x="0" y="0"/>
              <a:ext cx="4685108" cy="768627"/>
              <a:chOff x="0" y="0"/>
              <a:chExt cx="4685107" cy="768626"/>
            </a:xfrm>
          </p:grpSpPr>
          <p:sp>
            <p:nvSpPr>
              <p:cNvPr id="655" name="Figure"/>
              <p:cNvSpPr/>
              <p:nvPr/>
            </p:nvSpPr>
            <p:spPr>
              <a:xfrm>
                <a:off x="0" y="-1"/>
                <a:ext cx="4685108" cy="76862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9828" y="0"/>
                    </a:lnTo>
                    <a:lnTo>
                      <a:pt x="21600" y="10800"/>
                    </a:lnTo>
                    <a:lnTo>
                      <a:pt x="19828" y="21600"/>
                    </a:lnTo>
                    <a:lnTo>
                      <a:pt x="0" y="21600"/>
                    </a:lnTo>
                    <a:close/>
                  </a:path>
                </a:pathLst>
              </a:custGeom>
              <a:solidFill>
                <a:srgbClr val="FFFFFF"/>
              </a:solidFill>
              <a:ln w="12700" cap="flat">
                <a:noFill/>
                <a:miter lim="400000"/>
              </a:ln>
              <a:effectLst>
                <a:outerShdw blurRad="38100" dist="20000" dir="5400000" rotWithShape="0">
                  <a:srgbClr val="000000">
                    <a:alpha val="38000"/>
                  </a:srgbClr>
                </a:outerShdw>
              </a:effectLst>
            </p:spPr>
            <p:txBody>
              <a:bodyPr wrap="square" lIns="0" tIns="0" rIns="0" bIns="0" numCol="1" anchor="ctr">
                <a:noAutofit/>
              </a:bodyPr>
              <a:lstStyle/>
              <a:p>
                <a:pPr algn="ctr" defTabSz="800100">
                  <a:lnSpc>
                    <a:spcPct val="90000"/>
                  </a:lnSpc>
                  <a:spcBef>
                    <a:spcPts val="700"/>
                  </a:spcBef>
                </a:pPr>
                <a:endParaRPr/>
              </a:p>
            </p:txBody>
          </p:sp>
          <p:sp>
            <p:nvSpPr>
              <p:cNvPr id="656" name="Diagrammes de cas d’utilisation"/>
              <p:cNvSpPr txBox="1"/>
              <p:nvPr/>
            </p:nvSpPr>
            <p:spPr>
              <a:xfrm>
                <a:off x="72009" y="214260"/>
                <a:ext cx="4090182" cy="340107"/>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4002" tIns="24002" rIns="24002" bIns="24002" numCol="1" anchor="ctr">
                <a:spAutoFit/>
              </a:bodyPr>
              <a:lstStyle>
                <a:lvl1pPr algn="ctr" defTabSz="800100">
                  <a:lnSpc>
                    <a:spcPct val="90000"/>
                  </a:lnSpc>
                  <a:spcBef>
                    <a:spcPts val="700"/>
                  </a:spcBef>
                  <a:defRPr sz="1900"/>
                </a:lvl1pPr>
              </a:lstStyle>
              <a:p>
                <a:r>
                  <a:t>Diagrammes de cas d’utilisation</a:t>
                </a:r>
              </a:p>
            </p:txBody>
          </p:sp>
        </p:grpSp>
        <p:grpSp>
          <p:nvGrpSpPr>
            <p:cNvPr id="660" name="Grouper"/>
            <p:cNvGrpSpPr/>
            <p:nvPr/>
          </p:nvGrpSpPr>
          <p:grpSpPr>
            <a:xfrm>
              <a:off x="3832959" y="0"/>
              <a:ext cx="4685109" cy="768627"/>
              <a:chOff x="0" y="0"/>
              <a:chExt cx="4685107" cy="768626"/>
            </a:xfrm>
          </p:grpSpPr>
          <p:sp>
            <p:nvSpPr>
              <p:cNvPr id="658" name="Chevron"/>
              <p:cNvSpPr/>
              <p:nvPr/>
            </p:nvSpPr>
            <p:spPr>
              <a:xfrm>
                <a:off x="0" y="0"/>
                <a:ext cx="4685108" cy="768627"/>
              </a:xfrm>
              <a:prstGeom prst="chevron">
                <a:avLst>
                  <a:gd name="adj" fmla="val 50000"/>
                </a:avLst>
              </a:prstGeom>
              <a:solidFill>
                <a:srgbClr val="E9041E"/>
              </a:solidFill>
              <a:ln w="12700" cap="flat">
                <a:noFill/>
                <a:miter lim="400000"/>
              </a:ln>
              <a:effectLst>
                <a:outerShdw blurRad="38100" dist="20000" dir="5400000" rotWithShape="0">
                  <a:srgbClr val="000000">
                    <a:alpha val="38000"/>
                  </a:srgbClr>
                </a:outerShdw>
              </a:effectLst>
            </p:spPr>
            <p:txBody>
              <a:bodyPr wrap="square" lIns="0" tIns="0" rIns="0" bIns="0" numCol="1" anchor="ctr">
                <a:noAutofit/>
              </a:bodyPr>
              <a:lstStyle/>
              <a:p>
                <a:pPr algn="ctr" defTabSz="800100">
                  <a:lnSpc>
                    <a:spcPct val="90000"/>
                  </a:lnSpc>
                  <a:spcBef>
                    <a:spcPts val="700"/>
                  </a:spcBef>
                </a:pPr>
                <a:endParaRPr/>
              </a:p>
            </p:txBody>
          </p:sp>
          <p:sp>
            <p:nvSpPr>
              <p:cNvPr id="659" name="Diagrammes de séquence"/>
              <p:cNvSpPr txBox="1"/>
              <p:nvPr/>
            </p:nvSpPr>
            <p:spPr>
              <a:xfrm>
                <a:off x="432318" y="207909"/>
                <a:ext cx="3572391" cy="352807"/>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4002" tIns="24002" rIns="24002" bIns="24002" numCol="1" anchor="ctr">
                <a:spAutoFit/>
              </a:bodyPr>
              <a:lstStyle>
                <a:lvl1pPr algn="ctr" defTabSz="800100">
                  <a:lnSpc>
                    <a:spcPct val="90000"/>
                  </a:lnSpc>
                  <a:spcBef>
                    <a:spcPts val="700"/>
                  </a:spcBef>
                  <a:defRPr sz="2000" b="1">
                    <a:solidFill>
                      <a:srgbClr val="FFFFFF"/>
                    </a:solidFill>
                  </a:defRPr>
                </a:lvl1pPr>
              </a:lstStyle>
              <a:p>
                <a:r>
                  <a:t>Diagrammes de séquence</a:t>
                </a:r>
              </a:p>
            </p:txBody>
          </p:sp>
        </p:grpSp>
        <p:grpSp>
          <p:nvGrpSpPr>
            <p:cNvPr id="663" name="Grouper"/>
            <p:cNvGrpSpPr/>
            <p:nvPr/>
          </p:nvGrpSpPr>
          <p:grpSpPr>
            <a:xfrm>
              <a:off x="7501532" y="0"/>
              <a:ext cx="4685108" cy="768627"/>
              <a:chOff x="0" y="0"/>
              <a:chExt cx="4685107" cy="768626"/>
            </a:xfrm>
          </p:grpSpPr>
          <p:sp>
            <p:nvSpPr>
              <p:cNvPr id="661" name="Chevron"/>
              <p:cNvSpPr/>
              <p:nvPr/>
            </p:nvSpPr>
            <p:spPr>
              <a:xfrm>
                <a:off x="0" y="0"/>
                <a:ext cx="4685108" cy="768627"/>
              </a:xfrm>
              <a:prstGeom prst="chevron">
                <a:avLst>
                  <a:gd name="adj" fmla="val 50000"/>
                </a:avLst>
              </a:prstGeom>
              <a:solidFill>
                <a:srgbClr val="FFFFFF"/>
              </a:solidFill>
              <a:ln w="12700" cap="flat">
                <a:noFill/>
                <a:miter lim="400000"/>
              </a:ln>
              <a:effectLst>
                <a:outerShdw blurRad="38100" dist="20000" dir="5400000" rotWithShape="0">
                  <a:srgbClr val="000000">
                    <a:alpha val="38000"/>
                  </a:srgbClr>
                </a:outerShdw>
              </a:effectLst>
            </p:spPr>
            <p:txBody>
              <a:bodyPr wrap="square" lIns="0" tIns="0" rIns="0" bIns="0" numCol="1" anchor="ctr">
                <a:noAutofit/>
              </a:bodyPr>
              <a:lstStyle/>
              <a:p>
                <a:pPr algn="ctr" defTabSz="800100">
                  <a:lnSpc>
                    <a:spcPct val="90000"/>
                  </a:lnSpc>
                  <a:spcBef>
                    <a:spcPts val="700"/>
                  </a:spcBef>
                </a:pPr>
                <a:endParaRPr/>
              </a:p>
            </p:txBody>
          </p:sp>
          <p:sp>
            <p:nvSpPr>
              <p:cNvPr id="662" name="Diagramme de classe"/>
              <p:cNvSpPr txBox="1"/>
              <p:nvPr/>
            </p:nvSpPr>
            <p:spPr>
              <a:xfrm>
                <a:off x="432318" y="214260"/>
                <a:ext cx="3868477" cy="340107"/>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4002" tIns="24002" rIns="24002" bIns="24002" numCol="1" anchor="ctr">
                <a:spAutoFit/>
              </a:bodyPr>
              <a:lstStyle>
                <a:lvl1pPr algn="ctr" defTabSz="800100">
                  <a:lnSpc>
                    <a:spcPct val="90000"/>
                  </a:lnSpc>
                  <a:spcBef>
                    <a:spcPts val="700"/>
                  </a:spcBef>
                  <a:defRPr sz="1900"/>
                </a:lvl1pPr>
              </a:lstStyle>
              <a:p>
                <a:r>
                  <a:t>Diagramme de classe</a:t>
                </a:r>
              </a:p>
            </p:txBody>
          </p:sp>
        </p:grpSp>
      </p:grpSp>
      <p:sp>
        <p:nvSpPr>
          <p:cNvPr id="665" name="TextBox 1"/>
          <p:cNvSpPr txBox="1"/>
          <p:nvPr/>
        </p:nvSpPr>
        <p:spPr>
          <a:xfrm>
            <a:off x="3602738" y="6415756"/>
            <a:ext cx="4986524" cy="34970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6000" tIns="36000" rIns="36000" bIns="36000">
            <a:spAutoFit/>
          </a:bodyPr>
          <a:lstStyle>
            <a:lvl1pPr algn="ctr">
              <a:defRPr b="1"/>
            </a:lvl1pPr>
          </a:lstStyle>
          <a:p>
            <a:endParaRPr dirty="0"/>
          </a:p>
        </p:txBody>
      </p:sp>
      <p:sp>
        <p:nvSpPr>
          <p:cNvPr id="667" name="Numéro de diapositive"/>
          <p:cNvSpPr txBox="1">
            <a:spLocks noGrp="1"/>
          </p:cNvSpPr>
          <p:nvPr>
            <p:ph type="sldNum" sz="quarter" idx="2"/>
          </p:nvPr>
        </p:nvSpPr>
        <p:spPr>
          <a:xfrm>
            <a:off x="11687845" y="6406036"/>
            <a:ext cx="372540" cy="383541"/>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lgn="ctr">
              <a:defRPr sz="1900"/>
            </a:lvl1pPr>
          </a:lstStyle>
          <a:p>
            <a:fld id="{86CB4B4D-7CA3-9044-876B-883B54F8677D}" type="slidenum">
              <a:rPr/>
              <a:t>24</a:t>
            </a:fld>
            <a:endParaRPr/>
          </a:p>
        </p:txBody>
      </p:sp>
      <p:pic>
        <p:nvPicPr>
          <p:cNvPr id="16" name="image36.png">
            <a:extLst>
              <a:ext uri="{FF2B5EF4-FFF2-40B4-BE49-F238E27FC236}">
                <a16:creationId xmlns:a16="http://schemas.microsoft.com/office/drawing/2014/main" id="{831930BE-DC31-404D-9314-300F704F578C}"/>
              </a:ext>
            </a:extLst>
          </p:cNvPr>
          <p:cNvPicPr/>
          <p:nvPr/>
        </p:nvPicPr>
        <p:blipFill>
          <a:blip r:embed="rId3"/>
          <a:srcRect/>
          <a:stretch>
            <a:fillRect/>
          </a:stretch>
        </p:blipFill>
        <p:spPr>
          <a:xfrm>
            <a:off x="1345915" y="1124584"/>
            <a:ext cx="9729627" cy="4721411"/>
          </a:xfrm>
          <a:prstGeom prst="rect">
            <a:avLst/>
          </a:prstGeom>
          <a:ln/>
        </p:spPr>
      </p:pic>
    </p:spTree>
  </p:cSld>
  <p:clrMapOvr>
    <a:masterClrMapping/>
  </p:clrMapOvr>
  <p:transition spd="slow">
    <p:comb/>
  </p:transition>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1" nodeType="afterEffect">
                                  <p:stCondLst>
                                    <p:cond delay="0"/>
                                  </p:stCondLst>
                                  <p:iterate>
                                    <p:tmAbs val="0"/>
                                  </p:iterate>
                                  <p:childTnLst>
                                    <p:set>
                                      <p:cBhvr>
                                        <p:cTn id="6" fill="hold"/>
                                        <p:tgtEl>
                                          <p:spTgt spid="665"/>
                                        </p:tgtEl>
                                        <p:attrNameLst>
                                          <p:attrName>style.visibility</p:attrName>
                                        </p:attrNameLst>
                                      </p:cBhvr>
                                      <p:to>
                                        <p:strVal val="visible"/>
                                      </p:to>
                                    </p:set>
                                    <p:animEffect transition="in" filter="wipe(down)">
                                      <p:cBhvr>
                                        <p:cTn id="7" dur="500"/>
                                        <p:tgtEl>
                                          <p:spTgt spid="6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 grpId="1" animBg="1" advAuto="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24" name="Groupe 10"/>
          <p:cNvGrpSpPr/>
          <p:nvPr/>
        </p:nvGrpSpPr>
        <p:grpSpPr>
          <a:xfrm>
            <a:off x="0" y="-1"/>
            <a:ext cx="4685108" cy="768628"/>
            <a:chOff x="0" y="0"/>
            <a:chExt cx="4685107" cy="768626"/>
          </a:xfrm>
        </p:grpSpPr>
        <p:sp>
          <p:nvSpPr>
            <p:cNvPr id="722" name="Pentagone 17"/>
            <p:cNvSpPr/>
            <p:nvPr/>
          </p:nvSpPr>
          <p:spPr>
            <a:xfrm>
              <a:off x="0" y="-1"/>
              <a:ext cx="4685108" cy="76862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9828" y="0"/>
                  </a:lnTo>
                  <a:lnTo>
                    <a:pt x="21600" y="10800"/>
                  </a:lnTo>
                  <a:lnTo>
                    <a:pt x="19828" y="21600"/>
                  </a:lnTo>
                  <a:lnTo>
                    <a:pt x="0" y="21600"/>
                  </a:lnTo>
                  <a:close/>
                </a:path>
              </a:pathLst>
            </a:custGeom>
            <a:solidFill>
              <a:srgbClr val="FFFFFF"/>
            </a:solidFill>
            <a:ln w="12700" cap="flat">
              <a:noFill/>
              <a:miter lim="400000"/>
            </a:ln>
            <a:effectLst>
              <a:outerShdw blurRad="38100" dist="20000" dir="5400000" rotWithShape="0">
                <a:srgbClr val="000000">
                  <a:alpha val="38000"/>
                </a:srgbClr>
              </a:outerShdw>
            </a:effectLst>
          </p:spPr>
          <p:txBody>
            <a:bodyPr wrap="square" lIns="0" tIns="0" rIns="0" bIns="0" numCol="1" anchor="t">
              <a:noAutofit/>
            </a:bodyPr>
            <a:lstStyle/>
            <a:p>
              <a:endParaRPr/>
            </a:p>
          </p:txBody>
        </p:sp>
        <p:sp>
          <p:nvSpPr>
            <p:cNvPr id="723" name="Pentagone 4"/>
            <p:cNvSpPr txBox="1"/>
            <p:nvPr/>
          </p:nvSpPr>
          <p:spPr>
            <a:xfrm>
              <a:off x="96012" y="206258"/>
              <a:ext cx="4073566" cy="35610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2003" tIns="32003" rIns="32003" bIns="32003" numCol="1" anchor="ctr">
              <a:spAutoFit/>
            </a:bodyPr>
            <a:lstStyle>
              <a:lvl1pPr algn="ctr" defTabSz="1066800">
                <a:lnSpc>
                  <a:spcPct val="90000"/>
                </a:lnSpc>
                <a:spcBef>
                  <a:spcPts val="700"/>
                </a:spcBef>
                <a:defRPr sz="1900"/>
              </a:lvl1pPr>
            </a:lstStyle>
            <a:p>
              <a:r>
                <a:t>Diagramme de cas d’utilisation</a:t>
              </a:r>
            </a:p>
          </p:txBody>
        </p:sp>
      </p:grpSp>
      <p:grpSp>
        <p:nvGrpSpPr>
          <p:cNvPr id="727" name="Groupe 11"/>
          <p:cNvGrpSpPr/>
          <p:nvPr/>
        </p:nvGrpSpPr>
        <p:grpSpPr>
          <a:xfrm>
            <a:off x="3832959" y="0"/>
            <a:ext cx="4685109" cy="768627"/>
            <a:chOff x="0" y="0"/>
            <a:chExt cx="4685107" cy="768626"/>
          </a:xfrm>
        </p:grpSpPr>
        <p:sp>
          <p:nvSpPr>
            <p:cNvPr id="725" name="Chevron 15"/>
            <p:cNvSpPr/>
            <p:nvPr/>
          </p:nvSpPr>
          <p:spPr>
            <a:xfrm>
              <a:off x="0" y="0"/>
              <a:ext cx="4685108" cy="768627"/>
            </a:xfrm>
            <a:prstGeom prst="chevron">
              <a:avLst>
                <a:gd name="adj" fmla="val 50000"/>
              </a:avLst>
            </a:prstGeom>
            <a:solidFill>
              <a:srgbClr val="FFFFFF"/>
            </a:solidFill>
            <a:ln w="12700" cap="flat">
              <a:noFill/>
              <a:miter lim="400000"/>
            </a:ln>
            <a:effectLst>
              <a:outerShdw blurRad="38100" dist="20000" dir="5400000" rotWithShape="0">
                <a:srgbClr val="000000">
                  <a:alpha val="38000"/>
                </a:srgbClr>
              </a:outerShdw>
            </a:effectLst>
          </p:spPr>
          <p:txBody>
            <a:bodyPr wrap="square" lIns="0" tIns="0" rIns="0" bIns="0" numCol="1" anchor="t">
              <a:noAutofit/>
            </a:bodyPr>
            <a:lstStyle/>
            <a:p>
              <a:endParaRPr/>
            </a:p>
          </p:txBody>
        </p:sp>
        <p:sp>
          <p:nvSpPr>
            <p:cNvPr id="726" name="Chevron 6"/>
            <p:cNvSpPr txBox="1"/>
            <p:nvPr/>
          </p:nvSpPr>
          <p:spPr>
            <a:xfrm>
              <a:off x="448320" y="206258"/>
              <a:ext cx="3548316" cy="35610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2003" tIns="32003" rIns="32003" bIns="32003" numCol="1" anchor="ctr">
              <a:spAutoFit/>
            </a:bodyPr>
            <a:lstStyle>
              <a:lvl1pPr algn="ctr" defTabSz="1066800">
                <a:lnSpc>
                  <a:spcPct val="90000"/>
                </a:lnSpc>
                <a:spcBef>
                  <a:spcPts val="700"/>
                </a:spcBef>
                <a:defRPr sz="1900"/>
              </a:lvl1pPr>
            </a:lstStyle>
            <a:p>
              <a:r>
                <a:t>Diagrammes de séquence</a:t>
              </a:r>
            </a:p>
          </p:txBody>
        </p:sp>
      </p:grpSp>
      <p:grpSp>
        <p:nvGrpSpPr>
          <p:cNvPr id="730" name="Groupe 12"/>
          <p:cNvGrpSpPr/>
          <p:nvPr/>
        </p:nvGrpSpPr>
        <p:grpSpPr>
          <a:xfrm>
            <a:off x="7501532" y="0"/>
            <a:ext cx="4685108" cy="768627"/>
            <a:chOff x="0" y="0"/>
            <a:chExt cx="4685107" cy="768626"/>
          </a:xfrm>
        </p:grpSpPr>
        <p:sp>
          <p:nvSpPr>
            <p:cNvPr id="728" name="Chevron 13"/>
            <p:cNvSpPr/>
            <p:nvPr/>
          </p:nvSpPr>
          <p:spPr>
            <a:xfrm>
              <a:off x="0" y="0"/>
              <a:ext cx="4685108" cy="768627"/>
            </a:xfrm>
            <a:prstGeom prst="chevron">
              <a:avLst>
                <a:gd name="adj" fmla="val 50000"/>
              </a:avLst>
            </a:prstGeom>
            <a:solidFill>
              <a:srgbClr val="E9041E"/>
            </a:solidFill>
            <a:ln w="12700" cap="flat">
              <a:noFill/>
              <a:miter lim="400000"/>
            </a:ln>
            <a:effectLst>
              <a:outerShdw blurRad="38100" dist="20000" dir="5400000" rotWithShape="0">
                <a:srgbClr val="000000">
                  <a:alpha val="38000"/>
                </a:srgbClr>
              </a:outerShdw>
            </a:effectLst>
          </p:spPr>
          <p:txBody>
            <a:bodyPr wrap="square" lIns="0" tIns="0" rIns="0" bIns="0" numCol="1" anchor="t">
              <a:noAutofit/>
            </a:bodyPr>
            <a:lstStyle/>
            <a:p>
              <a:endParaRPr/>
            </a:p>
          </p:txBody>
        </p:sp>
        <p:sp>
          <p:nvSpPr>
            <p:cNvPr id="729" name="Chevron 8"/>
            <p:cNvSpPr txBox="1"/>
            <p:nvPr/>
          </p:nvSpPr>
          <p:spPr>
            <a:xfrm>
              <a:off x="448320" y="193559"/>
              <a:ext cx="3852474" cy="38150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2003" tIns="32003" rIns="32003" bIns="32003" numCol="1" anchor="ctr">
              <a:spAutoFit/>
            </a:bodyPr>
            <a:lstStyle>
              <a:lvl1pPr algn="ctr" defTabSz="1066800">
                <a:lnSpc>
                  <a:spcPct val="90000"/>
                </a:lnSpc>
                <a:spcBef>
                  <a:spcPts val="700"/>
                </a:spcBef>
                <a:defRPr sz="2100" b="1">
                  <a:solidFill>
                    <a:srgbClr val="FFFFFF"/>
                  </a:solidFill>
                </a:defRPr>
              </a:lvl1pPr>
            </a:lstStyle>
            <a:p>
              <a:r>
                <a:t>Diagramme de classe</a:t>
              </a:r>
            </a:p>
          </p:txBody>
        </p:sp>
      </p:grpSp>
      <p:sp>
        <p:nvSpPr>
          <p:cNvPr id="732" name="Numéro de diapositive"/>
          <p:cNvSpPr txBox="1">
            <a:spLocks noGrp="1"/>
          </p:cNvSpPr>
          <p:nvPr>
            <p:ph type="sldNum" sz="quarter" idx="2"/>
          </p:nvPr>
        </p:nvSpPr>
        <p:spPr>
          <a:xfrm>
            <a:off x="11557217" y="6273094"/>
            <a:ext cx="372540" cy="383541"/>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lgn="ctr">
              <a:defRPr sz="1900"/>
            </a:lvl1pPr>
          </a:lstStyle>
          <a:p>
            <a:fld id="{86CB4B4D-7CA3-9044-876B-883B54F8677D}" type="slidenum">
              <a:rPr/>
              <a:t>25</a:t>
            </a:fld>
            <a:endParaRPr/>
          </a:p>
        </p:txBody>
      </p:sp>
      <p:pic>
        <p:nvPicPr>
          <p:cNvPr id="13" name="Picture 12">
            <a:extLst>
              <a:ext uri="{FF2B5EF4-FFF2-40B4-BE49-F238E27FC236}">
                <a16:creationId xmlns:a16="http://schemas.microsoft.com/office/drawing/2014/main" id="{FE77F5C3-0E63-7E45-8BED-A1FAC400A9D4}"/>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42481" y="974886"/>
            <a:ext cx="10714736" cy="5528655"/>
          </a:xfrm>
          <a:prstGeom prst="rect">
            <a:avLst/>
          </a:prstGeom>
          <a:noFill/>
          <a:ln>
            <a:noFill/>
          </a:ln>
        </p:spPr>
      </p:pic>
    </p:spTree>
    <p:extLst>
      <p:ext uri="{BB962C8B-B14F-4D97-AF65-F5344CB8AC3E}">
        <p14:creationId xmlns:p14="http://schemas.microsoft.com/office/powerpoint/2010/main" val="1597475777"/>
      </p:ext>
    </p:extLst>
  </p:cSld>
  <p:clrMapOvr>
    <a:masterClrMapping/>
  </p:clrMapOvr>
  <p:transition spd="slow">
    <p:comb/>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24" name="Groupe 10"/>
          <p:cNvGrpSpPr/>
          <p:nvPr/>
        </p:nvGrpSpPr>
        <p:grpSpPr>
          <a:xfrm>
            <a:off x="0" y="-1"/>
            <a:ext cx="4685108" cy="768628"/>
            <a:chOff x="0" y="0"/>
            <a:chExt cx="4685107" cy="768626"/>
          </a:xfrm>
        </p:grpSpPr>
        <p:sp>
          <p:nvSpPr>
            <p:cNvPr id="722" name="Pentagone 17"/>
            <p:cNvSpPr/>
            <p:nvPr/>
          </p:nvSpPr>
          <p:spPr>
            <a:xfrm>
              <a:off x="0" y="-1"/>
              <a:ext cx="4685108" cy="76862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9828" y="0"/>
                  </a:lnTo>
                  <a:lnTo>
                    <a:pt x="21600" y="10800"/>
                  </a:lnTo>
                  <a:lnTo>
                    <a:pt x="19828" y="21600"/>
                  </a:lnTo>
                  <a:lnTo>
                    <a:pt x="0" y="21600"/>
                  </a:lnTo>
                  <a:close/>
                </a:path>
              </a:pathLst>
            </a:custGeom>
            <a:solidFill>
              <a:srgbClr val="FFFFFF"/>
            </a:solidFill>
            <a:ln w="12700" cap="flat">
              <a:noFill/>
              <a:miter lim="400000"/>
            </a:ln>
            <a:effectLst>
              <a:outerShdw blurRad="38100" dist="20000" dir="5400000" rotWithShape="0">
                <a:srgbClr val="000000">
                  <a:alpha val="38000"/>
                </a:srgbClr>
              </a:outerShdw>
            </a:effectLst>
          </p:spPr>
          <p:txBody>
            <a:bodyPr wrap="square" lIns="0" tIns="0" rIns="0" bIns="0" numCol="1" anchor="t">
              <a:noAutofit/>
            </a:bodyPr>
            <a:lstStyle/>
            <a:p>
              <a:endParaRPr/>
            </a:p>
          </p:txBody>
        </p:sp>
        <p:sp>
          <p:nvSpPr>
            <p:cNvPr id="723" name="Pentagone 4"/>
            <p:cNvSpPr txBox="1"/>
            <p:nvPr/>
          </p:nvSpPr>
          <p:spPr>
            <a:xfrm>
              <a:off x="96012" y="206258"/>
              <a:ext cx="4073566" cy="35610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2003" tIns="32003" rIns="32003" bIns="32003" numCol="1" anchor="ctr">
              <a:spAutoFit/>
            </a:bodyPr>
            <a:lstStyle>
              <a:lvl1pPr algn="ctr" defTabSz="1066800">
                <a:lnSpc>
                  <a:spcPct val="90000"/>
                </a:lnSpc>
                <a:spcBef>
                  <a:spcPts val="700"/>
                </a:spcBef>
                <a:defRPr sz="1900"/>
              </a:lvl1pPr>
            </a:lstStyle>
            <a:p>
              <a:r>
                <a:t>Diagramme de cas d’utilisation</a:t>
              </a:r>
            </a:p>
          </p:txBody>
        </p:sp>
      </p:grpSp>
      <p:grpSp>
        <p:nvGrpSpPr>
          <p:cNvPr id="727" name="Groupe 11"/>
          <p:cNvGrpSpPr/>
          <p:nvPr/>
        </p:nvGrpSpPr>
        <p:grpSpPr>
          <a:xfrm>
            <a:off x="3832959" y="0"/>
            <a:ext cx="4685109" cy="768627"/>
            <a:chOff x="0" y="0"/>
            <a:chExt cx="4685107" cy="768626"/>
          </a:xfrm>
        </p:grpSpPr>
        <p:sp>
          <p:nvSpPr>
            <p:cNvPr id="725" name="Chevron 15"/>
            <p:cNvSpPr/>
            <p:nvPr/>
          </p:nvSpPr>
          <p:spPr>
            <a:xfrm>
              <a:off x="0" y="0"/>
              <a:ext cx="4685108" cy="768627"/>
            </a:xfrm>
            <a:prstGeom prst="chevron">
              <a:avLst>
                <a:gd name="adj" fmla="val 50000"/>
              </a:avLst>
            </a:prstGeom>
            <a:solidFill>
              <a:srgbClr val="FFFFFF"/>
            </a:solidFill>
            <a:ln w="12700" cap="flat">
              <a:noFill/>
              <a:miter lim="400000"/>
            </a:ln>
            <a:effectLst>
              <a:outerShdw blurRad="38100" dist="20000" dir="5400000" rotWithShape="0">
                <a:srgbClr val="000000">
                  <a:alpha val="38000"/>
                </a:srgbClr>
              </a:outerShdw>
            </a:effectLst>
          </p:spPr>
          <p:txBody>
            <a:bodyPr wrap="square" lIns="0" tIns="0" rIns="0" bIns="0" numCol="1" anchor="t">
              <a:noAutofit/>
            </a:bodyPr>
            <a:lstStyle/>
            <a:p>
              <a:endParaRPr/>
            </a:p>
          </p:txBody>
        </p:sp>
        <p:sp>
          <p:nvSpPr>
            <p:cNvPr id="726" name="Chevron 6"/>
            <p:cNvSpPr txBox="1"/>
            <p:nvPr/>
          </p:nvSpPr>
          <p:spPr>
            <a:xfrm>
              <a:off x="448320" y="206258"/>
              <a:ext cx="3548316" cy="35610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2003" tIns="32003" rIns="32003" bIns="32003" numCol="1" anchor="ctr">
              <a:spAutoFit/>
            </a:bodyPr>
            <a:lstStyle>
              <a:lvl1pPr algn="ctr" defTabSz="1066800">
                <a:lnSpc>
                  <a:spcPct val="90000"/>
                </a:lnSpc>
                <a:spcBef>
                  <a:spcPts val="700"/>
                </a:spcBef>
                <a:defRPr sz="1900"/>
              </a:lvl1pPr>
            </a:lstStyle>
            <a:p>
              <a:r>
                <a:t>Diagrammes de séquence</a:t>
              </a:r>
            </a:p>
          </p:txBody>
        </p:sp>
      </p:grpSp>
      <p:grpSp>
        <p:nvGrpSpPr>
          <p:cNvPr id="730" name="Groupe 12"/>
          <p:cNvGrpSpPr/>
          <p:nvPr/>
        </p:nvGrpSpPr>
        <p:grpSpPr>
          <a:xfrm>
            <a:off x="7501532" y="0"/>
            <a:ext cx="4685108" cy="768627"/>
            <a:chOff x="0" y="0"/>
            <a:chExt cx="4685107" cy="768626"/>
          </a:xfrm>
        </p:grpSpPr>
        <p:sp>
          <p:nvSpPr>
            <p:cNvPr id="728" name="Chevron 13"/>
            <p:cNvSpPr/>
            <p:nvPr/>
          </p:nvSpPr>
          <p:spPr>
            <a:xfrm>
              <a:off x="0" y="0"/>
              <a:ext cx="4685108" cy="768627"/>
            </a:xfrm>
            <a:prstGeom prst="chevron">
              <a:avLst>
                <a:gd name="adj" fmla="val 50000"/>
              </a:avLst>
            </a:prstGeom>
            <a:solidFill>
              <a:srgbClr val="E9041E"/>
            </a:solidFill>
            <a:ln w="12700" cap="flat">
              <a:noFill/>
              <a:miter lim="400000"/>
            </a:ln>
            <a:effectLst>
              <a:outerShdw blurRad="38100" dist="20000" dir="5400000" rotWithShape="0">
                <a:srgbClr val="000000">
                  <a:alpha val="38000"/>
                </a:srgbClr>
              </a:outerShdw>
            </a:effectLst>
          </p:spPr>
          <p:txBody>
            <a:bodyPr wrap="square" lIns="0" tIns="0" rIns="0" bIns="0" numCol="1" anchor="t">
              <a:noAutofit/>
            </a:bodyPr>
            <a:lstStyle/>
            <a:p>
              <a:endParaRPr/>
            </a:p>
          </p:txBody>
        </p:sp>
        <p:sp>
          <p:nvSpPr>
            <p:cNvPr id="729" name="Chevron 8"/>
            <p:cNvSpPr txBox="1"/>
            <p:nvPr/>
          </p:nvSpPr>
          <p:spPr>
            <a:xfrm>
              <a:off x="448320" y="193559"/>
              <a:ext cx="3852474" cy="38150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2003" tIns="32003" rIns="32003" bIns="32003" numCol="1" anchor="ctr">
              <a:spAutoFit/>
            </a:bodyPr>
            <a:lstStyle>
              <a:lvl1pPr algn="ctr" defTabSz="1066800">
                <a:lnSpc>
                  <a:spcPct val="90000"/>
                </a:lnSpc>
                <a:spcBef>
                  <a:spcPts val="700"/>
                </a:spcBef>
                <a:defRPr sz="2100" b="1">
                  <a:solidFill>
                    <a:srgbClr val="FFFFFF"/>
                  </a:solidFill>
                </a:defRPr>
              </a:lvl1pPr>
            </a:lstStyle>
            <a:p>
              <a:r>
                <a:t>Diagramme de classe</a:t>
              </a:r>
            </a:p>
          </p:txBody>
        </p:sp>
      </p:grpSp>
      <p:sp>
        <p:nvSpPr>
          <p:cNvPr id="732" name="Numéro de diapositive"/>
          <p:cNvSpPr txBox="1">
            <a:spLocks noGrp="1"/>
          </p:cNvSpPr>
          <p:nvPr>
            <p:ph type="sldNum" sz="quarter" idx="2"/>
          </p:nvPr>
        </p:nvSpPr>
        <p:spPr>
          <a:xfrm>
            <a:off x="11557217" y="6273094"/>
            <a:ext cx="372540" cy="383541"/>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lgn="ctr">
              <a:defRPr sz="1900"/>
            </a:lvl1pPr>
          </a:lstStyle>
          <a:p>
            <a:fld id="{86CB4B4D-7CA3-9044-876B-883B54F8677D}" type="slidenum">
              <a:rPr/>
              <a:t>26</a:t>
            </a:fld>
            <a:endParaRPr/>
          </a:p>
        </p:txBody>
      </p:sp>
      <p:pic>
        <p:nvPicPr>
          <p:cNvPr id="14" name="image38.png">
            <a:extLst>
              <a:ext uri="{FF2B5EF4-FFF2-40B4-BE49-F238E27FC236}">
                <a16:creationId xmlns:a16="http://schemas.microsoft.com/office/drawing/2014/main" id="{D8A9C22B-B36D-8A4F-B480-AB428F4A250B}"/>
              </a:ext>
            </a:extLst>
          </p:cNvPr>
          <p:cNvPicPr/>
          <p:nvPr/>
        </p:nvPicPr>
        <p:blipFill>
          <a:blip r:embed="rId3">
            <a:extLst>
              <a:ext uri="{28A0092B-C50C-407E-A947-70E740481C1C}">
                <a14:useLocalDpi xmlns:a14="http://schemas.microsoft.com/office/drawing/2010/main" val="0"/>
              </a:ext>
            </a:extLst>
          </a:blip>
          <a:stretch>
            <a:fillRect/>
          </a:stretch>
        </p:blipFill>
        <p:spPr>
          <a:xfrm>
            <a:off x="1215488" y="1272122"/>
            <a:ext cx="4548313" cy="4686889"/>
          </a:xfrm>
          <a:prstGeom prst="rect">
            <a:avLst/>
          </a:prstGeom>
          <a:ln/>
        </p:spPr>
      </p:pic>
      <p:pic>
        <p:nvPicPr>
          <p:cNvPr id="15" name="image45.png">
            <a:extLst>
              <a:ext uri="{FF2B5EF4-FFF2-40B4-BE49-F238E27FC236}">
                <a16:creationId xmlns:a16="http://schemas.microsoft.com/office/drawing/2014/main" id="{EFC05BFD-4A5B-E243-80AE-802C718CECB1}"/>
              </a:ext>
            </a:extLst>
          </p:cNvPr>
          <p:cNvPicPr/>
          <p:nvPr/>
        </p:nvPicPr>
        <p:blipFill>
          <a:blip r:embed="rId4"/>
          <a:srcRect b="9021"/>
          <a:stretch>
            <a:fillRect/>
          </a:stretch>
        </p:blipFill>
        <p:spPr>
          <a:xfrm>
            <a:off x="6205591" y="1078562"/>
            <a:ext cx="5476126" cy="5000972"/>
          </a:xfrm>
          <a:prstGeom prst="rect">
            <a:avLst/>
          </a:prstGeom>
          <a:ln/>
        </p:spPr>
      </p:pic>
    </p:spTree>
  </p:cSld>
  <p:clrMapOvr>
    <a:masterClrMapping/>
  </p:clrMapOvr>
  <p:transition spd="slow">
    <p:comb/>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Titre 1"/>
          <p:cNvSpPr txBox="1">
            <a:spLocks noGrp="1"/>
          </p:cNvSpPr>
          <p:nvPr>
            <p:ph type="title"/>
          </p:nvPr>
        </p:nvSpPr>
        <p:spPr>
          <a:xfrm>
            <a:off x="1344000" y="3347972"/>
            <a:ext cx="5505162" cy="1453343"/>
          </a:xfrm>
          <a:prstGeom prst="rect">
            <a:avLst/>
          </a:prstGeom>
        </p:spPr>
        <p:txBody>
          <a:bodyPr>
            <a:normAutofit fontScale="90000"/>
          </a:bodyPr>
          <a:lstStyle>
            <a:lvl1pPr>
              <a:lnSpc>
                <a:spcPct val="90000"/>
              </a:lnSpc>
            </a:lvl1pPr>
          </a:lstStyle>
          <a:p>
            <a:r>
              <a:rPr lang="fr-FR" dirty="0"/>
              <a:t>Déroulement détaillé du processus  D’authentification</a:t>
            </a:r>
            <a:endParaRPr dirty="0"/>
          </a:p>
        </p:txBody>
      </p:sp>
      <p:sp>
        <p:nvSpPr>
          <p:cNvPr id="737" name="Espace réservé du texte 2"/>
          <p:cNvSpPr txBox="1">
            <a:spLocks noGrp="1"/>
          </p:cNvSpPr>
          <p:nvPr>
            <p:ph type="body" sz="quarter" idx="1"/>
          </p:nvPr>
        </p:nvSpPr>
        <p:spPr>
          <a:xfrm>
            <a:off x="1344001" y="1769024"/>
            <a:ext cx="790282" cy="1218796"/>
          </a:xfrm>
          <a:prstGeom prst="rect">
            <a:avLst/>
          </a:prstGeom>
        </p:spPr>
        <p:txBody>
          <a:bodyPr/>
          <a:lstStyle>
            <a:lvl1pPr marL="832083" indent="-1050477" defTabSz="1109444">
              <a:defRPr sz="8008"/>
            </a:lvl1pPr>
          </a:lstStyle>
          <a:p>
            <a:r>
              <a:rPr lang="fr-FR"/>
              <a:t>5</a:t>
            </a:r>
            <a:endParaRPr/>
          </a:p>
        </p:txBody>
      </p:sp>
      <p:sp>
        <p:nvSpPr>
          <p:cNvPr id="738" name="Numéro de diapositive"/>
          <p:cNvSpPr txBox="1">
            <a:spLocks noGrp="1"/>
          </p:cNvSpPr>
          <p:nvPr>
            <p:ph type="sldNum" sz="quarter" idx="4294967295"/>
          </p:nvPr>
        </p:nvSpPr>
        <p:spPr>
          <a:xfrm>
            <a:off x="56242" y="81279"/>
            <a:ext cx="679519" cy="383541"/>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a:lstStyle>
            <a:lvl1pPr algn="ctr">
              <a:defRPr sz="1900">
                <a:solidFill>
                  <a:srgbClr val="414141"/>
                </a:solidFill>
              </a:defRPr>
            </a:lvl1pPr>
          </a:lstStyle>
          <a:p>
            <a:fld id="{86CB4B4D-7CA3-9044-876B-883B54F8677D}" type="slidenum">
              <a:rPr/>
              <a:t>27</a:t>
            </a:fld>
            <a:endParaRPr/>
          </a:p>
        </p:txBody>
      </p:sp>
      <p:pic>
        <p:nvPicPr>
          <p:cNvPr id="9" name="image9.png">
            <a:extLst>
              <a:ext uri="{FF2B5EF4-FFF2-40B4-BE49-F238E27FC236}">
                <a16:creationId xmlns:a16="http://schemas.microsoft.com/office/drawing/2014/main" id="{A7269984-30F0-7F40-A9F1-A8CC105815E8}"/>
              </a:ext>
            </a:extLst>
          </p:cNvPr>
          <p:cNvPicPr/>
          <p:nvPr/>
        </p:nvPicPr>
        <p:blipFill>
          <a:blip r:embed="rId3"/>
          <a:srcRect/>
          <a:stretch>
            <a:fillRect/>
          </a:stretch>
        </p:blipFill>
        <p:spPr>
          <a:xfrm>
            <a:off x="4096581" y="5621872"/>
            <a:ext cx="2709955" cy="1213620"/>
          </a:xfrm>
          <a:prstGeom prst="rect">
            <a:avLst/>
          </a:prstGeom>
          <a:ln/>
        </p:spPr>
      </p:pic>
    </p:spTree>
  </p:cSld>
  <p:clrMapOvr>
    <a:masterClrMapping/>
  </p:clrMapOvr>
  <mc:AlternateContent xmlns:mc="http://schemas.openxmlformats.org/markup-compatibility/2006" xmlns:p14="http://schemas.microsoft.com/office/powerpoint/2010/main">
    <mc:Choice Requires="p14">
      <p:transition spd="slow" p14:dur="1500">
        <p14:doors dir="vert"/>
      </p:transition>
    </mc:Choice>
    <mc:Fallback xmlns="" xmlns:m="http://schemas.openxmlformats.org/officeDocument/2006/math" xmlns:a14="http://schemas.microsoft.com/office/drawing/2010/main">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1" nodeType="afterEffect">
                                  <p:stCondLst>
                                    <p:cond delay="0"/>
                                  </p:stCondLst>
                                  <p:iterate>
                                    <p:tmAbs val="0"/>
                                  </p:iterate>
                                  <p:childTnLst>
                                    <p:set>
                                      <p:cBhvr>
                                        <p:cTn id="6" fill="hold"/>
                                        <p:tgtEl>
                                          <p:spTgt spid="737"/>
                                        </p:tgtEl>
                                        <p:attrNameLst>
                                          <p:attrName>style.visibility</p:attrName>
                                        </p:attrNameLst>
                                      </p:cBhvr>
                                      <p:to>
                                        <p:strVal val="visible"/>
                                      </p:to>
                                    </p:set>
                                    <p:anim calcmode="lin" valueType="num">
                                      <p:cBhvr>
                                        <p:cTn id="7" dur="1000" fill="hold"/>
                                        <p:tgtEl>
                                          <p:spTgt spid="737"/>
                                        </p:tgtEl>
                                        <p:attrNameLst>
                                          <p:attrName>ppt_x</p:attrName>
                                        </p:attrNameLst>
                                      </p:cBhvr>
                                      <p:tavLst>
                                        <p:tav tm="0">
                                          <p:val>
                                            <p:strVal val="0-#ppt_w/2"/>
                                          </p:val>
                                        </p:tav>
                                        <p:tav tm="100000">
                                          <p:val>
                                            <p:strVal val="#ppt_x"/>
                                          </p:val>
                                        </p:tav>
                                      </p:tavLst>
                                    </p:anim>
                                    <p:anim calcmode="lin" valueType="num">
                                      <p:cBhvr>
                                        <p:cTn id="8" dur="1000" fill="hold"/>
                                        <p:tgtEl>
                                          <p:spTgt spid="737"/>
                                        </p:tgtEl>
                                        <p:attrNameLst>
                                          <p:attrName>ppt_y</p:attrName>
                                        </p:attrNameLst>
                                      </p:cBhvr>
                                      <p:tavLst>
                                        <p:tav tm="0">
                                          <p:val>
                                            <p:strVal val="#ppt_y"/>
                                          </p:val>
                                        </p:tav>
                                        <p:tav tm="100000">
                                          <p:val>
                                            <p:strVal val="#ppt_y"/>
                                          </p:val>
                                        </p:tav>
                                      </p:tavLst>
                                    </p:anim>
                                  </p:childTnLst>
                                </p:cTn>
                              </p:par>
                              <p:par>
                                <p:cTn id="9" presetID="2" presetClass="entr" presetSubtype="8" fill="hold" grpId="2" nodeType="withEffect">
                                  <p:stCondLst>
                                    <p:cond delay="0"/>
                                  </p:stCondLst>
                                  <p:iterate>
                                    <p:tmAbs val="0"/>
                                  </p:iterate>
                                  <p:childTnLst>
                                    <p:set>
                                      <p:cBhvr>
                                        <p:cTn id="10" fill="hold"/>
                                        <p:tgtEl>
                                          <p:spTgt spid="736"/>
                                        </p:tgtEl>
                                        <p:attrNameLst>
                                          <p:attrName>style.visibility</p:attrName>
                                        </p:attrNameLst>
                                      </p:cBhvr>
                                      <p:to>
                                        <p:strVal val="visible"/>
                                      </p:to>
                                    </p:set>
                                    <p:anim calcmode="lin" valueType="num">
                                      <p:cBhvr>
                                        <p:cTn id="11" dur="1000" fill="hold"/>
                                        <p:tgtEl>
                                          <p:spTgt spid="736"/>
                                        </p:tgtEl>
                                        <p:attrNameLst>
                                          <p:attrName>ppt_x</p:attrName>
                                        </p:attrNameLst>
                                      </p:cBhvr>
                                      <p:tavLst>
                                        <p:tav tm="0">
                                          <p:val>
                                            <p:strVal val="0-#ppt_w/2"/>
                                          </p:val>
                                        </p:tav>
                                        <p:tav tm="100000">
                                          <p:val>
                                            <p:strVal val="#ppt_x"/>
                                          </p:val>
                                        </p:tav>
                                      </p:tavLst>
                                    </p:anim>
                                    <p:anim calcmode="lin" valueType="num">
                                      <p:cBhvr>
                                        <p:cTn id="12" dur="1000" fill="hold"/>
                                        <p:tgtEl>
                                          <p:spTgt spid="73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6" grpId="2" animBg="1" advAuto="0"/>
      <p:bldP spid="737" grpId="1" animBg="1" advAuto="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5" name="Rectangle 13"/>
          <p:cNvSpPr txBox="1"/>
          <p:nvPr/>
        </p:nvSpPr>
        <p:spPr>
          <a:xfrm>
            <a:off x="6017326" y="3244333"/>
            <a:ext cx="167654" cy="3506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a:latin typeface="Arial"/>
                <a:ea typeface="Arial"/>
                <a:cs typeface="Arial"/>
                <a:sym typeface="Arial"/>
              </a:defRPr>
            </a:lvl1pPr>
          </a:lstStyle>
          <a:p>
            <a:r>
              <a:t> </a:t>
            </a:r>
          </a:p>
        </p:txBody>
      </p:sp>
      <p:grpSp>
        <p:nvGrpSpPr>
          <p:cNvPr id="755" name="Diagramme 2"/>
          <p:cNvGrpSpPr/>
          <p:nvPr/>
        </p:nvGrpSpPr>
        <p:grpSpPr>
          <a:xfrm>
            <a:off x="-7343" y="-1"/>
            <a:ext cx="12181285" cy="768631"/>
            <a:chOff x="0" y="-1"/>
            <a:chExt cx="12181284" cy="768629"/>
          </a:xfrm>
        </p:grpSpPr>
        <p:grpSp>
          <p:nvGrpSpPr>
            <p:cNvPr id="748" name="Grouper"/>
            <p:cNvGrpSpPr/>
            <p:nvPr/>
          </p:nvGrpSpPr>
          <p:grpSpPr>
            <a:xfrm>
              <a:off x="0" y="-1"/>
              <a:ext cx="4685109" cy="768629"/>
              <a:chOff x="0" y="-1"/>
              <a:chExt cx="4685108" cy="768628"/>
            </a:xfrm>
          </p:grpSpPr>
          <p:sp>
            <p:nvSpPr>
              <p:cNvPr id="746" name="Figure"/>
              <p:cNvSpPr/>
              <p:nvPr/>
            </p:nvSpPr>
            <p:spPr>
              <a:xfrm>
                <a:off x="0" y="-1"/>
                <a:ext cx="4685108" cy="76862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9828" y="0"/>
                    </a:lnTo>
                    <a:lnTo>
                      <a:pt x="21600" y="10800"/>
                    </a:lnTo>
                    <a:lnTo>
                      <a:pt x="19828" y="21600"/>
                    </a:lnTo>
                    <a:lnTo>
                      <a:pt x="0" y="21600"/>
                    </a:lnTo>
                    <a:close/>
                  </a:path>
                </a:pathLst>
              </a:custGeom>
              <a:solidFill>
                <a:srgbClr val="E9041E"/>
              </a:solidFill>
              <a:ln w="12700" cap="flat">
                <a:noFill/>
                <a:miter lim="400000"/>
              </a:ln>
              <a:effectLst>
                <a:outerShdw blurRad="38100" dist="20000" dir="5400000" rotWithShape="0">
                  <a:srgbClr val="000000">
                    <a:alpha val="38000"/>
                  </a:srgbClr>
                </a:outerShdw>
              </a:effectLst>
            </p:spPr>
            <p:txBody>
              <a:bodyPr wrap="square" lIns="0" tIns="0" rIns="0" bIns="0" numCol="1" anchor="ctr">
                <a:noAutofit/>
              </a:bodyPr>
              <a:lstStyle/>
              <a:p>
                <a:pPr algn="ctr" defTabSz="800100">
                  <a:lnSpc>
                    <a:spcPct val="90000"/>
                  </a:lnSpc>
                  <a:spcBef>
                    <a:spcPts val="700"/>
                  </a:spcBef>
                </a:pPr>
                <a:endParaRPr/>
              </a:p>
            </p:txBody>
          </p:sp>
          <p:sp>
            <p:nvSpPr>
              <p:cNvPr id="747" name="Architecture Solution"/>
              <p:cNvSpPr txBox="1"/>
              <p:nvPr/>
            </p:nvSpPr>
            <p:spPr>
              <a:xfrm>
                <a:off x="72009" y="207728"/>
                <a:ext cx="4025704" cy="35317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4002" tIns="24002" rIns="24002" bIns="24002" numCol="1" anchor="ctr">
                <a:spAutoFit/>
              </a:bodyPr>
              <a:lstStyle>
                <a:lvl1pPr algn="ctr" defTabSz="800100">
                  <a:lnSpc>
                    <a:spcPct val="90000"/>
                  </a:lnSpc>
                  <a:spcBef>
                    <a:spcPts val="700"/>
                  </a:spcBef>
                  <a:defRPr sz="2200" b="1">
                    <a:solidFill>
                      <a:srgbClr val="FFFFFF"/>
                    </a:solidFill>
                  </a:defRPr>
                </a:lvl1pPr>
              </a:lstStyle>
              <a:p>
                <a:r>
                  <a:rPr lang="fr-FR" dirty="0"/>
                  <a:t>SG </a:t>
                </a:r>
                <a:r>
                  <a:rPr lang="fr-FR" dirty="0" err="1"/>
                  <a:t>Connect</a:t>
                </a:r>
                <a:endParaRPr dirty="0"/>
              </a:p>
            </p:txBody>
          </p:sp>
        </p:grpSp>
        <p:grpSp>
          <p:nvGrpSpPr>
            <p:cNvPr id="751" name="Grouper"/>
            <p:cNvGrpSpPr/>
            <p:nvPr/>
          </p:nvGrpSpPr>
          <p:grpSpPr>
            <a:xfrm>
              <a:off x="3748087" y="0"/>
              <a:ext cx="4685110" cy="768628"/>
              <a:chOff x="0" y="0"/>
              <a:chExt cx="4685108" cy="768627"/>
            </a:xfrm>
          </p:grpSpPr>
          <p:sp>
            <p:nvSpPr>
              <p:cNvPr id="749" name="Chevron"/>
              <p:cNvSpPr/>
              <p:nvPr/>
            </p:nvSpPr>
            <p:spPr>
              <a:xfrm>
                <a:off x="0" y="0"/>
                <a:ext cx="4685108" cy="768627"/>
              </a:xfrm>
              <a:prstGeom prst="chevron">
                <a:avLst>
                  <a:gd name="adj" fmla="val 50000"/>
                </a:avLst>
              </a:prstGeom>
              <a:solidFill>
                <a:srgbClr val="FFFFFF"/>
              </a:solidFill>
              <a:ln w="12700" cap="flat">
                <a:noFill/>
                <a:miter lim="400000"/>
              </a:ln>
              <a:effectLst>
                <a:outerShdw blurRad="38100" dist="20000" dir="5400000" rotWithShape="0">
                  <a:srgbClr val="000000">
                    <a:alpha val="38000"/>
                  </a:srgbClr>
                </a:outerShdw>
              </a:effectLst>
            </p:spPr>
            <p:txBody>
              <a:bodyPr wrap="square" lIns="0" tIns="0" rIns="0" bIns="0" numCol="1" anchor="ctr">
                <a:noAutofit/>
              </a:bodyPr>
              <a:lstStyle/>
              <a:p>
                <a:pPr algn="ctr" defTabSz="800100">
                  <a:lnSpc>
                    <a:spcPct val="90000"/>
                  </a:lnSpc>
                  <a:spcBef>
                    <a:spcPts val="700"/>
                  </a:spcBef>
                </a:pPr>
                <a:endParaRPr/>
              </a:p>
            </p:txBody>
          </p:sp>
          <p:sp>
            <p:nvSpPr>
              <p:cNvPr id="750" name="Architecture Front end"/>
              <p:cNvSpPr txBox="1"/>
              <p:nvPr/>
            </p:nvSpPr>
            <p:spPr>
              <a:xfrm>
                <a:off x="432318" y="221577"/>
                <a:ext cx="3713301" cy="32547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4002" tIns="24002" rIns="24002" bIns="24002" numCol="1" anchor="ctr">
                <a:spAutoFit/>
              </a:bodyPr>
              <a:lstStyle>
                <a:lvl1pPr algn="ctr" defTabSz="800100">
                  <a:lnSpc>
                    <a:spcPct val="90000"/>
                  </a:lnSpc>
                  <a:spcBef>
                    <a:spcPts val="700"/>
                  </a:spcBef>
                  <a:defRPr sz="2000"/>
                </a:lvl1pPr>
              </a:lstStyle>
              <a:p>
                <a:endParaRPr dirty="0"/>
              </a:p>
            </p:txBody>
          </p:sp>
        </p:grpSp>
        <p:grpSp>
          <p:nvGrpSpPr>
            <p:cNvPr id="754" name="Grouper"/>
            <p:cNvGrpSpPr/>
            <p:nvPr/>
          </p:nvGrpSpPr>
          <p:grpSpPr>
            <a:xfrm>
              <a:off x="7496175" y="0"/>
              <a:ext cx="4685109" cy="768628"/>
              <a:chOff x="0" y="0"/>
              <a:chExt cx="4685108" cy="768627"/>
            </a:xfrm>
          </p:grpSpPr>
          <p:sp>
            <p:nvSpPr>
              <p:cNvPr id="752" name="Chevron"/>
              <p:cNvSpPr/>
              <p:nvPr/>
            </p:nvSpPr>
            <p:spPr>
              <a:xfrm>
                <a:off x="0" y="0"/>
                <a:ext cx="4685108" cy="768627"/>
              </a:xfrm>
              <a:prstGeom prst="chevron">
                <a:avLst>
                  <a:gd name="adj" fmla="val 50000"/>
                </a:avLst>
              </a:prstGeom>
              <a:solidFill>
                <a:srgbClr val="FFFFFF"/>
              </a:solidFill>
              <a:ln w="12700" cap="flat">
                <a:noFill/>
                <a:miter lim="400000"/>
              </a:ln>
              <a:effectLst>
                <a:outerShdw blurRad="38100" dist="20000" dir="5400000" rotWithShape="0">
                  <a:srgbClr val="000000">
                    <a:alpha val="38000"/>
                  </a:srgbClr>
                </a:outerShdw>
              </a:effectLst>
            </p:spPr>
            <p:txBody>
              <a:bodyPr wrap="square" lIns="0" tIns="0" rIns="0" bIns="0" numCol="1" anchor="ctr">
                <a:noAutofit/>
              </a:bodyPr>
              <a:lstStyle/>
              <a:p>
                <a:pPr algn="ctr" defTabSz="800100">
                  <a:lnSpc>
                    <a:spcPct val="90000"/>
                  </a:lnSpc>
                  <a:spcBef>
                    <a:spcPts val="700"/>
                  </a:spcBef>
                </a:pPr>
                <a:endParaRPr/>
              </a:p>
            </p:txBody>
          </p:sp>
          <p:sp>
            <p:nvSpPr>
              <p:cNvPr id="753" name="Architecture Back end"/>
              <p:cNvSpPr txBox="1"/>
              <p:nvPr/>
            </p:nvSpPr>
            <p:spPr>
              <a:xfrm>
                <a:off x="432318" y="221577"/>
                <a:ext cx="3868477" cy="32547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4002" tIns="24002" rIns="24002" bIns="24002" numCol="1" anchor="ctr">
                <a:spAutoFit/>
              </a:bodyPr>
              <a:lstStyle>
                <a:lvl1pPr algn="ctr" defTabSz="800100">
                  <a:lnSpc>
                    <a:spcPct val="90000"/>
                  </a:lnSpc>
                  <a:spcBef>
                    <a:spcPts val="700"/>
                  </a:spcBef>
                  <a:defRPr sz="2000"/>
                </a:lvl1pPr>
              </a:lstStyle>
              <a:p>
                <a:endParaRPr dirty="0"/>
              </a:p>
            </p:txBody>
          </p:sp>
        </p:grpSp>
      </p:grpSp>
      <p:sp>
        <p:nvSpPr>
          <p:cNvPr id="757" name="Numéro de diapositive"/>
          <p:cNvSpPr txBox="1">
            <a:spLocks noGrp="1"/>
          </p:cNvSpPr>
          <p:nvPr>
            <p:ph type="sldNum" sz="quarter" idx="2"/>
          </p:nvPr>
        </p:nvSpPr>
        <p:spPr>
          <a:xfrm>
            <a:off x="11719073" y="6328064"/>
            <a:ext cx="372540" cy="383541"/>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lgn="ctr">
              <a:defRPr sz="1900"/>
            </a:lvl1pPr>
          </a:lstStyle>
          <a:p>
            <a:fld id="{86CB4B4D-7CA3-9044-876B-883B54F8677D}" type="slidenum">
              <a:rPr/>
              <a:t>28</a:t>
            </a:fld>
            <a:endParaRPr/>
          </a:p>
        </p:txBody>
      </p:sp>
      <p:pic>
        <p:nvPicPr>
          <p:cNvPr id="16" name="image31.png">
            <a:extLst>
              <a:ext uri="{FF2B5EF4-FFF2-40B4-BE49-F238E27FC236}">
                <a16:creationId xmlns:a16="http://schemas.microsoft.com/office/drawing/2014/main" id="{86D9237C-24A4-694B-A43E-07717706ED40}"/>
              </a:ext>
            </a:extLst>
          </p:cNvPr>
          <p:cNvPicPr/>
          <p:nvPr/>
        </p:nvPicPr>
        <p:blipFill>
          <a:blip r:embed="rId3"/>
          <a:srcRect/>
          <a:stretch>
            <a:fillRect/>
          </a:stretch>
        </p:blipFill>
        <p:spPr>
          <a:xfrm>
            <a:off x="945222" y="1202076"/>
            <a:ext cx="10161142" cy="4890499"/>
          </a:xfrm>
          <a:prstGeom prst="rect">
            <a:avLst/>
          </a:prstGeom>
          <a:ln/>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1" name="Rectangle 13"/>
          <p:cNvSpPr txBox="1"/>
          <p:nvPr/>
        </p:nvSpPr>
        <p:spPr>
          <a:xfrm>
            <a:off x="6017326" y="3244333"/>
            <a:ext cx="167654" cy="3506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a:latin typeface="Arial"/>
                <a:ea typeface="Arial"/>
                <a:cs typeface="Arial"/>
                <a:sym typeface="Arial"/>
              </a:defRPr>
            </a:lvl1pPr>
          </a:lstStyle>
          <a:p>
            <a:r>
              <a:t> </a:t>
            </a:r>
          </a:p>
        </p:txBody>
      </p:sp>
      <p:grpSp>
        <p:nvGrpSpPr>
          <p:cNvPr id="771" name="Diagramme 12"/>
          <p:cNvGrpSpPr/>
          <p:nvPr/>
        </p:nvGrpSpPr>
        <p:grpSpPr>
          <a:xfrm>
            <a:off x="-1" y="-14291"/>
            <a:ext cx="12186642" cy="768630"/>
            <a:chOff x="0" y="-1"/>
            <a:chExt cx="12186641" cy="768629"/>
          </a:xfrm>
        </p:grpSpPr>
        <p:grpSp>
          <p:nvGrpSpPr>
            <p:cNvPr id="764" name="Grouper"/>
            <p:cNvGrpSpPr/>
            <p:nvPr/>
          </p:nvGrpSpPr>
          <p:grpSpPr>
            <a:xfrm>
              <a:off x="0" y="-1"/>
              <a:ext cx="4685109" cy="768629"/>
              <a:chOff x="0" y="-1"/>
              <a:chExt cx="4685108" cy="768628"/>
            </a:xfrm>
          </p:grpSpPr>
          <p:sp>
            <p:nvSpPr>
              <p:cNvPr id="762" name="Figure"/>
              <p:cNvSpPr/>
              <p:nvPr/>
            </p:nvSpPr>
            <p:spPr>
              <a:xfrm>
                <a:off x="0" y="-1"/>
                <a:ext cx="4685108" cy="76862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9828" y="0"/>
                    </a:lnTo>
                    <a:lnTo>
                      <a:pt x="21600" y="10800"/>
                    </a:lnTo>
                    <a:lnTo>
                      <a:pt x="19828" y="21600"/>
                    </a:lnTo>
                    <a:lnTo>
                      <a:pt x="0" y="21600"/>
                    </a:lnTo>
                    <a:close/>
                  </a:path>
                </a:pathLst>
              </a:custGeom>
              <a:solidFill>
                <a:srgbClr val="FFFFFF"/>
              </a:solidFill>
              <a:ln w="12700" cap="flat">
                <a:noFill/>
                <a:miter lim="400000"/>
              </a:ln>
              <a:effectLst>
                <a:outerShdw blurRad="38100" dist="20000" dir="5400000" rotWithShape="0">
                  <a:srgbClr val="000000">
                    <a:alpha val="38000"/>
                  </a:srgbClr>
                </a:outerShdw>
              </a:effectLst>
            </p:spPr>
            <p:txBody>
              <a:bodyPr wrap="square" lIns="0" tIns="0" rIns="0" bIns="0" numCol="1" anchor="ctr">
                <a:noAutofit/>
              </a:bodyPr>
              <a:lstStyle/>
              <a:p>
                <a:pPr algn="ctr" defTabSz="800100">
                  <a:lnSpc>
                    <a:spcPct val="90000"/>
                  </a:lnSpc>
                  <a:spcBef>
                    <a:spcPts val="700"/>
                  </a:spcBef>
                </a:pPr>
                <a:endParaRPr/>
              </a:p>
            </p:txBody>
          </p:sp>
          <p:sp>
            <p:nvSpPr>
              <p:cNvPr id="763" name="Architecture Technique"/>
              <p:cNvSpPr txBox="1"/>
              <p:nvPr/>
            </p:nvSpPr>
            <p:spPr>
              <a:xfrm>
                <a:off x="72009" y="221577"/>
                <a:ext cx="4159912" cy="32547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4002" tIns="24002" rIns="24002" bIns="24002" numCol="1" anchor="ctr">
                <a:spAutoFit/>
              </a:bodyPr>
              <a:lstStyle>
                <a:lvl1pPr algn="ctr" defTabSz="800100">
                  <a:lnSpc>
                    <a:spcPct val="90000"/>
                  </a:lnSpc>
                  <a:spcBef>
                    <a:spcPts val="700"/>
                  </a:spcBef>
                  <a:defRPr sz="2000"/>
                </a:lvl1pPr>
              </a:lstStyle>
              <a:p>
                <a:r>
                  <a:rPr dirty="0"/>
                  <a:t>Architecture Technique</a:t>
                </a:r>
                <a:r>
                  <a:rPr lang="fr-FR" dirty="0"/>
                  <a:t> Génération</a:t>
                </a:r>
                <a:endParaRPr dirty="0"/>
              </a:p>
            </p:txBody>
          </p:sp>
        </p:grpSp>
        <p:grpSp>
          <p:nvGrpSpPr>
            <p:cNvPr id="767" name="Grouper"/>
            <p:cNvGrpSpPr/>
            <p:nvPr/>
          </p:nvGrpSpPr>
          <p:grpSpPr>
            <a:xfrm>
              <a:off x="3832959" y="0"/>
              <a:ext cx="4685110" cy="768628"/>
              <a:chOff x="0" y="0"/>
              <a:chExt cx="4685108" cy="768627"/>
            </a:xfrm>
          </p:grpSpPr>
          <p:sp>
            <p:nvSpPr>
              <p:cNvPr id="765" name="Chevron"/>
              <p:cNvSpPr/>
              <p:nvPr/>
            </p:nvSpPr>
            <p:spPr>
              <a:xfrm>
                <a:off x="0" y="0"/>
                <a:ext cx="4685108" cy="768627"/>
              </a:xfrm>
              <a:prstGeom prst="chevron">
                <a:avLst>
                  <a:gd name="adj" fmla="val 50000"/>
                </a:avLst>
              </a:prstGeom>
              <a:solidFill>
                <a:srgbClr val="E9041E"/>
              </a:solidFill>
              <a:ln w="12700" cap="flat">
                <a:noFill/>
                <a:miter lim="400000"/>
              </a:ln>
              <a:effectLst>
                <a:outerShdw blurRad="38100" dist="20000" dir="5400000" rotWithShape="0">
                  <a:srgbClr val="000000">
                    <a:alpha val="38000"/>
                  </a:srgbClr>
                </a:outerShdw>
              </a:effectLst>
            </p:spPr>
            <p:txBody>
              <a:bodyPr wrap="square" lIns="0" tIns="0" rIns="0" bIns="0" numCol="1" anchor="ctr">
                <a:noAutofit/>
              </a:bodyPr>
              <a:lstStyle/>
              <a:p>
                <a:pPr algn="ctr" defTabSz="800100">
                  <a:lnSpc>
                    <a:spcPct val="90000"/>
                  </a:lnSpc>
                  <a:spcBef>
                    <a:spcPts val="700"/>
                  </a:spcBef>
                </a:pPr>
                <a:endParaRPr/>
              </a:p>
            </p:txBody>
          </p:sp>
          <p:sp>
            <p:nvSpPr>
              <p:cNvPr id="766" name="Architecture Front end"/>
              <p:cNvSpPr txBox="1"/>
              <p:nvPr/>
            </p:nvSpPr>
            <p:spPr>
              <a:xfrm>
                <a:off x="432318" y="214653"/>
                <a:ext cx="3561756" cy="33932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4002" tIns="24002" rIns="24002" bIns="24002" numCol="1" anchor="ctr">
                <a:spAutoFit/>
              </a:bodyPr>
              <a:lstStyle>
                <a:lvl1pPr algn="ctr" defTabSz="800100">
                  <a:lnSpc>
                    <a:spcPct val="90000"/>
                  </a:lnSpc>
                  <a:spcBef>
                    <a:spcPts val="700"/>
                  </a:spcBef>
                  <a:defRPr sz="2100" b="1">
                    <a:solidFill>
                      <a:srgbClr val="FFFFFF"/>
                    </a:solidFill>
                  </a:defRPr>
                </a:lvl1pPr>
              </a:lstStyle>
              <a:p>
                <a:endParaRPr dirty="0"/>
              </a:p>
            </p:txBody>
          </p:sp>
        </p:grpSp>
        <p:grpSp>
          <p:nvGrpSpPr>
            <p:cNvPr id="770" name="Grouper"/>
            <p:cNvGrpSpPr/>
            <p:nvPr/>
          </p:nvGrpSpPr>
          <p:grpSpPr>
            <a:xfrm>
              <a:off x="7501532" y="0"/>
              <a:ext cx="4685109" cy="768628"/>
              <a:chOff x="0" y="0"/>
              <a:chExt cx="4685108" cy="768627"/>
            </a:xfrm>
          </p:grpSpPr>
          <p:sp>
            <p:nvSpPr>
              <p:cNvPr id="768" name="Chevron"/>
              <p:cNvSpPr/>
              <p:nvPr/>
            </p:nvSpPr>
            <p:spPr>
              <a:xfrm>
                <a:off x="0" y="0"/>
                <a:ext cx="4685108" cy="768627"/>
              </a:xfrm>
              <a:prstGeom prst="chevron">
                <a:avLst>
                  <a:gd name="adj" fmla="val 50000"/>
                </a:avLst>
              </a:prstGeom>
              <a:solidFill>
                <a:srgbClr val="FFFFFF"/>
              </a:solidFill>
              <a:ln w="12700" cap="flat">
                <a:noFill/>
                <a:miter lim="400000"/>
              </a:ln>
              <a:effectLst>
                <a:outerShdw blurRad="38100" dist="20000" dir="5400000" rotWithShape="0">
                  <a:srgbClr val="000000">
                    <a:alpha val="38000"/>
                  </a:srgbClr>
                </a:outerShdw>
              </a:effectLst>
            </p:spPr>
            <p:txBody>
              <a:bodyPr wrap="square" lIns="0" tIns="0" rIns="0" bIns="0" numCol="1" anchor="ctr">
                <a:noAutofit/>
              </a:bodyPr>
              <a:lstStyle/>
              <a:p>
                <a:pPr algn="ctr" defTabSz="800100">
                  <a:lnSpc>
                    <a:spcPct val="90000"/>
                  </a:lnSpc>
                  <a:spcBef>
                    <a:spcPts val="700"/>
                  </a:spcBef>
                </a:pPr>
                <a:endParaRPr/>
              </a:p>
            </p:txBody>
          </p:sp>
          <p:sp>
            <p:nvSpPr>
              <p:cNvPr id="769" name="Architecture Back end"/>
              <p:cNvSpPr txBox="1"/>
              <p:nvPr/>
            </p:nvSpPr>
            <p:spPr>
              <a:xfrm>
                <a:off x="432318" y="221577"/>
                <a:ext cx="3868477" cy="32547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4002" tIns="24002" rIns="24002" bIns="24002" numCol="1" anchor="ctr">
                <a:spAutoFit/>
              </a:bodyPr>
              <a:lstStyle>
                <a:lvl1pPr algn="ctr" defTabSz="800100">
                  <a:lnSpc>
                    <a:spcPct val="90000"/>
                  </a:lnSpc>
                  <a:spcBef>
                    <a:spcPts val="700"/>
                  </a:spcBef>
                  <a:defRPr sz="2000"/>
                </a:lvl1pPr>
              </a:lstStyle>
              <a:p>
                <a:endParaRPr dirty="0"/>
              </a:p>
            </p:txBody>
          </p:sp>
        </p:grpSp>
      </p:grpSp>
      <p:sp>
        <p:nvSpPr>
          <p:cNvPr id="773" name="Numéro de diapositive"/>
          <p:cNvSpPr txBox="1">
            <a:spLocks noGrp="1"/>
          </p:cNvSpPr>
          <p:nvPr>
            <p:ph type="sldNum" sz="quarter" idx="2"/>
          </p:nvPr>
        </p:nvSpPr>
        <p:spPr>
          <a:xfrm>
            <a:off x="11704174" y="6371065"/>
            <a:ext cx="372540" cy="383541"/>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lgn="ctr">
              <a:defRPr sz="1900"/>
            </a:lvl1pPr>
          </a:lstStyle>
          <a:p>
            <a:fld id="{86CB4B4D-7CA3-9044-876B-883B54F8677D}" type="slidenum">
              <a:rPr/>
              <a:t>29</a:t>
            </a:fld>
            <a:endParaRPr/>
          </a:p>
        </p:txBody>
      </p:sp>
      <p:pic>
        <p:nvPicPr>
          <p:cNvPr id="15" name="Image 1">
            <a:extLst>
              <a:ext uri="{FF2B5EF4-FFF2-40B4-BE49-F238E27FC236}">
                <a16:creationId xmlns:a16="http://schemas.microsoft.com/office/drawing/2014/main" id="{4E8B3900-BDE7-0F48-8B50-BA06D6029701}"/>
              </a:ext>
            </a:extLst>
          </p:cNvPr>
          <p:cNvPicPr/>
          <p:nvPr/>
        </p:nvPicPr>
        <p:blipFill rotWithShape="1">
          <a:blip r:embed="rId3"/>
          <a:srcRect r="13374" b="1507"/>
          <a:stretch/>
        </p:blipFill>
        <p:spPr bwMode="auto">
          <a:xfrm>
            <a:off x="1941817" y="1036603"/>
            <a:ext cx="8733034" cy="5164904"/>
          </a:xfrm>
          <a:prstGeom prst="rect">
            <a:avLst/>
          </a:prstGeom>
          <a:ln>
            <a:noFill/>
          </a:ln>
          <a:extLst>
            <a:ext uri="{53640926-AAD7-44D8-BBD7-CCE9431645EC}">
              <a14:shadowObscured xmlns:a14="http://schemas.microsoft.com/office/drawing/2010/main"/>
            </a:ext>
          </a:extLst>
        </p:spPr>
      </p:pic>
    </p:spTree>
  </p:cSld>
  <p:clrMapOvr>
    <a:masterClrMapping/>
  </p:clrMapOvr>
  <p:transition spd="slow">
    <p:comb/>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60" name="Rectangle 5"/>
          <p:cNvGrpSpPr/>
          <p:nvPr/>
        </p:nvGrpSpPr>
        <p:grpSpPr>
          <a:xfrm>
            <a:off x="4775796" y="1090419"/>
            <a:ext cx="3822972" cy="4891194"/>
            <a:chOff x="0" y="0"/>
            <a:chExt cx="3822971" cy="4891192"/>
          </a:xfrm>
        </p:grpSpPr>
        <p:sp>
          <p:nvSpPr>
            <p:cNvPr id="858" name="Rectangle"/>
            <p:cNvSpPr/>
            <p:nvPr/>
          </p:nvSpPr>
          <p:spPr>
            <a:xfrm>
              <a:off x="-1" y="0"/>
              <a:ext cx="3822973" cy="4891193"/>
            </a:xfrm>
            <a:prstGeom prst="rect">
              <a:avLst/>
            </a:prstGeom>
            <a:noFill/>
            <a:ln w="9525" cap="flat">
              <a:solidFill>
                <a:srgbClr val="808080"/>
              </a:solidFill>
              <a:prstDash val="solid"/>
              <a:round/>
            </a:ln>
            <a:effectLst/>
          </p:spPr>
          <p:txBody>
            <a:bodyPr wrap="square" lIns="0" tIns="0" rIns="0" bIns="0" numCol="1" anchor="t">
              <a:noAutofit/>
            </a:bodyPr>
            <a:lstStyle/>
            <a:p>
              <a:pPr algn="ctr">
                <a:spcBef>
                  <a:spcPts val="1600"/>
                </a:spcBef>
              </a:pPr>
              <a:endParaRPr/>
            </a:p>
          </p:txBody>
        </p:sp>
        <p:sp>
          <p:nvSpPr>
            <p:cNvPr id="859" name="Back End"/>
            <p:cNvSpPr txBox="1"/>
            <p:nvPr/>
          </p:nvSpPr>
          <p:spPr>
            <a:xfrm>
              <a:off x="6794" y="4762"/>
              <a:ext cx="3809383" cy="4079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96000" tIns="96000" rIns="96000" bIns="96000" numCol="1" anchor="t">
              <a:noAutofit/>
            </a:bodyPr>
            <a:lstStyle>
              <a:lvl1pPr algn="ctr">
                <a:spcBef>
                  <a:spcPts val="1600"/>
                </a:spcBef>
                <a:defRPr sz="1400" b="1">
                  <a:latin typeface="Montserrat ExtraBold"/>
                  <a:ea typeface="Montserrat ExtraBold"/>
                  <a:cs typeface="Montserrat ExtraBold"/>
                  <a:sym typeface="Montserrat ExtraBold"/>
                </a:defRPr>
              </a:lvl1pPr>
            </a:lstStyle>
            <a:p>
              <a:r>
                <a:t>Back End</a:t>
              </a:r>
            </a:p>
          </p:txBody>
        </p:sp>
      </p:grpSp>
      <p:grpSp>
        <p:nvGrpSpPr>
          <p:cNvPr id="863" name="Rectangle 6"/>
          <p:cNvGrpSpPr/>
          <p:nvPr/>
        </p:nvGrpSpPr>
        <p:grpSpPr>
          <a:xfrm>
            <a:off x="699755" y="1090419"/>
            <a:ext cx="3822972" cy="4891194"/>
            <a:chOff x="0" y="0"/>
            <a:chExt cx="3822971" cy="4891192"/>
          </a:xfrm>
        </p:grpSpPr>
        <p:sp>
          <p:nvSpPr>
            <p:cNvPr id="861" name="Rectangle"/>
            <p:cNvSpPr/>
            <p:nvPr/>
          </p:nvSpPr>
          <p:spPr>
            <a:xfrm>
              <a:off x="-1" y="0"/>
              <a:ext cx="3822973" cy="4891193"/>
            </a:xfrm>
            <a:prstGeom prst="rect">
              <a:avLst/>
            </a:prstGeom>
            <a:noFill/>
            <a:ln w="9525" cap="flat">
              <a:solidFill>
                <a:srgbClr val="808080"/>
              </a:solidFill>
              <a:prstDash val="solid"/>
              <a:round/>
            </a:ln>
            <a:effectLst/>
          </p:spPr>
          <p:txBody>
            <a:bodyPr wrap="square" lIns="0" tIns="0" rIns="0" bIns="0" numCol="1" anchor="t">
              <a:noAutofit/>
            </a:bodyPr>
            <a:lstStyle/>
            <a:p>
              <a:pPr algn="ctr">
                <a:spcBef>
                  <a:spcPts val="1600"/>
                </a:spcBef>
              </a:pPr>
              <a:endParaRPr/>
            </a:p>
          </p:txBody>
        </p:sp>
        <p:sp>
          <p:nvSpPr>
            <p:cNvPr id="862" name="Front End"/>
            <p:cNvSpPr txBox="1"/>
            <p:nvPr/>
          </p:nvSpPr>
          <p:spPr>
            <a:xfrm>
              <a:off x="7117" y="4762"/>
              <a:ext cx="3808736" cy="4079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96000" tIns="96000" rIns="96000" bIns="96000" numCol="1" anchor="t">
              <a:noAutofit/>
            </a:bodyPr>
            <a:lstStyle>
              <a:lvl1pPr algn="ctr">
                <a:spcBef>
                  <a:spcPts val="1600"/>
                </a:spcBef>
                <a:defRPr sz="1400" b="1">
                  <a:latin typeface="Montserrat ExtraBold"/>
                  <a:ea typeface="Montserrat ExtraBold"/>
                  <a:cs typeface="Montserrat ExtraBold"/>
                  <a:sym typeface="Montserrat ExtraBold"/>
                </a:defRPr>
              </a:lvl1pPr>
            </a:lstStyle>
            <a:p>
              <a:r>
                <a:t>Front End</a:t>
              </a:r>
            </a:p>
          </p:txBody>
        </p:sp>
      </p:grpSp>
      <p:sp>
        <p:nvSpPr>
          <p:cNvPr id="864" name="Title 9"/>
          <p:cNvSpPr txBox="1"/>
          <p:nvPr/>
        </p:nvSpPr>
        <p:spPr>
          <a:xfrm>
            <a:off x="430741" y="325090"/>
            <a:ext cx="11330518" cy="431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b">
            <a:spAutoFit/>
          </a:bodyPr>
          <a:lstStyle>
            <a:lvl1pPr algn="ctr">
              <a:defRPr sz="2800" cap="all">
                <a:solidFill>
                  <a:srgbClr val="E9041E"/>
                </a:solidFill>
                <a:latin typeface="Montserrat ExtraBold"/>
                <a:ea typeface="Montserrat ExtraBold"/>
                <a:cs typeface="Montserrat ExtraBold"/>
                <a:sym typeface="Montserrat ExtraBold"/>
              </a:defRPr>
            </a:lvl1pPr>
          </a:lstStyle>
          <a:p>
            <a:r>
              <a:t>Environnement de développement</a:t>
            </a:r>
          </a:p>
        </p:txBody>
      </p:sp>
      <p:pic>
        <p:nvPicPr>
          <p:cNvPr id="865" name="Image 10" descr="Image 10"/>
          <p:cNvPicPr>
            <a:picLocks noChangeAspect="1"/>
          </p:cNvPicPr>
          <p:nvPr/>
        </p:nvPicPr>
        <p:blipFill>
          <a:blip r:embed="rId3"/>
          <a:stretch>
            <a:fillRect/>
          </a:stretch>
        </p:blipFill>
        <p:spPr>
          <a:xfrm>
            <a:off x="1177055" y="1673093"/>
            <a:ext cx="903653" cy="303531"/>
          </a:xfrm>
          <a:prstGeom prst="rect">
            <a:avLst/>
          </a:prstGeom>
          <a:ln w="12700">
            <a:miter lim="400000"/>
          </a:ln>
        </p:spPr>
      </p:pic>
      <p:pic>
        <p:nvPicPr>
          <p:cNvPr id="867" name="Image 22" descr="Image 22"/>
          <p:cNvPicPr>
            <a:picLocks noChangeAspect="1"/>
          </p:cNvPicPr>
          <p:nvPr/>
        </p:nvPicPr>
        <p:blipFill>
          <a:blip r:embed="rId4"/>
          <a:stretch>
            <a:fillRect/>
          </a:stretch>
        </p:blipFill>
        <p:spPr>
          <a:xfrm>
            <a:off x="3007298" y="4108669"/>
            <a:ext cx="1052833" cy="644246"/>
          </a:xfrm>
          <a:prstGeom prst="rect">
            <a:avLst/>
          </a:prstGeom>
          <a:ln w="12700">
            <a:miter lim="400000"/>
          </a:ln>
        </p:spPr>
      </p:pic>
      <p:pic>
        <p:nvPicPr>
          <p:cNvPr id="869" name="Image 32" descr="Image 32"/>
          <p:cNvPicPr>
            <a:picLocks noChangeAspect="1"/>
          </p:cNvPicPr>
          <p:nvPr/>
        </p:nvPicPr>
        <p:blipFill>
          <a:blip r:embed="rId5"/>
          <a:stretch>
            <a:fillRect/>
          </a:stretch>
        </p:blipFill>
        <p:spPr>
          <a:xfrm>
            <a:off x="2939722" y="1887353"/>
            <a:ext cx="723991" cy="183441"/>
          </a:xfrm>
          <a:prstGeom prst="rect">
            <a:avLst/>
          </a:prstGeom>
          <a:ln w="12700">
            <a:miter lim="400000"/>
          </a:ln>
        </p:spPr>
      </p:pic>
      <p:pic>
        <p:nvPicPr>
          <p:cNvPr id="871" name="Image 38" descr="Image 38"/>
          <p:cNvPicPr>
            <a:picLocks noChangeAspect="1"/>
          </p:cNvPicPr>
          <p:nvPr/>
        </p:nvPicPr>
        <p:blipFill>
          <a:blip r:embed="rId6"/>
          <a:stretch>
            <a:fillRect/>
          </a:stretch>
        </p:blipFill>
        <p:spPr>
          <a:xfrm>
            <a:off x="861498" y="4627331"/>
            <a:ext cx="1219210" cy="546710"/>
          </a:xfrm>
          <a:prstGeom prst="rect">
            <a:avLst/>
          </a:prstGeom>
          <a:ln w="12700">
            <a:miter lim="400000"/>
          </a:ln>
        </p:spPr>
      </p:pic>
      <p:pic>
        <p:nvPicPr>
          <p:cNvPr id="872" name="Image 41" descr="Image 41"/>
          <p:cNvPicPr>
            <a:picLocks noChangeAspect="1"/>
          </p:cNvPicPr>
          <p:nvPr/>
        </p:nvPicPr>
        <p:blipFill>
          <a:blip r:embed="rId7"/>
          <a:stretch>
            <a:fillRect/>
          </a:stretch>
        </p:blipFill>
        <p:spPr>
          <a:xfrm>
            <a:off x="6614569" y="1579748"/>
            <a:ext cx="1227134" cy="644246"/>
          </a:xfrm>
          <a:prstGeom prst="rect">
            <a:avLst/>
          </a:prstGeom>
          <a:ln w="12700">
            <a:miter lim="400000"/>
          </a:ln>
        </p:spPr>
      </p:pic>
      <p:pic>
        <p:nvPicPr>
          <p:cNvPr id="874" name="Image 43" descr="Image 43"/>
          <p:cNvPicPr>
            <a:picLocks noChangeAspect="1"/>
          </p:cNvPicPr>
          <p:nvPr/>
        </p:nvPicPr>
        <p:blipFill>
          <a:blip r:embed="rId8"/>
          <a:stretch>
            <a:fillRect/>
          </a:stretch>
        </p:blipFill>
        <p:spPr>
          <a:xfrm>
            <a:off x="1939649" y="3058369"/>
            <a:ext cx="497429" cy="497429"/>
          </a:xfrm>
          <a:prstGeom prst="rect">
            <a:avLst/>
          </a:prstGeom>
          <a:ln w="12700">
            <a:miter lim="400000"/>
          </a:ln>
        </p:spPr>
      </p:pic>
      <p:pic>
        <p:nvPicPr>
          <p:cNvPr id="875" name="Image 45" descr="Image 45"/>
          <p:cNvPicPr>
            <a:picLocks noChangeAspect="1"/>
          </p:cNvPicPr>
          <p:nvPr/>
        </p:nvPicPr>
        <p:blipFill>
          <a:blip r:embed="rId9"/>
          <a:stretch>
            <a:fillRect/>
          </a:stretch>
        </p:blipFill>
        <p:spPr>
          <a:xfrm>
            <a:off x="5191424" y="2095238"/>
            <a:ext cx="1036610" cy="442202"/>
          </a:xfrm>
          <a:prstGeom prst="rect">
            <a:avLst/>
          </a:prstGeom>
          <a:ln w="12700">
            <a:miter lim="400000"/>
          </a:ln>
        </p:spPr>
      </p:pic>
      <p:pic>
        <p:nvPicPr>
          <p:cNvPr id="877" name="Image 50" descr="Image 50"/>
          <p:cNvPicPr>
            <a:picLocks noChangeAspect="1"/>
          </p:cNvPicPr>
          <p:nvPr/>
        </p:nvPicPr>
        <p:blipFill>
          <a:blip r:embed="rId10"/>
          <a:stretch>
            <a:fillRect/>
          </a:stretch>
        </p:blipFill>
        <p:spPr>
          <a:xfrm>
            <a:off x="5268871" y="2759896"/>
            <a:ext cx="1580456" cy="828059"/>
          </a:xfrm>
          <a:prstGeom prst="rect">
            <a:avLst/>
          </a:prstGeom>
          <a:ln w="12700">
            <a:miter lim="400000"/>
          </a:ln>
        </p:spPr>
      </p:pic>
      <p:pic>
        <p:nvPicPr>
          <p:cNvPr id="878" name="Image 51" descr="Image 51"/>
          <p:cNvPicPr>
            <a:picLocks noChangeAspect="1"/>
          </p:cNvPicPr>
          <p:nvPr/>
        </p:nvPicPr>
        <p:blipFill>
          <a:blip r:embed="rId11"/>
          <a:stretch>
            <a:fillRect/>
          </a:stretch>
        </p:blipFill>
        <p:spPr>
          <a:xfrm>
            <a:off x="6896732" y="2759896"/>
            <a:ext cx="1702036" cy="596861"/>
          </a:xfrm>
          <a:prstGeom prst="rect">
            <a:avLst/>
          </a:prstGeom>
          <a:ln w="12700">
            <a:miter lim="400000"/>
          </a:ln>
        </p:spPr>
      </p:pic>
      <p:pic>
        <p:nvPicPr>
          <p:cNvPr id="879" name="Image 52" descr="Image 52"/>
          <p:cNvPicPr>
            <a:picLocks noChangeAspect="1"/>
          </p:cNvPicPr>
          <p:nvPr/>
        </p:nvPicPr>
        <p:blipFill>
          <a:blip r:embed="rId12"/>
          <a:stretch>
            <a:fillRect/>
          </a:stretch>
        </p:blipFill>
        <p:spPr>
          <a:xfrm>
            <a:off x="5146360" y="3699182"/>
            <a:ext cx="1329954" cy="442202"/>
          </a:xfrm>
          <a:prstGeom prst="rect">
            <a:avLst/>
          </a:prstGeom>
          <a:ln w="12700">
            <a:miter lim="400000"/>
          </a:ln>
        </p:spPr>
      </p:pic>
      <p:pic>
        <p:nvPicPr>
          <p:cNvPr id="880" name="Image 58" descr="Image 58"/>
          <p:cNvPicPr>
            <a:picLocks noChangeAspect="1"/>
          </p:cNvPicPr>
          <p:nvPr/>
        </p:nvPicPr>
        <p:blipFill>
          <a:blip r:embed="rId13"/>
          <a:stretch>
            <a:fillRect/>
          </a:stretch>
        </p:blipFill>
        <p:spPr>
          <a:xfrm>
            <a:off x="5344395" y="4539448"/>
            <a:ext cx="611391" cy="611391"/>
          </a:xfrm>
          <a:prstGeom prst="rect">
            <a:avLst/>
          </a:prstGeom>
          <a:ln w="12700">
            <a:miter lim="400000"/>
          </a:ln>
        </p:spPr>
      </p:pic>
      <p:pic>
        <p:nvPicPr>
          <p:cNvPr id="881" name="Image 59" descr="Image 59"/>
          <p:cNvPicPr>
            <a:picLocks noChangeAspect="1"/>
          </p:cNvPicPr>
          <p:nvPr/>
        </p:nvPicPr>
        <p:blipFill>
          <a:blip r:embed="rId14"/>
          <a:stretch>
            <a:fillRect/>
          </a:stretch>
        </p:blipFill>
        <p:spPr>
          <a:xfrm>
            <a:off x="6582824" y="4466787"/>
            <a:ext cx="1429696" cy="433899"/>
          </a:xfrm>
          <a:prstGeom prst="rect">
            <a:avLst/>
          </a:prstGeom>
          <a:ln w="12700">
            <a:miter lim="400000"/>
          </a:ln>
        </p:spPr>
      </p:pic>
      <p:pic>
        <p:nvPicPr>
          <p:cNvPr id="882" name="Image 60" descr="Image 60"/>
          <p:cNvPicPr>
            <a:picLocks noChangeAspect="1"/>
          </p:cNvPicPr>
          <p:nvPr/>
        </p:nvPicPr>
        <p:blipFill>
          <a:blip r:embed="rId15"/>
          <a:stretch>
            <a:fillRect/>
          </a:stretch>
        </p:blipFill>
        <p:spPr>
          <a:xfrm>
            <a:off x="6189402" y="5025451"/>
            <a:ext cx="1591430" cy="994644"/>
          </a:xfrm>
          <a:prstGeom prst="rect">
            <a:avLst/>
          </a:prstGeom>
          <a:ln w="12700">
            <a:miter lim="400000"/>
          </a:ln>
        </p:spPr>
      </p:pic>
      <p:pic>
        <p:nvPicPr>
          <p:cNvPr id="883" name="Picture 6" descr="Picture 6"/>
          <p:cNvPicPr>
            <a:picLocks noChangeAspect="1"/>
          </p:cNvPicPr>
          <p:nvPr/>
        </p:nvPicPr>
        <p:blipFill>
          <a:blip r:embed="rId16"/>
          <a:stretch>
            <a:fillRect/>
          </a:stretch>
        </p:blipFill>
        <p:spPr>
          <a:xfrm>
            <a:off x="7309839" y="3892658"/>
            <a:ext cx="1081110" cy="316925"/>
          </a:xfrm>
          <a:prstGeom prst="rect">
            <a:avLst/>
          </a:prstGeom>
          <a:ln w="12700">
            <a:miter lim="400000"/>
          </a:ln>
        </p:spPr>
      </p:pic>
      <p:grpSp>
        <p:nvGrpSpPr>
          <p:cNvPr id="886" name="Rectangle 1"/>
          <p:cNvGrpSpPr/>
          <p:nvPr/>
        </p:nvGrpSpPr>
        <p:grpSpPr>
          <a:xfrm>
            <a:off x="8851837" y="1090419"/>
            <a:ext cx="2710280" cy="4891194"/>
            <a:chOff x="0" y="0"/>
            <a:chExt cx="2710279" cy="4891192"/>
          </a:xfrm>
        </p:grpSpPr>
        <p:sp>
          <p:nvSpPr>
            <p:cNvPr id="884" name="Rectangle"/>
            <p:cNvSpPr/>
            <p:nvPr/>
          </p:nvSpPr>
          <p:spPr>
            <a:xfrm>
              <a:off x="0" y="0"/>
              <a:ext cx="2710280" cy="4891193"/>
            </a:xfrm>
            <a:prstGeom prst="rect">
              <a:avLst/>
            </a:prstGeom>
            <a:noFill/>
            <a:ln w="9525" cap="flat">
              <a:solidFill>
                <a:srgbClr val="808080"/>
              </a:solidFill>
              <a:prstDash val="solid"/>
              <a:round/>
            </a:ln>
            <a:effectLst/>
          </p:spPr>
          <p:txBody>
            <a:bodyPr wrap="square" lIns="0" tIns="0" rIns="0" bIns="0" numCol="1" anchor="t">
              <a:noAutofit/>
            </a:bodyPr>
            <a:lstStyle/>
            <a:p>
              <a:pPr algn="ctr">
                <a:spcBef>
                  <a:spcPts val="1600"/>
                </a:spcBef>
              </a:pPr>
              <a:endParaRPr/>
            </a:p>
          </p:txBody>
        </p:sp>
        <p:sp>
          <p:nvSpPr>
            <p:cNvPr id="885" name="Langages"/>
            <p:cNvSpPr txBox="1"/>
            <p:nvPr/>
          </p:nvSpPr>
          <p:spPr>
            <a:xfrm>
              <a:off x="5860" y="4762"/>
              <a:ext cx="2698560" cy="4079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96000" tIns="96000" rIns="96000" bIns="96000" numCol="1" anchor="t">
              <a:noAutofit/>
            </a:bodyPr>
            <a:lstStyle>
              <a:lvl1pPr algn="ctr">
                <a:spcBef>
                  <a:spcPts val="1600"/>
                </a:spcBef>
                <a:defRPr sz="1400" b="1">
                  <a:latin typeface="Montserrat ExtraBold"/>
                  <a:ea typeface="Montserrat ExtraBold"/>
                  <a:cs typeface="Montserrat ExtraBold"/>
                  <a:sym typeface="Montserrat ExtraBold"/>
                </a:defRPr>
              </a:lvl1pPr>
            </a:lstStyle>
            <a:p>
              <a:r>
                <a:t>Langages</a:t>
              </a:r>
            </a:p>
          </p:txBody>
        </p:sp>
      </p:grpSp>
      <p:pic>
        <p:nvPicPr>
          <p:cNvPr id="887" name="Image 44" descr="Image 44"/>
          <p:cNvPicPr>
            <a:picLocks noChangeAspect="1"/>
          </p:cNvPicPr>
          <p:nvPr/>
        </p:nvPicPr>
        <p:blipFill>
          <a:blip r:embed="rId17"/>
          <a:stretch>
            <a:fillRect/>
          </a:stretch>
        </p:blipFill>
        <p:spPr>
          <a:xfrm>
            <a:off x="10108202" y="2086214"/>
            <a:ext cx="876664" cy="460249"/>
          </a:xfrm>
          <a:prstGeom prst="rect">
            <a:avLst/>
          </a:prstGeom>
          <a:ln w="12700">
            <a:miter lim="400000"/>
          </a:ln>
        </p:spPr>
      </p:pic>
      <p:pic>
        <p:nvPicPr>
          <p:cNvPr id="888" name="Picture 4" descr="Picture 4"/>
          <p:cNvPicPr>
            <a:picLocks noChangeAspect="1"/>
          </p:cNvPicPr>
          <p:nvPr/>
        </p:nvPicPr>
        <p:blipFill>
          <a:blip r:embed="rId18"/>
          <a:stretch>
            <a:fillRect/>
          </a:stretch>
        </p:blipFill>
        <p:spPr>
          <a:xfrm>
            <a:off x="9630425" y="2922672"/>
            <a:ext cx="480654" cy="895010"/>
          </a:xfrm>
          <a:prstGeom prst="rect">
            <a:avLst/>
          </a:prstGeom>
          <a:ln w="12700">
            <a:miter lim="400000"/>
          </a:ln>
        </p:spPr>
      </p:pic>
      <p:pic>
        <p:nvPicPr>
          <p:cNvPr id="889" name="Image 62" descr="Image 62"/>
          <p:cNvPicPr>
            <a:picLocks noChangeAspect="1"/>
          </p:cNvPicPr>
          <p:nvPr/>
        </p:nvPicPr>
        <p:blipFill>
          <a:blip r:embed="rId19"/>
          <a:stretch>
            <a:fillRect/>
          </a:stretch>
        </p:blipFill>
        <p:spPr>
          <a:xfrm>
            <a:off x="9208589" y="4612849"/>
            <a:ext cx="707584" cy="707584"/>
          </a:xfrm>
          <a:prstGeom prst="rect">
            <a:avLst/>
          </a:prstGeom>
          <a:ln w="12700">
            <a:miter lim="400000"/>
          </a:ln>
        </p:spPr>
      </p:pic>
      <p:pic>
        <p:nvPicPr>
          <p:cNvPr id="890" name="Image 63" descr="Image 63"/>
          <p:cNvPicPr>
            <a:picLocks noChangeAspect="1"/>
          </p:cNvPicPr>
          <p:nvPr/>
        </p:nvPicPr>
        <p:blipFill>
          <a:blip r:embed="rId20"/>
          <a:stretch>
            <a:fillRect/>
          </a:stretch>
        </p:blipFill>
        <p:spPr>
          <a:xfrm>
            <a:off x="10431923" y="4422702"/>
            <a:ext cx="770179" cy="1087878"/>
          </a:xfrm>
          <a:prstGeom prst="rect">
            <a:avLst/>
          </a:prstGeom>
          <a:ln w="12700">
            <a:miter lim="400000"/>
          </a:ln>
        </p:spPr>
      </p:pic>
      <p:sp>
        <p:nvSpPr>
          <p:cNvPr id="891" name="Numéro de diapositive"/>
          <p:cNvSpPr txBox="1">
            <a:spLocks noGrp="1"/>
          </p:cNvSpPr>
          <p:nvPr>
            <p:ph type="sldNum" sz="quarter" idx="2"/>
          </p:nvPr>
        </p:nvSpPr>
        <p:spPr>
          <a:xfrm>
            <a:off x="5909730" y="6404042"/>
            <a:ext cx="372540" cy="383541"/>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lgn="ctr">
              <a:defRPr sz="1900"/>
            </a:lvl1pPr>
          </a:lstStyle>
          <a:p>
            <a:fld id="{86CB4B4D-7CA3-9044-876B-883B54F8677D}" type="slidenum">
              <a:rPr/>
              <a:t>30</a:t>
            </a:fld>
            <a:endParaRPr/>
          </a:p>
        </p:txBody>
      </p:sp>
    </p:spTree>
  </p:cSld>
  <p:clrMapOvr>
    <a:masterClrMapping/>
  </p:clrMapOvr>
  <mc:AlternateContent xmlns:mc="http://schemas.openxmlformats.org/markup-compatibility/2006" xmlns:p14="http://schemas.microsoft.com/office/powerpoint/2010/main">
    <mc:Choice Requires="p14">
      <p:transition spd="med">
        <p:pull/>
      </p:transition>
    </mc:Choice>
    <mc:Fallback xmlns="" xmlns:m="http://schemas.openxmlformats.org/officeDocument/2006/math" xmlns:a14="http://schemas.microsoft.com/office/drawing/2010/main">
      <p:transition spd="fast">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1" nodeType="afterEffect">
                                  <p:stCondLst>
                                    <p:cond delay="0"/>
                                  </p:stCondLst>
                                  <p:iterate type="lt">
                                    <p:tmAbs val="0"/>
                                  </p:iterate>
                                  <p:childTnLst>
                                    <p:set>
                                      <p:cBhvr>
                                        <p:cTn id="6" fill="hold"/>
                                        <p:tgtEl>
                                          <p:spTgt spid="864"/>
                                        </p:tgtEl>
                                        <p:attrNameLst>
                                          <p:attrName>style.visibility</p:attrName>
                                        </p:attrNameLst>
                                      </p:cBhvr>
                                      <p:to>
                                        <p:strVal val="visible"/>
                                      </p:to>
                                    </p:set>
                                    <p:anim calcmode="lin" valueType="num">
                                      <p:cBhvr>
                                        <p:cTn id="7" dur="1000" fill="hold"/>
                                        <p:tgtEl>
                                          <p:spTgt spid="864"/>
                                        </p:tgtEl>
                                        <p:attrNameLst>
                                          <p:attrName>ppt_x</p:attrName>
                                        </p:attrNameLst>
                                      </p:cBhvr>
                                      <p:tavLst>
                                        <p:tav tm="0">
                                          <p:val>
                                            <p:strVal val="0-#ppt_w/2"/>
                                          </p:val>
                                        </p:tav>
                                        <p:tav tm="100000">
                                          <p:val>
                                            <p:strVal val="#ppt_x"/>
                                          </p:val>
                                        </p:tav>
                                      </p:tavLst>
                                    </p:anim>
                                    <p:anim calcmode="lin" valueType="num">
                                      <p:cBhvr>
                                        <p:cTn id="8" dur="1000" fill="hold"/>
                                        <p:tgtEl>
                                          <p:spTgt spid="86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4" grpId="1" animBg="1" advAuto="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5" name="Titre 1"/>
          <p:cNvSpPr txBox="1">
            <a:spLocks noGrp="1"/>
          </p:cNvSpPr>
          <p:nvPr>
            <p:ph type="title"/>
          </p:nvPr>
        </p:nvSpPr>
        <p:spPr>
          <a:xfrm>
            <a:off x="1344000" y="3347972"/>
            <a:ext cx="5409512" cy="1039544"/>
          </a:xfrm>
          <a:prstGeom prst="rect">
            <a:avLst/>
          </a:prstGeom>
        </p:spPr>
        <p:txBody>
          <a:bodyPr/>
          <a:lstStyle>
            <a:lvl1pPr>
              <a:lnSpc>
                <a:spcPct val="90000"/>
              </a:lnSpc>
            </a:lvl1pPr>
          </a:lstStyle>
          <a:p>
            <a:r>
              <a:rPr lang="fr-FR" dirty="0"/>
              <a:t>Démo Live</a:t>
            </a:r>
            <a:endParaRPr dirty="0"/>
          </a:p>
        </p:txBody>
      </p:sp>
      <p:sp>
        <p:nvSpPr>
          <p:cNvPr id="896" name="Espace réservé du texte 2"/>
          <p:cNvSpPr txBox="1">
            <a:spLocks noGrp="1"/>
          </p:cNvSpPr>
          <p:nvPr>
            <p:ph type="body" sz="quarter" idx="1"/>
          </p:nvPr>
        </p:nvSpPr>
        <p:spPr>
          <a:xfrm>
            <a:off x="1344001" y="1769024"/>
            <a:ext cx="684483" cy="1218796"/>
          </a:xfrm>
          <a:prstGeom prst="rect">
            <a:avLst/>
          </a:prstGeom>
        </p:spPr>
        <p:txBody>
          <a:bodyPr/>
          <a:lstStyle>
            <a:lvl1pPr marL="832083" indent="-1050477" defTabSz="1109444">
              <a:defRPr sz="8008"/>
            </a:lvl1pPr>
          </a:lstStyle>
          <a:p>
            <a:r>
              <a:rPr lang="fr-FR"/>
              <a:t>6</a:t>
            </a:r>
            <a:endParaRPr/>
          </a:p>
        </p:txBody>
      </p:sp>
      <p:sp>
        <p:nvSpPr>
          <p:cNvPr id="897" name="Numéro de diapositive"/>
          <p:cNvSpPr txBox="1">
            <a:spLocks noGrp="1"/>
          </p:cNvSpPr>
          <p:nvPr>
            <p:ph type="sldNum" sz="quarter" idx="4294967295"/>
          </p:nvPr>
        </p:nvSpPr>
        <p:spPr>
          <a:xfrm>
            <a:off x="30842" y="74022"/>
            <a:ext cx="684484" cy="383541"/>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a:lstStyle>
            <a:lvl1pPr algn="ctr">
              <a:defRPr sz="1900">
                <a:solidFill>
                  <a:srgbClr val="414141"/>
                </a:solidFill>
              </a:defRPr>
            </a:lvl1pPr>
          </a:lstStyle>
          <a:p>
            <a:fld id="{86CB4B4D-7CA3-9044-876B-883B54F8677D}" type="slidenum">
              <a:rPr/>
              <a:t>31</a:t>
            </a:fld>
            <a:endParaRPr/>
          </a:p>
        </p:txBody>
      </p:sp>
      <p:pic>
        <p:nvPicPr>
          <p:cNvPr id="8" name="image9.png">
            <a:extLst>
              <a:ext uri="{FF2B5EF4-FFF2-40B4-BE49-F238E27FC236}">
                <a16:creationId xmlns:a16="http://schemas.microsoft.com/office/drawing/2014/main" id="{F001065E-FA0C-5D4C-A03A-A1D2217E342B}"/>
              </a:ext>
            </a:extLst>
          </p:cNvPr>
          <p:cNvPicPr/>
          <p:nvPr/>
        </p:nvPicPr>
        <p:blipFill>
          <a:blip r:embed="rId3"/>
          <a:srcRect/>
          <a:stretch>
            <a:fillRect/>
          </a:stretch>
        </p:blipFill>
        <p:spPr>
          <a:xfrm>
            <a:off x="4096581" y="5621872"/>
            <a:ext cx="2656931" cy="1039544"/>
          </a:xfrm>
          <a:prstGeom prst="rect">
            <a:avLst/>
          </a:prstGeom>
          <a:ln/>
        </p:spPr>
      </p:pic>
    </p:spTree>
  </p:cSld>
  <p:clrMapOvr>
    <a:masterClrMapping/>
  </p:clrMapOvr>
  <mc:AlternateContent xmlns:mc="http://schemas.openxmlformats.org/markup-compatibility/2006" xmlns:p14="http://schemas.microsoft.com/office/powerpoint/2010/main">
    <mc:Choice Requires="p14">
      <p:transition spd="slow" p14:dur="1500">
        <p14:doors dir="vert"/>
      </p:transition>
    </mc:Choice>
    <mc:Fallback xmlns="" xmlns:m="http://schemas.openxmlformats.org/officeDocument/2006/math" xmlns:a14="http://schemas.microsoft.com/office/drawing/2010/main">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1" nodeType="afterEffect">
                                  <p:stCondLst>
                                    <p:cond delay="0"/>
                                  </p:stCondLst>
                                  <p:iterate>
                                    <p:tmAbs val="0"/>
                                  </p:iterate>
                                  <p:childTnLst>
                                    <p:set>
                                      <p:cBhvr>
                                        <p:cTn id="6" fill="hold"/>
                                        <p:tgtEl>
                                          <p:spTgt spid="896"/>
                                        </p:tgtEl>
                                        <p:attrNameLst>
                                          <p:attrName>style.visibility</p:attrName>
                                        </p:attrNameLst>
                                      </p:cBhvr>
                                      <p:to>
                                        <p:strVal val="visible"/>
                                      </p:to>
                                    </p:set>
                                    <p:anim calcmode="lin" valueType="num">
                                      <p:cBhvr>
                                        <p:cTn id="7" dur="1000" fill="hold"/>
                                        <p:tgtEl>
                                          <p:spTgt spid="896"/>
                                        </p:tgtEl>
                                        <p:attrNameLst>
                                          <p:attrName>ppt_x</p:attrName>
                                        </p:attrNameLst>
                                      </p:cBhvr>
                                      <p:tavLst>
                                        <p:tav tm="0">
                                          <p:val>
                                            <p:strVal val="0-#ppt_w/2"/>
                                          </p:val>
                                        </p:tav>
                                        <p:tav tm="100000">
                                          <p:val>
                                            <p:strVal val="#ppt_x"/>
                                          </p:val>
                                        </p:tav>
                                      </p:tavLst>
                                    </p:anim>
                                    <p:anim calcmode="lin" valueType="num">
                                      <p:cBhvr>
                                        <p:cTn id="8" dur="1000" fill="hold"/>
                                        <p:tgtEl>
                                          <p:spTgt spid="896"/>
                                        </p:tgtEl>
                                        <p:attrNameLst>
                                          <p:attrName>ppt_y</p:attrName>
                                        </p:attrNameLst>
                                      </p:cBhvr>
                                      <p:tavLst>
                                        <p:tav tm="0">
                                          <p:val>
                                            <p:strVal val="#ppt_y"/>
                                          </p:val>
                                        </p:tav>
                                        <p:tav tm="100000">
                                          <p:val>
                                            <p:strVal val="#ppt_y"/>
                                          </p:val>
                                        </p:tav>
                                      </p:tavLst>
                                    </p:anim>
                                  </p:childTnLst>
                                </p:cTn>
                              </p:par>
                              <p:par>
                                <p:cTn id="9" presetID="2" presetClass="entr" presetSubtype="8" fill="hold" grpId="2" nodeType="withEffect">
                                  <p:stCondLst>
                                    <p:cond delay="0"/>
                                  </p:stCondLst>
                                  <p:iterate>
                                    <p:tmAbs val="0"/>
                                  </p:iterate>
                                  <p:childTnLst>
                                    <p:set>
                                      <p:cBhvr>
                                        <p:cTn id="10" fill="hold"/>
                                        <p:tgtEl>
                                          <p:spTgt spid="895"/>
                                        </p:tgtEl>
                                        <p:attrNameLst>
                                          <p:attrName>style.visibility</p:attrName>
                                        </p:attrNameLst>
                                      </p:cBhvr>
                                      <p:to>
                                        <p:strVal val="visible"/>
                                      </p:to>
                                    </p:set>
                                    <p:anim calcmode="lin" valueType="num">
                                      <p:cBhvr>
                                        <p:cTn id="11" dur="1000" fill="hold"/>
                                        <p:tgtEl>
                                          <p:spTgt spid="895"/>
                                        </p:tgtEl>
                                        <p:attrNameLst>
                                          <p:attrName>ppt_x</p:attrName>
                                        </p:attrNameLst>
                                      </p:cBhvr>
                                      <p:tavLst>
                                        <p:tav tm="0">
                                          <p:val>
                                            <p:strVal val="0-#ppt_w/2"/>
                                          </p:val>
                                        </p:tav>
                                        <p:tav tm="100000">
                                          <p:val>
                                            <p:strVal val="#ppt_x"/>
                                          </p:val>
                                        </p:tav>
                                      </p:tavLst>
                                    </p:anim>
                                    <p:anim calcmode="lin" valueType="num">
                                      <p:cBhvr>
                                        <p:cTn id="12" dur="1000" fill="hold"/>
                                        <p:tgtEl>
                                          <p:spTgt spid="89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5" grpId="2" animBg="1" advAuto="0"/>
      <p:bldP spid="896" grpId="1" animBg="1" advAuto="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0" name="Title 7"/>
          <p:cNvSpPr txBox="1">
            <a:spLocks noGrp="1"/>
          </p:cNvSpPr>
          <p:nvPr>
            <p:ph type="title"/>
          </p:nvPr>
        </p:nvSpPr>
        <p:spPr>
          <a:xfrm>
            <a:off x="1344000" y="3347972"/>
            <a:ext cx="5518316" cy="1418889"/>
          </a:xfrm>
          <a:prstGeom prst="rect">
            <a:avLst/>
          </a:prstGeom>
        </p:spPr>
        <p:txBody>
          <a:bodyPr/>
          <a:lstStyle>
            <a:lvl1pPr>
              <a:lnSpc>
                <a:spcPct val="90000"/>
              </a:lnSpc>
              <a:defRPr sz="3600">
                <a:latin typeface="Agency FB"/>
                <a:ea typeface="Agency FB"/>
                <a:cs typeface="Agency FB"/>
                <a:sym typeface="Agency FB"/>
              </a:defRPr>
            </a:lvl1pPr>
          </a:lstStyle>
          <a:p>
            <a:r>
              <a:t>Conclusion</a:t>
            </a:r>
          </a:p>
        </p:txBody>
      </p:sp>
      <p:sp>
        <p:nvSpPr>
          <p:cNvPr id="941" name="Text Placeholder 11"/>
          <p:cNvSpPr txBox="1">
            <a:spLocks noGrp="1"/>
          </p:cNvSpPr>
          <p:nvPr>
            <p:ph type="body" sz="quarter" idx="1"/>
          </p:nvPr>
        </p:nvSpPr>
        <p:spPr>
          <a:xfrm>
            <a:off x="1344001" y="1769024"/>
            <a:ext cx="732574" cy="1218796"/>
          </a:xfrm>
          <a:prstGeom prst="rect">
            <a:avLst/>
          </a:prstGeom>
        </p:spPr>
        <p:txBody>
          <a:bodyPr/>
          <a:lstStyle>
            <a:lvl1pPr marL="832083" indent="-1050477" defTabSz="1109444">
              <a:defRPr sz="8008"/>
            </a:lvl1pPr>
          </a:lstStyle>
          <a:p>
            <a:r>
              <a:rPr lang="fr-FR"/>
              <a:t>7</a:t>
            </a:r>
            <a:endParaRPr/>
          </a:p>
        </p:txBody>
      </p:sp>
      <p:sp>
        <p:nvSpPr>
          <p:cNvPr id="945" name="Numéro de diapositive"/>
          <p:cNvSpPr txBox="1">
            <a:spLocks noGrp="1"/>
          </p:cNvSpPr>
          <p:nvPr>
            <p:ph type="sldNum" sz="quarter" idx="4294967295"/>
          </p:nvPr>
        </p:nvSpPr>
        <p:spPr>
          <a:xfrm>
            <a:off x="47171" y="74022"/>
            <a:ext cx="587222" cy="383541"/>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a:lstStyle>
            <a:lvl1pPr algn="ctr">
              <a:defRPr sz="1900">
                <a:solidFill>
                  <a:srgbClr val="414141"/>
                </a:solidFill>
              </a:defRPr>
            </a:lvl1pPr>
          </a:lstStyle>
          <a:p>
            <a:fld id="{86CB4B4D-7CA3-9044-876B-883B54F8677D}" type="slidenum">
              <a:rPr/>
              <a:t>32</a:t>
            </a:fld>
            <a:endParaRPr/>
          </a:p>
        </p:txBody>
      </p:sp>
      <p:pic>
        <p:nvPicPr>
          <p:cNvPr id="8" name="image9.png">
            <a:extLst>
              <a:ext uri="{FF2B5EF4-FFF2-40B4-BE49-F238E27FC236}">
                <a16:creationId xmlns:a16="http://schemas.microsoft.com/office/drawing/2014/main" id="{2DDE465E-9F8C-A74E-9D24-F3186B9180C2}"/>
              </a:ext>
            </a:extLst>
          </p:cNvPr>
          <p:cNvPicPr/>
          <p:nvPr/>
        </p:nvPicPr>
        <p:blipFill>
          <a:blip r:embed="rId2"/>
          <a:srcRect/>
          <a:stretch>
            <a:fillRect/>
          </a:stretch>
        </p:blipFill>
        <p:spPr>
          <a:xfrm>
            <a:off x="3932195" y="5508857"/>
            <a:ext cx="2709955" cy="1213620"/>
          </a:xfrm>
          <a:prstGeom prst="rect">
            <a:avLst/>
          </a:prstGeom>
          <a:ln/>
        </p:spPr>
      </p:pic>
    </p:spTree>
  </p:cSld>
  <p:clrMapOvr>
    <a:masterClrMapping/>
  </p:clrMapOvr>
  <mc:AlternateContent xmlns:mc="http://schemas.openxmlformats.org/markup-compatibility/2006" xmlns:p14="http://schemas.microsoft.com/office/powerpoint/2010/main">
    <mc:Choice Requires="p14">
      <p:transition spd="slow" p14:dur="1500">
        <p14:doors dir="vert"/>
      </p:transition>
    </mc:Choice>
    <mc:Fallback xmlns="" xmlns:m="http://schemas.openxmlformats.org/officeDocument/2006/math" xmlns:a14="http://schemas.microsoft.com/office/drawing/2010/main">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1" nodeType="afterEffect">
                                  <p:stCondLst>
                                    <p:cond delay="0"/>
                                  </p:stCondLst>
                                  <p:iterate>
                                    <p:tmAbs val="0"/>
                                  </p:iterate>
                                  <p:childTnLst>
                                    <p:set>
                                      <p:cBhvr>
                                        <p:cTn id="6" fill="hold"/>
                                        <p:tgtEl>
                                          <p:spTgt spid="941"/>
                                        </p:tgtEl>
                                        <p:attrNameLst>
                                          <p:attrName>style.visibility</p:attrName>
                                        </p:attrNameLst>
                                      </p:cBhvr>
                                      <p:to>
                                        <p:strVal val="visible"/>
                                      </p:to>
                                    </p:set>
                                    <p:anim calcmode="lin" valueType="num">
                                      <p:cBhvr>
                                        <p:cTn id="7" dur="1000" fill="hold"/>
                                        <p:tgtEl>
                                          <p:spTgt spid="941"/>
                                        </p:tgtEl>
                                        <p:attrNameLst>
                                          <p:attrName>ppt_x</p:attrName>
                                        </p:attrNameLst>
                                      </p:cBhvr>
                                      <p:tavLst>
                                        <p:tav tm="0">
                                          <p:val>
                                            <p:strVal val="0-#ppt_w/2"/>
                                          </p:val>
                                        </p:tav>
                                        <p:tav tm="100000">
                                          <p:val>
                                            <p:strVal val="#ppt_x"/>
                                          </p:val>
                                        </p:tav>
                                      </p:tavLst>
                                    </p:anim>
                                    <p:anim calcmode="lin" valueType="num">
                                      <p:cBhvr>
                                        <p:cTn id="8" dur="1000" fill="hold"/>
                                        <p:tgtEl>
                                          <p:spTgt spid="941"/>
                                        </p:tgtEl>
                                        <p:attrNameLst>
                                          <p:attrName>ppt_y</p:attrName>
                                        </p:attrNameLst>
                                      </p:cBhvr>
                                      <p:tavLst>
                                        <p:tav tm="0">
                                          <p:val>
                                            <p:strVal val="#ppt_y"/>
                                          </p:val>
                                        </p:tav>
                                        <p:tav tm="100000">
                                          <p:val>
                                            <p:strVal val="#ppt_y"/>
                                          </p:val>
                                        </p:tav>
                                      </p:tavLst>
                                    </p:anim>
                                  </p:childTnLst>
                                </p:cTn>
                              </p:par>
                              <p:par>
                                <p:cTn id="9" presetID="2" presetClass="entr" presetSubtype="8" fill="hold" grpId="2" nodeType="withEffect">
                                  <p:stCondLst>
                                    <p:cond delay="0"/>
                                  </p:stCondLst>
                                  <p:iterate>
                                    <p:tmAbs val="0"/>
                                  </p:iterate>
                                  <p:childTnLst>
                                    <p:set>
                                      <p:cBhvr>
                                        <p:cTn id="10" fill="hold"/>
                                        <p:tgtEl>
                                          <p:spTgt spid="940"/>
                                        </p:tgtEl>
                                        <p:attrNameLst>
                                          <p:attrName>style.visibility</p:attrName>
                                        </p:attrNameLst>
                                      </p:cBhvr>
                                      <p:to>
                                        <p:strVal val="visible"/>
                                      </p:to>
                                    </p:set>
                                    <p:anim calcmode="lin" valueType="num">
                                      <p:cBhvr>
                                        <p:cTn id="11" dur="1000" fill="hold"/>
                                        <p:tgtEl>
                                          <p:spTgt spid="940"/>
                                        </p:tgtEl>
                                        <p:attrNameLst>
                                          <p:attrName>ppt_x</p:attrName>
                                        </p:attrNameLst>
                                      </p:cBhvr>
                                      <p:tavLst>
                                        <p:tav tm="0">
                                          <p:val>
                                            <p:strVal val="0-#ppt_w/2"/>
                                          </p:val>
                                        </p:tav>
                                        <p:tav tm="100000">
                                          <p:val>
                                            <p:strVal val="#ppt_x"/>
                                          </p:val>
                                        </p:tav>
                                      </p:tavLst>
                                    </p:anim>
                                    <p:anim calcmode="lin" valueType="num">
                                      <p:cBhvr>
                                        <p:cTn id="12" dur="1000" fill="hold"/>
                                        <p:tgtEl>
                                          <p:spTgt spid="94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0" grpId="2" animBg="1" advAuto="0"/>
      <p:bldP spid="941" grpId="1" animBg="1" advAuto="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7" name="ZoneTexte 7"/>
          <p:cNvSpPr/>
          <p:nvPr/>
        </p:nvSpPr>
        <p:spPr>
          <a:xfrm>
            <a:off x="0" y="0"/>
            <a:ext cx="1285461" cy="6858000"/>
          </a:xfrm>
          <a:prstGeom prst="rect">
            <a:avLst/>
          </a:prstGeom>
          <a:solidFill>
            <a:srgbClr val="E9041E"/>
          </a:solidFill>
          <a:ln w="12700">
            <a:miter lim="400000"/>
          </a:ln>
        </p:spPr>
        <p:txBody>
          <a:bodyPr lIns="0" tIns="0" rIns="0" bIns="0"/>
          <a:lstStyle/>
          <a:p>
            <a:pPr>
              <a:defRPr sz="900">
                <a:latin typeface="Arial"/>
                <a:ea typeface="Arial"/>
                <a:cs typeface="Arial"/>
                <a:sym typeface="Arial"/>
              </a:defRPr>
            </a:pPr>
            <a:endParaRPr/>
          </a:p>
        </p:txBody>
      </p:sp>
      <p:grpSp>
        <p:nvGrpSpPr>
          <p:cNvPr id="954" name="Diagramme 9"/>
          <p:cNvGrpSpPr/>
          <p:nvPr/>
        </p:nvGrpSpPr>
        <p:grpSpPr>
          <a:xfrm>
            <a:off x="1789" y="0"/>
            <a:ext cx="12180687" cy="768628"/>
            <a:chOff x="0" y="0"/>
            <a:chExt cx="12180686" cy="768626"/>
          </a:xfrm>
        </p:grpSpPr>
        <p:grpSp>
          <p:nvGrpSpPr>
            <p:cNvPr id="950" name="Grouper"/>
            <p:cNvGrpSpPr/>
            <p:nvPr/>
          </p:nvGrpSpPr>
          <p:grpSpPr>
            <a:xfrm>
              <a:off x="0" y="0"/>
              <a:ext cx="6762750" cy="768627"/>
              <a:chOff x="0" y="0"/>
              <a:chExt cx="6762749" cy="768626"/>
            </a:xfrm>
          </p:grpSpPr>
          <p:sp>
            <p:nvSpPr>
              <p:cNvPr id="948" name="Figure"/>
              <p:cNvSpPr/>
              <p:nvPr/>
            </p:nvSpPr>
            <p:spPr>
              <a:xfrm>
                <a:off x="-1" y="-1"/>
                <a:ext cx="6762751" cy="76862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0373" y="0"/>
                    </a:lnTo>
                    <a:lnTo>
                      <a:pt x="21600" y="10800"/>
                    </a:lnTo>
                    <a:lnTo>
                      <a:pt x="20373" y="21600"/>
                    </a:lnTo>
                    <a:lnTo>
                      <a:pt x="0" y="21600"/>
                    </a:lnTo>
                    <a:close/>
                  </a:path>
                </a:pathLst>
              </a:custGeom>
              <a:solidFill>
                <a:srgbClr val="E9041E"/>
              </a:solidFill>
              <a:ln w="12700" cap="flat">
                <a:noFill/>
                <a:miter lim="400000"/>
              </a:ln>
              <a:effectLst>
                <a:outerShdw blurRad="38100" dist="20000" dir="5400000" rotWithShape="0">
                  <a:srgbClr val="000000">
                    <a:alpha val="38000"/>
                  </a:srgbClr>
                </a:outerShdw>
              </a:effectLst>
            </p:spPr>
            <p:txBody>
              <a:bodyPr wrap="square" lIns="0" tIns="0" rIns="0" bIns="0" numCol="1" anchor="ctr">
                <a:noAutofit/>
              </a:bodyPr>
              <a:lstStyle/>
              <a:p>
                <a:pPr algn="ctr" defTabSz="1066800">
                  <a:lnSpc>
                    <a:spcPct val="90000"/>
                  </a:lnSpc>
                  <a:spcBef>
                    <a:spcPts val="700"/>
                  </a:spcBef>
                </a:pPr>
                <a:endParaRPr/>
              </a:p>
            </p:txBody>
          </p:sp>
          <p:sp>
            <p:nvSpPr>
              <p:cNvPr id="949" name="Conclusion"/>
              <p:cNvSpPr txBox="1"/>
              <p:nvPr/>
            </p:nvSpPr>
            <p:spPr>
              <a:xfrm>
                <a:off x="96011" y="168159"/>
                <a:ext cx="6474582" cy="43230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2003" tIns="32003" rIns="32003" bIns="32003" numCol="1" anchor="ctr">
                <a:spAutoFit/>
              </a:bodyPr>
              <a:lstStyle>
                <a:lvl1pPr algn="ctr" defTabSz="1066800">
                  <a:lnSpc>
                    <a:spcPct val="90000"/>
                  </a:lnSpc>
                  <a:spcBef>
                    <a:spcPts val="1000"/>
                  </a:spcBef>
                  <a:defRPr sz="2400" b="1">
                    <a:solidFill>
                      <a:srgbClr val="FFFFFF"/>
                    </a:solidFill>
                  </a:defRPr>
                </a:lvl1pPr>
              </a:lstStyle>
              <a:p>
                <a:r>
                  <a:t>Conclusion</a:t>
                </a:r>
              </a:p>
            </p:txBody>
          </p:sp>
        </p:grpSp>
        <p:grpSp>
          <p:nvGrpSpPr>
            <p:cNvPr id="953" name="Grouper"/>
            <p:cNvGrpSpPr/>
            <p:nvPr/>
          </p:nvGrpSpPr>
          <p:grpSpPr>
            <a:xfrm>
              <a:off x="5417937" y="0"/>
              <a:ext cx="6762750" cy="768627"/>
              <a:chOff x="0" y="0"/>
              <a:chExt cx="6762749" cy="768626"/>
            </a:xfrm>
          </p:grpSpPr>
          <p:sp>
            <p:nvSpPr>
              <p:cNvPr id="951" name="Chevron"/>
              <p:cNvSpPr/>
              <p:nvPr/>
            </p:nvSpPr>
            <p:spPr>
              <a:xfrm>
                <a:off x="0" y="0"/>
                <a:ext cx="6762750" cy="768627"/>
              </a:xfrm>
              <a:prstGeom prst="chevron">
                <a:avLst>
                  <a:gd name="adj" fmla="val 50000"/>
                </a:avLst>
              </a:prstGeom>
              <a:solidFill>
                <a:srgbClr val="FFFFFF"/>
              </a:solidFill>
              <a:ln w="12700" cap="flat">
                <a:noFill/>
                <a:miter lim="400000"/>
              </a:ln>
              <a:effectLst>
                <a:outerShdw blurRad="38100" dist="20000" dir="5400000" rotWithShape="0">
                  <a:srgbClr val="000000">
                    <a:alpha val="38000"/>
                  </a:srgbClr>
                </a:outerShdw>
              </a:effectLst>
            </p:spPr>
            <p:txBody>
              <a:bodyPr wrap="square" lIns="0" tIns="0" rIns="0" bIns="0" numCol="1" anchor="ctr">
                <a:noAutofit/>
              </a:bodyPr>
              <a:lstStyle/>
              <a:p>
                <a:pPr algn="ctr" defTabSz="1066800">
                  <a:lnSpc>
                    <a:spcPct val="90000"/>
                  </a:lnSpc>
                  <a:spcBef>
                    <a:spcPts val="700"/>
                  </a:spcBef>
                </a:pPr>
                <a:endParaRPr/>
              </a:p>
            </p:txBody>
          </p:sp>
          <p:sp>
            <p:nvSpPr>
              <p:cNvPr id="952" name="Perspectives"/>
              <p:cNvSpPr txBox="1"/>
              <p:nvPr/>
            </p:nvSpPr>
            <p:spPr>
              <a:xfrm>
                <a:off x="448320" y="168159"/>
                <a:ext cx="5930116" cy="43230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2003" tIns="32003" rIns="32003" bIns="32003" numCol="1" anchor="ctr">
                <a:spAutoFit/>
              </a:bodyPr>
              <a:lstStyle>
                <a:lvl1pPr algn="ctr" defTabSz="1066800">
                  <a:lnSpc>
                    <a:spcPct val="90000"/>
                  </a:lnSpc>
                  <a:spcBef>
                    <a:spcPts val="1000"/>
                  </a:spcBef>
                  <a:defRPr sz="2400"/>
                </a:lvl1pPr>
              </a:lstStyle>
              <a:p>
                <a:r>
                  <a:t>Perspectives</a:t>
                </a:r>
              </a:p>
            </p:txBody>
          </p:sp>
        </p:grpSp>
      </p:grpSp>
      <p:grpSp>
        <p:nvGrpSpPr>
          <p:cNvPr id="957" name="Group 13"/>
          <p:cNvGrpSpPr/>
          <p:nvPr/>
        </p:nvGrpSpPr>
        <p:grpSpPr>
          <a:xfrm>
            <a:off x="1272760" y="744964"/>
            <a:ext cx="5606772" cy="511415"/>
            <a:chOff x="0" y="0"/>
            <a:chExt cx="5606770" cy="511413"/>
          </a:xfrm>
        </p:grpSpPr>
        <p:sp>
          <p:nvSpPr>
            <p:cNvPr id="955" name="Freeform: Shape 12"/>
            <p:cNvSpPr/>
            <p:nvPr/>
          </p:nvSpPr>
          <p:spPr>
            <a:xfrm>
              <a:off x="0" y="-1"/>
              <a:ext cx="5544461" cy="51141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0"/>
                  </a:lnTo>
                  <a:lnTo>
                    <a:pt x="20680" y="21600"/>
                  </a:lnTo>
                  <a:lnTo>
                    <a:pt x="0" y="21600"/>
                  </a:lnTo>
                  <a:close/>
                </a:path>
              </a:pathLst>
            </a:custGeom>
            <a:solidFill>
              <a:srgbClr val="1A1A1A"/>
            </a:solidFill>
            <a:ln w="12700" cap="flat">
              <a:noFill/>
              <a:miter lim="400000"/>
            </a:ln>
            <a:effectLst/>
          </p:spPr>
          <p:txBody>
            <a:bodyPr wrap="square" lIns="0" tIns="0" rIns="0" bIns="0" numCol="1" anchor="ctr">
              <a:noAutofit/>
            </a:bodyPr>
            <a:lstStyle/>
            <a:p>
              <a:pPr algn="ctr">
                <a:defRPr>
                  <a:solidFill>
                    <a:srgbClr val="FFFFFF"/>
                  </a:solidFill>
                </a:defRPr>
              </a:pPr>
              <a:endParaRPr/>
            </a:p>
          </p:txBody>
        </p:sp>
        <p:sp>
          <p:nvSpPr>
            <p:cNvPr id="956" name="Freeform: Shape 9"/>
            <p:cNvSpPr/>
            <p:nvPr/>
          </p:nvSpPr>
          <p:spPr>
            <a:xfrm>
              <a:off x="-1" y="1459"/>
              <a:ext cx="5606772" cy="509955"/>
            </a:xfrm>
            <a:custGeom>
              <a:avLst/>
              <a:gdLst/>
              <a:ahLst/>
              <a:cxnLst>
                <a:cxn ang="0">
                  <a:pos x="wd2" y="hd2"/>
                </a:cxn>
                <a:cxn ang="5400000">
                  <a:pos x="wd2" y="hd2"/>
                </a:cxn>
                <a:cxn ang="10800000">
                  <a:pos x="wd2" y="hd2"/>
                </a:cxn>
                <a:cxn ang="16200000">
                  <a:pos x="wd2" y="hd2"/>
                </a:cxn>
              </a:cxnLst>
              <a:rect l="0" t="0" r="r" b="b"/>
              <a:pathLst>
                <a:path w="21600" h="21600" extrusionOk="0">
                  <a:moveTo>
                    <a:pt x="21056" y="0"/>
                  </a:moveTo>
                  <a:lnTo>
                    <a:pt x="21600" y="0"/>
                  </a:lnTo>
                  <a:lnTo>
                    <a:pt x="20748" y="21600"/>
                  </a:lnTo>
                  <a:lnTo>
                    <a:pt x="20203" y="21600"/>
                  </a:lnTo>
                  <a:close/>
                  <a:moveTo>
                    <a:pt x="19992" y="0"/>
                  </a:moveTo>
                  <a:lnTo>
                    <a:pt x="20536" y="0"/>
                  </a:lnTo>
                  <a:lnTo>
                    <a:pt x="19684" y="21600"/>
                  </a:lnTo>
                  <a:lnTo>
                    <a:pt x="19140" y="21600"/>
                  </a:lnTo>
                  <a:close/>
                  <a:moveTo>
                    <a:pt x="18928" y="0"/>
                  </a:moveTo>
                  <a:lnTo>
                    <a:pt x="19472" y="0"/>
                  </a:lnTo>
                  <a:lnTo>
                    <a:pt x="18620" y="21600"/>
                  </a:lnTo>
                  <a:lnTo>
                    <a:pt x="18076" y="21600"/>
                  </a:lnTo>
                  <a:close/>
                  <a:moveTo>
                    <a:pt x="17864" y="0"/>
                  </a:moveTo>
                  <a:lnTo>
                    <a:pt x="18408" y="0"/>
                  </a:lnTo>
                  <a:lnTo>
                    <a:pt x="17556" y="21600"/>
                  </a:lnTo>
                  <a:lnTo>
                    <a:pt x="17012" y="21600"/>
                  </a:lnTo>
                  <a:close/>
                  <a:moveTo>
                    <a:pt x="16800" y="0"/>
                  </a:moveTo>
                  <a:lnTo>
                    <a:pt x="17345" y="0"/>
                  </a:lnTo>
                  <a:lnTo>
                    <a:pt x="16493" y="21600"/>
                  </a:lnTo>
                  <a:lnTo>
                    <a:pt x="15948" y="21600"/>
                  </a:lnTo>
                  <a:close/>
                  <a:moveTo>
                    <a:pt x="15736" y="0"/>
                  </a:moveTo>
                  <a:lnTo>
                    <a:pt x="16281" y="0"/>
                  </a:lnTo>
                  <a:lnTo>
                    <a:pt x="15429" y="21600"/>
                  </a:lnTo>
                  <a:lnTo>
                    <a:pt x="14884" y="21600"/>
                  </a:lnTo>
                  <a:close/>
                  <a:moveTo>
                    <a:pt x="14672" y="0"/>
                  </a:moveTo>
                  <a:lnTo>
                    <a:pt x="15217" y="0"/>
                  </a:lnTo>
                  <a:lnTo>
                    <a:pt x="14365" y="21600"/>
                  </a:lnTo>
                  <a:lnTo>
                    <a:pt x="13820" y="21600"/>
                  </a:lnTo>
                  <a:close/>
                  <a:moveTo>
                    <a:pt x="13609" y="0"/>
                  </a:moveTo>
                  <a:lnTo>
                    <a:pt x="14153" y="0"/>
                  </a:lnTo>
                  <a:lnTo>
                    <a:pt x="13301" y="21600"/>
                  </a:lnTo>
                  <a:lnTo>
                    <a:pt x="12757" y="21600"/>
                  </a:lnTo>
                  <a:close/>
                  <a:moveTo>
                    <a:pt x="12545" y="0"/>
                  </a:moveTo>
                  <a:lnTo>
                    <a:pt x="13089" y="0"/>
                  </a:lnTo>
                  <a:lnTo>
                    <a:pt x="12237" y="21600"/>
                  </a:lnTo>
                  <a:lnTo>
                    <a:pt x="11693" y="21600"/>
                  </a:lnTo>
                  <a:close/>
                  <a:moveTo>
                    <a:pt x="11481" y="0"/>
                  </a:moveTo>
                  <a:lnTo>
                    <a:pt x="12025" y="0"/>
                  </a:lnTo>
                  <a:lnTo>
                    <a:pt x="11173" y="21600"/>
                  </a:lnTo>
                  <a:lnTo>
                    <a:pt x="10629" y="21600"/>
                  </a:lnTo>
                  <a:close/>
                  <a:moveTo>
                    <a:pt x="10417" y="0"/>
                  </a:moveTo>
                  <a:lnTo>
                    <a:pt x="10962" y="0"/>
                  </a:lnTo>
                  <a:lnTo>
                    <a:pt x="10109" y="21600"/>
                  </a:lnTo>
                  <a:lnTo>
                    <a:pt x="9565" y="21600"/>
                  </a:lnTo>
                  <a:close/>
                  <a:moveTo>
                    <a:pt x="9425" y="0"/>
                  </a:moveTo>
                  <a:lnTo>
                    <a:pt x="9969" y="0"/>
                  </a:lnTo>
                  <a:lnTo>
                    <a:pt x="9117" y="21600"/>
                  </a:lnTo>
                  <a:lnTo>
                    <a:pt x="8573" y="21600"/>
                  </a:lnTo>
                  <a:close/>
                  <a:moveTo>
                    <a:pt x="8361" y="0"/>
                  </a:moveTo>
                  <a:lnTo>
                    <a:pt x="8905" y="0"/>
                  </a:lnTo>
                  <a:lnTo>
                    <a:pt x="8053" y="21600"/>
                  </a:lnTo>
                  <a:lnTo>
                    <a:pt x="7509" y="21600"/>
                  </a:lnTo>
                  <a:close/>
                  <a:moveTo>
                    <a:pt x="7297" y="0"/>
                  </a:moveTo>
                  <a:lnTo>
                    <a:pt x="7842" y="0"/>
                  </a:lnTo>
                  <a:lnTo>
                    <a:pt x="6990" y="21600"/>
                  </a:lnTo>
                  <a:lnTo>
                    <a:pt x="6445" y="21600"/>
                  </a:lnTo>
                  <a:close/>
                  <a:moveTo>
                    <a:pt x="6233" y="0"/>
                  </a:moveTo>
                  <a:lnTo>
                    <a:pt x="6778" y="0"/>
                  </a:lnTo>
                  <a:lnTo>
                    <a:pt x="5926" y="21600"/>
                  </a:lnTo>
                  <a:lnTo>
                    <a:pt x="5381" y="21600"/>
                  </a:lnTo>
                  <a:close/>
                  <a:moveTo>
                    <a:pt x="5169" y="0"/>
                  </a:moveTo>
                  <a:lnTo>
                    <a:pt x="5714" y="0"/>
                  </a:lnTo>
                  <a:lnTo>
                    <a:pt x="4862" y="21600"/>
                  </a:lnTo>
                  <a:lnTo>
                    <a:pt x="4317" y="21600"/>
                  </a:lnTo>
                  <a:close/>
                  <a:moveTo>
                    <a:pt x="4106" y="0"/>
                  </a:moveTo>
                  <a:lnTo>
                    <a:pt x="4650" y="0"/>
                  </a:lnTo>
                  <a:lnTo>
                    <a:pt x="3798" y="21600"/>
                  </a:lnTo>
                  <a:lnTo>
                    <a:pt x="3253" y="21600"/>
                  </a:lnTo>
                  <a:close/>
                  <a:moveTo>
                    <a:pt x="3042" y="0"/>
                  </a:moveTo>
                  <a:lnTo>
                    <a:pt x="3586" y="0"/>
                  </a:lnTo>
                  <a:lnTo>
                    <a:pt x="2734" y="21600"/>
                  </a:lnTo>
                  <a:lnTo>
                    <a:pt x="2190" y="21600"/>
                  </a:lnTo>
                  <a:close/>
                  <a:moveTo>
                    <a:pt x="1978" y="0"/>
                  </a:moveTo>
                  <a:lnTo>
                    <a:pt x="2522" y="0"/>
                  </a:lnTo>
                  <a:lnTo>
                    <a:pt x="1670" y="21600"/>
                  </a:lnTo>
                  <a:lnTo>
                    <a:pt x="1126" y="21600"/>
                  </a:lnTo>
                  <a:close/>
                  <a:moveTo>
                    <a:pt x="914" y="0"/>
                  </a:moveTo>
                  <a:lnTo>
                    <a:pt x="1459" y="0"/>
                  </a:lnTo>
                  <a:lnTo>
                    <a:pt x="606" y="21600"/>
                  </a:lnTo>
                  <a:lnTo>
                    <a:pt x="62" y="21600"/>
                  </a:lnTo>
                  <a:close/>
                  <a:moveTo>
                    <a:pt x="0" y="0"/>
                  </a:moveTo>
                  <a:lnTo>
                    <a:pt x="395" y="0"/>
                  </a:lnTo>
                  <a:lnTo>
                    <a:pt x="0" y="10005"/>
                  </a:lnTo>
                  <a:close/>
                </a:path>
              </a:pathLst>
            </a:custGeom>
            <a:solidFill>
              <a:srgbClr val="1A1A1A"/>
            </a:solidFill>
            <a:ln w="12700" cap="flat">
              <a:noFill/>
              <a:miter lim="400000"/>
            </a:ln>
            <a:effectLst/>
          </p:spPr>
          <p:txBody>
            <a:bodyPr wrap="square" lIns="0" tIns="0" rIns="0" bIns="0" numCol="1" anchor="ctr">
              <a:noAutofit/>
            </a:bodyPr>
            <a:lstStyle/>
            <a:p>
              <a:pPr algn="ctr">
                <a:defRPr>
                  <a:solidFill>
                    <a:srgbClr val="FFFFFF"/>
                  </a:solidFill>
                </a:defRPr>
              </a:pPr>
              <a:endParaRPr/>
            </a:p>
          </p:txBody>
        </p:sp>
      </p:grpSp>
      <p:sp>
        <p:nvSpPr>
          <p:cNvPr id="958" name="Freeform: Shape 38"/>
          <p:cNvSpPr/>
          <p:nvPr/>
        </p:nvSpPr>
        <p:spPr>
          <a:xfrm>
            <a:off x="1365545" y="2753558"/>
            <a:ext cx="3202280" cy="3083923"/>
          </a:xfrm>
          <a:custGeom>
            <a:avLst/>
            <a:gdLst/>
            <a:ahLst/>
            <a:cxnLst>
              <a:cxn ang="0">
                <a:pos x="wd2" y="hd2"/>
              </a:cxn>
              <a:cxn ang="5400000">
                <a:pos x="wd2" y="hd2"/>
              </a:cxn>
              <a:cxn ang="10800000">
                <a:pos x="wd2" y="hd2"/>
              </a:cxn>
              <a:cxn ang="16200000">
                <a:pos x="wd2" y="hd2"/>
              </a:cxn>
            </a:cxnLst>
            <a:rect l="0" t="0" r="r" b="b"/>
            <a:pathLst>
              <a:path w="21563" h="21541" extrusionOk="0">
                <a:moveTo>
                  <a:pt x="20441" y="15273"/>
                </a:moveTo>
                <a:cubicBezTo>
                  <a:pt x="20221" y="15223"/>
                  <a:pt x="20001" y="15173"/>
                  <a:pt x="19780" y="15128"/>
                </a:cubicBezTo>
                <a:cubicBezTo>
                  <a:pt x="19602" y="15086"/>
                  <a:pt x="19419" y="15049"/>
                  <a:pt x="19240" y="15003"/>
                </a:cubicBezTo>
                <a:cubicBezTo>
                  <a:pt x="19124" y="14974"/>
                  <a:pt x="19033" y="15007"/>
                  <a:pt x="18958" y="15090"/>
                </a:cubicBezTo>
                <a:cubicBezTo>
                  <a:pt x="18804" y="15269"/>
                  <a:pt x="18684" y="15472"/>
                  <a:pt x="18617" y="15701"/>
                </a:cubicBezTo>
                <a:cubicBezTo>
                  <a:pt x="18584" y="15809"/>
                  <a:pt x="18634" y="15888"/>
                  <a:pt x="18700" y="15962"/>
                </a:cubicBezTo>
                <a:cubicBezTo>
                  <a:pt x="18941" y="16224"/>
                  <a:pt x="19186" y="16486"/>
                  <a:pt x="19427" y="16743"/>
                </a:cubicBezTo>
                <a:cubicBezTo>
                  <a:pt x="19610" y="16938"/>
                  <a:pt x="19618" y="17055"/>
                  <a:pt x="19473" y="17279"/>
                </a:cubicBezTo>
                <a:cubicBezTo>
                  <a:pt x="19465" y="17291"/>
                  <a:pt x="19456" y="17308"/>
                  <a:pt x="19444" y="17320"/>
                </a:cubicBezTo>
                <a:cubicBezTo>
                  <a:pt x="19170" y="17690"/>
                  <a:pt x="19049" y="17694"/>
                  <a:pt x="18713" y="17503"/>
                </a:cubicBezTo>
                <a:cubicBezTo>
                  <a:pt x="18439" y="17345"/>
                  <a:pt x="18148" y="17204"/>
                  <a:pt x="17869" y="17055"/>
                </a:cubicBezTo>
                <a:cubicBezTo>
                  <a:pt x="17753" y="16992"/>
                  <a:pt x="17645" y="16992"/>
                  <a:pt x="17541" y="17067"/>
                </a:cubicBezTo>
                <a:cubicBezTo>
                  <a:pt x="17375" y="17183"/>
                  <a:pt x="17234" y="17325"/>
                  <a:pt x="17113" y="17487"/>
                </a:cubicBezTo>
                <a:cubicBezTo>
                  <a:pt x="17026" y="17603"/>
                  <a:pt x="17022" y="17719"/>
                  <a:pt x="17092" y="17848"/>
                </a:cubicBezTo>
                <a:cubicBezTo>
                  <a:pt x="17263" y="18159"/>
                  <a:pt x="17429" y="18475"/>
                  <a:pt x="17591" y="18791"/>
                </a:cubicBezTo>
                <a:cubicBezTo>
                  <a:pt x="17703" y="19011"/>
                  <a:pt x="17687" y="19110"/>
                  <a:pt x="17508" y="19281"/>
                </a:cubicBezTo>
                <a:cubicBezTo>
                  <a:pt x="17479" y="19306"/>
                  <a:pt x="17454" y="19335"/>
                  <a:pt x="17425" y="19355"/>
                </a:cubicBezTo>
                <a:cubicBezTo>
                  <a:pt x="17159" y="19551"/>
                  <a:pt x="17022" y="19646"/>
                  <a:pt x="16710" y="19331"/>
                </a:cubicBezTo>
                <a:cubicBezTo>
                  <a:pt x="16486" y="19102"/>
                  <a:pt x="16245" y="18899"/>
                  <a:pt x="16012" y="18678"/>
                </a:cubicBezTo>
                <a:cubicBezTo>
                  <a:pt x="15904" y="18575"/>
                  <a:pt x="15788" y="18554"/>
                  <a:pt x="15655" y="18608"/>
                </a:cubicBezTo>
                <a:cubicBezTo>
                  <a:pt x="15480" y="18678"/>
                  <a:pt x="15314" y="18770"/>
                  <a:pt x="15165" y="18886"/>
                </a:cubicBezTo>
                <a:cubicBezTo>
                  <a:pt x="15040" y="18982"/>
                  <a:pt x="15007" y="19102"/>
                  <a:pt x="15044" y="19252"/>
                </a:cubicBezTo>
                <a:cubicBezTo>
                  <a:pt x="15131" y="19613"/>
                  <a:pt x="15215" y="19978"/>
                  <a:pt x="15293" y="20340"/>
                </a:cubicBezTo>
                <a:cubicBezTo>
                  <a:pt x="15327" y="20498"/>
                  <a:pt x="15273" y="20618"/>
                  <a:pt x="15131" y="20701"/>
                </a:cubicBezTo>
                <a:cubicBezTo>
                  <a:pt x="15036" y="20759"/>
                  <a:pt x="14932" y="20805"/>
                  <a:pt x="14824" y="20838"/>
                </a:cubicBezTo>
                <a:cubicBezTo>
                  <a:pt x="14604" y="20909"/>
                  <a:pt x="14479" y="20867"/>
                  <a:pt x="14355" y="20672"/>
                </a:cubicBezTo>
                <a:cubicBezTo>
                  <a:pt x="14172" y="20381"/>
                  <a:pt x="13985" y="20095"/>
                  <a:pt x="13810" y="19796"/>
                </a:cubicBezTo>
                <a:cubicBezTo>
                  <a:pt x="13715" y="19634"/>
                  <a:pt x="13590" y="19571"/>
                  <a:pt x="13403" y="19605"/>
                </a:cubicBezTo>
                <a:cubicBezTo>
                  <a:pt x="13254" y="19634"/>
                  <a:pt x="13108" y="19671"/>
                  <a:pt x="12967" y="19721"/>
                </a:cubicBezTo>
                <a:cubicBezTo>
                  <a:pt x="12772" y="19791"/>
                  <a:pt x="12709" y="19875"/>
                  <a:pt x="12701" y="20082"/>
                </a:cubicBezTo>
                <a:cubicBezTo>
                  <a:pt x="12689" y="20410"/>
                  <a:pt x="12680" y="20734"/>
                  <a:pt x="12672" y="21062"/>
                </a:cubicBezTo>
                <a:cubicBezTo>
                  <a:pt x="12664" y="21361"/>
                  <a:pt x="12589" y="21457"/>
                  <a:pt x="12294" y="21511"/>
                </a:cubicBezTo>
                <a:cubicBezTo>
                  <a:pt x="12215" y="21527"/>
                  <a:pt x="12136" y="21536"/>
                  <a:pt x="12057" y="21540"/>
                </a:cubicBezTo>
                <a:cubicBezTo>
                  <a:pt x="11862" y="21552"/>
                  <a:pt x="11737" y="21473"/>
                  <a:pt x="11675" y="21282"/>
                </a:cubicBezTo>
                <a:cubicBezTo>
                  <a:pt x="11563" y="20934"/>
                  <a:pt x="11455" y="20589"/>
                  <a:pt x="11355" y="20240"/>
                </a:cubicBezTo>
                <a:cubicBezTo>
                  <a:pt x="11309" y="20082"/>
                  <a:pt x="11214" y="20007"/>
                  <a:pt x="11056" y="19983"/>
                </a:cubicBezTo>
                <a:cubicBezTo>
                  <a:pt x="10873" y="19958"/>
                  <a:pt x="10690" y="19958"/>
                  <a:pt x="10507" y="19987"/>
                </a:cubicBezTo>
                <a:cubicBezTo>
                  <a:pt x="10370" y="20007"/>
                  <a:pt x="10283" y="20078"/>
                  <a:pt x="10241" y="20215"/>
                </a:cubicBezTo>
                <a:cubicBezTo>
                  <a:pt x="10146" y="20543"/>
                  <a:pt x="10042" y="20871"/>
                  <a:pt x="9938" y="21199"/>
                </a:cubicBezTo>
                <a:cubicBezTo>
                  <a:pt x="9847" y="21494"/>
                  <a:pt x="9730" y="21569"/>
                  <a:pt x="9427" y="21527"/>
                </a:cubicBezTo>
                <a:cubicBezTo>
                  <a:pt x="8970" y="21465"/>
                  <a:pt x="8916" y="21403"/>
                  <a:pt x="8912" y="20946"/>
                </a:cubicBezTo>
                <a:cubicBezTo>
                  <a:pt x="8908" y="20647"/>
                  <a:pt x="8895" y="20352"/>
                  <a:pt x="8887" y="20053"/>
                </a:cubicBezTo>
                <a:cubicBezTo>
                  <a:pt x="8883" y="19916"/>
                  <a:pt x="8829" y="19808"/>
                  <a:pt x="8700" y="19754"/>
                </a:cubicBezTo>
                <a:cubicBezTo>
                  <a:pt x="8505" y="19671"/>
                  <a:pt x="8305" y="19613"/>
                  <a:pt x="8093" y="19600"/>
                </a:cubicBezTo>
                <a:cubicBezTo>
                  <a:pt x="7965" y="19592"/>
                  <a:pt x="7873" y="19642"/>
                  <a:pt x="7803" y="19754"/>
                </a:cubicBezTo>
                <a:cubicBezTo>
                  <a:pt x="7624" y="20053"/>
                  <a:pt x="7433" y="20344"/>
                  <a:pt x="7250" y="20639"/>
                </a:cubicBezTo>
                <a:cubicBezTo>
                  <a:pt x="7105" y="20871"/>
                  <a:pt x="6993" y="20913"/>
                  <a:pt x="6735" y="20826"/>
                </a:cubicBezTo>
                <a:cubicBezTo>
                  <a:pt x="6722" y="20821"/>
                  <a:pt x="6710" y="20817"/>
                  <a:pt x="6698" y="20813"/>
                </a:cubicBezTo>
                <a:cubicBezTo>
                  <a:pt x="6299" y="20651"/>
                  <a:pt x="6220" y="20560"/>
                  <a:pt x="6324" y="20161"/>
                </a:cubicBezTo>
                <a:cubicBezTo>
                  <a:pt x="6403" y="19858"/>
                  <a:pt x="6461" y="19551"/>
                  <a:pt x="6535" y="19243"/>
                </a:cubicBezTo>
                <a:cubicBezTo>
                  <a:pt x="6573" y="19085"/>
                  <a:pt x="6531" y="18965"/>
                  <a:pt x="6398" y="18870"/>
                </a:cubicBezTo>
                <a:cubicBezTo>
                  <a:pt x="6257" y="18770"/>
                  <a:pt x="6112" y="18683"/>
                  <a:pt x="5954" y="18612"/>
                </a:cubicBezTo>
                <a:cubicBezTo>
                  <a:pt x="5804" y="18546"/>
                  <a:pt x="5675" y="18570"/>
                  <a:pt x="5551" y="18687"/>
                </a:cubicBezTo>
                <a:cubicBezTo>
                  <a:pt x="5302" y="18924"/>
                  <a:pt x="5048" y="19156"/>
                  <a:pt x="4799" y="19389"/>
                </a:cubicBezTo>
                <a:cubicBezTo>
                  <a:pt x="4612" y="19567"/>
                  <a:pt x="4491" y="19576"/>
                  <a:pt x="4271" y="19438"/>
                </a:cubicBezTo>
                <a:cubicBezTo>
                  <a:pt x="4246" y="19422"/>
                  <a:pt x="4221" y="19405"/>
                  <a:pt x="4196" y="19389"/>
                </a:cubicBezTo>
                <a:cubicBezTo>
                  <a:pt x="3877" y="19160"/>
                  <a:pt x="3847" y="19040"/>
                  <a:pt x="4030" y="18695"/>
                </a:cubicBezTo>
                <a:cubicBezTo>
                  <a:pt x="4180" y="18413"/>
                  <a:pt x="4325" y="18130"/>
                  <a:pt x="4479" y="17852"/>
                </a:cubicBezTo>
                <a:cubicBezTo>
                  <a:pt x="4558" y="17707"/>
                  <a:pt x="4545" y="17582"/>
                  <a:pt x="4446" y="17457"/>
                </a:cubicBezTo>
                <a:cubicBezTo>
                  <a:pt x="4338" y="17320"/>
                  <a:pt x="4213" y="17196"/>
                  <a:pt x="4072" y="17088"/>
                </a:cubicBezTo>
                <a:cubicBezTo>
                  <a:pt x="3947" y="16992"/>
                  <a:pt x="3823" y="16984"/>
                  <a:pt x="3685" y="17059"/>
                </a:cubicBezTo>
                <a:cubicBezTo>
                  <a:pt x="3378" y="17225"/>
                  <a:pt x="3066" y="17391"/>
                  <a:pt x="2751" y="17553"/>
                </a:cubicBezTo>
                <a:cubicBezTo>
                  <a:pt x="2530" y="17669"/>
                  <a:pt x="2402" y="17640"/>
                  <a:pt x="2240" y="17457"/>
                </a:cubicBezTo>
                <a:cubicBezTo>
                  <a:pt x="2227" y="17445"/>
                  <a:pt x="2219" y="17433"/>
                  <a:pt x="2206" y="17420"/>
                </a:cubicBezTo>
                <a:cubicBezTo>
                  <a:pt x="1920" y="17088"/>
                  <a:pt x="1924" y="16972"/>
                  <a:pt x="2227" y="16656"/>
                </a:cubicBezTo>
                <a:cubicBezTo>
                  <a:pt x="2439" y="16432"/>
                  <a:pt x="2638" y="16203"/>
                  <a:pt x="2854" y="15987"/>
                </a:cubicBezTo>
                <a:cubicBezTo>
                  <a:pt x="2963" y="15875"/>
                  <a:pt x="2983" y="15759"/>
                  <a:pt x="2929" y="15622"/>
                </a:cubicBezTo>
                <a:cubicBezTo>
                  <a:pt x="2859" y="15443"/>
                  <a:pt x="2759" y="15277"/>
                  <a:pt x="2643" y="15123"/>
                </a:cubicBezTo>
                <a:cubicBezTo>
                  <a:pt x="2547" y="14999"/>
                  <a:pt x="2418" y="14986"/>
                  <a:pt x="2281" y="15020"/>
                </a:cubicBezTo>
                <a:cubicBezTo>
                  <a:pt x="1978" y="15090"/>
                  <a:pt x="1679" y="15161"/>
                  <a:pt x="1375" y="15227"/>
                </a:cubicBezTo>
                <a:cubicBezTo>
                  <a:pt x="1334" y="15236"/>
                  <a:pt x="1292" y="15248"/>
                  <a:pt x="1255" y="15256"/>
                </a:cubicBezTo>
                <a:cubicBezTo>
                  <a:pt x="1026" y="15298"/>
                  <a:pt x="910" y="15244"/>
                  <a:pt x="806" y="15036"/>
                </a:cubicBezTo>
                <a:cubicBezTo>
                  <a:pt x="769" y="14957"/>
                  <a:pt x="731" y="14878"/>
                  <a:pt x="702" y="14795"/>
                </a:cubicBezTo>
                <a:cubicBezTo>
                  <a:pt x="628" y="14575"/>
                  <a:pt x="669" y="14451"/>
                  <a:pt x="869" y="14326"/>
                </a:cubicBezTo>
                <a:cubicBezTo>
                  <a:pt x="1151" y="14148"/>
                  <a:pt x="1438" y="13969"/>
                  <a:pt x="1720" y="13794"/>
                </a:cubicBezTo>
                <a:cubicBezTo>
                  <a:pt x="1945" y="13653"/>
                  <a:pt x="1978" y="13574"/>
                  <a:pt x="1924" y="13317"/>
                </a:cubicBezTo>
                <a:cubicBezTo>
                  <a:pt x="1891" y="13172"/>
                  <a:pt x="1853" y="13022"/>
                  <a:pt x="1795" y="12885"/>
                </a:cubicBezTo>
                <a:cubicBezTo>
                  <a:pt x="1737" y="12748"/>
                  <a:pt x="1637" y="12681"/>
                  <a:pt x="1483" y="12677"/>
                </a:cubicBezTo>
                <a:cubicBezTo>
                  <a:pt x="1147" y="12673"/>
                  <a:pt x="815" y="12661"/>
                  <a:pt x="478" y="12648"/>
                </a:cubicBezTo>
                <a:cubicBezTo>
                  <a:pt x="175" y="12640"/>
                  <a:pt x="83" y="12561"/>
                  <a:pt x="29" y="12270"/>
                </a:cubicBezTo>
                <a:cubicBezTo>
                  <a:pt x="25" y="12241"/>
                  <a:pt x="17" y="12212"/>
                  <a:pt x="13" y="12183"/>
                </a:cubicBezTo>
                <a:cubicBezTo>
                  <a:pt x="-33" y="11813"/>
                  <a:pt x="29" y="11718"/>
                  <a:pt x="391" y="11610"/>
                </a:cubicBezTo>
                <a:cubicBezTo>
                  <a:pt x="690" y="11519"/>
                  <a:pt x="989" y="11419"/>
                  <a:pt x="1292" y="11336"/>
                </a:cubicBezTo>
                <a:cubicBezTo>
                  <a:pt x="1459" y="11290"/>
                  <a:pt x="1546" y="11195"/>
                  <a:pt x="1562" y="11033"/>
                </a:cubicBezTo>
                <a:cubicBezTo>
                  <a:pt x="1579" y="10842"/>
                  <a:pt x="1587" y="10646"/>
                  <a:pt x="1550" y="10455"/>
                </a:cubicBezTo>
                <a:cubicBezTo>
                  <a:pt x="1529" y="10331"/>
                  <a:pt x="1459" y="10256"/>
                  <a:pt x="1338" y="10219"/>
                </a:cubicBezTo>
                <a:cubicBezTo>
                  <a:pt x="1018" y="10123"/>
                  <a:pt x="698" y="10024"/>
                  <a:pt x="378" y="9924"/>
                </a:cubicBezTo>
                <a:cubicBezTo>
                  <a:pt x="29" y="9816"/>
                  <a:pt x="-8" y="9758"/>
                  <a:pt x="13" y="9392"/>
                </a:cubicBezTo>
                <a:cubicBezTo>
                  <a:pt x="17" y="9318"/>
                  <a:pt x="33" y="9243"/>
                  <a:pt x="50" y="9172"/>
                </a:cubicBezTo>
                <a:cubicBezTo>
                  <a:pt x="100" y="8989"/>
                  <a:pt x="204" y="8906"/>
                  <a:pt x="395" y="8898"/>
                </a:cubicBezTo>
                <a:cubicBezTo>
                  <a:pt x="707" y="8886"/>
                  <a:pt x="1014" y="8877"/>
                  <a:pt x="1326" y="8869"/>
                </a:cubicBezTo>
                <a:cubicBezTo>
                  <a:pt x="1371" y="8869"/>
                  <a:pt x="1417" y="8865"/>
                  <a:pt x="1463" y="8865"/>
                </a:cubicBezTo>
                <a:cubicBezTo>
                  <a:pt x="1670" y="8873"/>
                  <a:pt x="1778" y="8757"/>
                  <a:pt x="1832" y="8574"/>
                </a:cubicBezTo>
                <a:cubicBezTo>
                  <a:pt x="1874" y="8437"/>
                  <a:pt x="1911" y="8300"/>
                  <a:pt x="1940" y="8163"/>
                </a:cubicBezTo>
                <a:cubicBezTo>
                  <a:pt x="1978" y="7972"/>
                  <a:pt x="1932" y="7881"/>
                  <a:pt x="1766" y="7773"/>
                </a:cubicBezTo>
                <a:cubicBezTo>
                  <a:pt x="1483" y="7594"/>
                  <a:pt x="1197" y="7415"/>
                  <a:pt x="914" y="7241"/>
                </a:cubicBezTo>
                <a:cubicBezTo>
                  <a:pt x="661" y="7083"/>
                  <a:pt x="623" y="6983"/>
                  <a:pt x="723" y="6697"/>
                </a:cubicBezTo>
                <a:cubicBezTo>
                  <a:pt x="752" y="6606"/>
                  <a:pt x="790" y="6514"/>
                  <a:pt x="844" y="6435"/>
                </a:cubicBezTo>
                <a:cubicBezTo>
                  <a:pt x="931" y="6302"/>
                  <a:pt x="1051" y="6236"/>
                  <a:pt x="1218" y="6277"/>
                </a:cubicBezTo>
                <a:cubicBezTo>
                  <a:pt x="1571" y="6361"/>
                  <a:pt x="1928" y="6435"/>
                  <a:pt x="2281" y="6523"/>
                </a:cubicBezTo>
                <a:cubicBezTo>
                  <a:pt x="2443" y="6564"/>
                  <a:pt x="2568" y="6527"/>
                  <a:pt x="2668" y="6394"/>
                </a:cubicBezTo>
                <a:cubicBezTo>
                  <a:pt x="2771" y="6253"/>
                  <a:pt x="2863" y="6099"/>
                  <a:pt x="2929" y="5937"/>
                </a:cubicBezTo>
                <a:cubicBezTo>
                  <a:pt x="2987" y="5792"/>
                  <a:pt x="2971" y="5667"/>
                  <a:pt x="2854" y="5547"/>
                </a:cubicBezTo>
                <a:cubicBezTo>
                  <a:pt x="2614" y="5302"/>
                  <a:pt x="2385" y="5048"/>
                  <a:pt x="2148" y="4795"/>
                </a:cubicBezTo>
                <a:cubicBezTo>
                  <a:pt x="1965" y="4595"/>
                  <a:pt x="1957" y="4483"/>
                  <a:pt x="2107" y="4259"/>
                </a:cubicBezTo>
                <a:cubicBezTo>
                  <a:pt x="2132" y="4226"/>
                  <a:pt x="2152" y="4188"/>
                  <a:pt x="2177" y="4155"/>
                </a:cubicBezTo>
                <a:cubicBezTo>
                  <a:pt x="2389" y="3877"/>
                  <a:pt x="2505" y="3852"/>
                  <a:pt x="2817" y="4014"/>
                </a:cubicBezTo>
                <a:cubicBezTo>
                  <a:pt x="3108" y="4168"/>
                  <a:pt x="3399" y="4317"/>
                  <a:pt x="3681" y="4475"/>
                </a:cubicBezTo>
                <a:cubicBezTo>
                  <a:pt x="3831" y="4558"/>
                  <a:pt x="3964" y="4542"/>
                  <a:pt x="4088" y="4438"/>
                </a:cubicBezTo>
                <a:cubicBezTo>
                  <a:pt x="4213" y="4334"/>
                  <a:pt x="4329" y="4218"/>
                  <a:pt x="4437" y="4093"/>
                </a:cubicBezTo>
                <a:cubicBezTo>
                  <a:pt x="4545" y="3964"/>
                  <a:pt x="4570" y="3835"/>
                  <a:pt x="4483" y="3678"/>
                </a:cubicBezTo>
                <a:cubicBezTo>
                  <a:pt x="4309" y="3366"/>
                  <a:pt x="4147" y="3051"/>
                  <a:pt x="3980" y="2735"/>
                </a:cubicBezTo>
                <a:cubicBezTo>
                  <a:pt x="3872" y="2527"/>
                  <a:pt x="3897" y="2415"/>
                  <a:pt x="4068" y="2257"/>
                </a:cubicBezTo>
                <a:cubicBezTo>
                  <a:pt x="4147" y="2183"/>
                  <a:pt x="4234" y="2120"/>
                  <a:pt x="4329" y="2062"/>
                </a:cubicBezTo>
                <a:cubicBezTo>
                  <a:pt x="4496" y="1967"/>
                  <a:pt x="4612" y="1979"/>
                  <a:pt x="4753" y="2108"/>
                </a:cubicBezTo>
                <a:cubicBezTo>
                  <a:pt x="4994" y="2328"/>
                  <a:pt x="5235" y="2552"/>
                  <a:pt x="5472" y="2776"/>
                </a:cubicBezTo>
                <a:cubicBezTo>
                  <a:pt x="5721" y="3013"/>
                  <a:pt x="5775" y="3021"/>
                  <a:pt x="6078" y="2864"/>
                </a:cubicBezTo>
                <a:cubicBezTo>
                  <a:pt x="6199" y="2801"/>
                  <a:pt x="6311" y="2735"/>
                  <a:pt x="6419" y="2652"/>
                </a:cubicBezTo>
                <a:cubicBezTo>
                  <a:pt x="6535" y="2556"/>
                  <a:pt x="6573" y="2444"/>
                  <a:pt x="6535" y="2295"/>
                </a:cubicBezTo>
                <a:cubicBezTo>
                  <a:pt x="6448" y="1950"/>
                  <a:pt x="6373" y="1601"/>
                  <a:pt x="6295" y="1256"/>
                </a:cubicBezTo>
                <a:cubicBezTo>
                  <a:pt x="6245" y="1032"/>
                  <a:pt x="6299" y="920"/>
                  <a:pt x="6498" y="812"/>
                </a:cubicBezTo>
                <a:cubicBezTo>
                  <a:pt x="6590" y="766"/>
                  <a:pt x="6681" y="729"/>
                  <a:pt x="6776" y="696"/>
                </a:cubicBezTo>
                <a:cubicBezTo>
                  <a:pt x="6980" y="633"/>
                  <a:pt x="7096" y="671"/>
                  <a:pt x="7217" y="854"/>
                </a:cubicBezTo>
                <a:cubicBezTo>
                  <a:pt x="7408" y="1148"/>
                  <a:pt x="7599" y="1443"/>
                  <a:pt x="7774" y="1751"/>
                </a:cubicBezTo>
                <a:cubicBezTo>
                  <a:pt x="7865" y="1908"/>
                  <a:pt x="7990" y="1962"/>
                  <a:pt x="8160" y="1938"/>
                </a:cubicBezTo>
                <a:cubicBezTo>
                  <a:pt x="8339" y="1908"/>
                  <a:pt x="8513" y="1863"/>
                  <a:pt x="8679" y="1792"/>
                </a:cubicBezTo>
                <a:cubicBezTo>
                  <a:pt x="8800" y="1738"/>
                  <a:pt x="8866" y="1655"/>
                  <a:pt x="8870" y="1514"/>
                </a:cubicBezTo>
                <a:cubicBezTo>
                  <a:pt x="8879" y="1153"/>
                  <a:pt x="8899" y="795"/>
                  <a:pt x="8912" y="434"/>
                </a:cubicBezTo>
                <a:cubicBezTo>
                  <a:pt x="8920" y="202"/>
                  <a:pt x="8995" y="102"/>
                  <a:pt x="9219" y="40"/>
                </a:cubicBezTo>
                <a:cubicBezTo>
                  <a:pt x="9257" y="31"/>
                  <a:pt x="9294" y="19"/>
                  <a:pt x="9332" y="15"/>
                </a:cubicBezTo>
                <a:cubicBezTo>
                  <a:pt x="9743" y="-31"/>
                  <a:pt x="9843" y="15"/>
                  <a:pt x="9951" y="393"/>
                </a:cubicBezTo>
                <a:cubicBezTo>
                  <a:pt x="10038" y="700"/>
                  <a:pt x="10142" y="999"/>
                  <a:pt x="10225" y="1306"/>
                </a:cubicBezTo>
                <a:cubicBezTo>
                  <a:pt x="10266" y="1452"/>
                  <a:pt x="10354" y="1531"/>
                  <a:pt x="10495" y="1551"/>
                </a:cubicBezTo>
                <a:cubicBezTo>
                  <a:pt x="10690" y="1576"/>
                  <a:pt x="10890" y="1576"/>
                  <a:pt x="11085" y="1551"/>
                </a:cubicBezTo>
                <a:cubicBezTo>
                  <a:pt x="11222" y="1535"/>
                  <a:pt x="11305" y="1452"/>
                  <a:pt x="11347" y="1315"/>
                </a:cubicBezTo>
                <a:cubicBezTo>
                  <a:pt x="11446" y="978"/>
                  <a:pt x="11550" y="642"/>
                  <a:pt x="11654" y="305"/>
                </a:cubicBezTo>
                <a:cubicBezTo>
                  <a:pt x="11733" y="56"/>
                  <a:pt x="11812" y="-2"/>
                  <a:pt x="12074" y="2"/>
                </a:cubicBezTo>
                <a:cubicBezTo>
                  <a:pt x="12111" y="2"/>
                  <a:pt x="12148" y="2"/>
                  <a:pt x="12186" y="6"/>
                </a:cubicBezTo>
                <a:cubicBezTo>
                  <a:pt x="12556" y="44"/>
                  <a:pt x="12659" y="156"/>
                  <a:pt x="12668" y="526"/>
                </a:cubicBezTo>
                <a:cubicBezTo>
                  <a:pt x="12676" y="849"/>
                  <a:pt x="12689" y="1169"/>
                  <a:pt x="12697" y="1493"/>
                </a:cubicBezTo>
                <a:cubicBezTo>
                  <a:pt x="12701" y="1622"/>
                  <a:pt x="12747" y="1722"/>
                  <a:pt x="12867" y="1776"/>
                </a:cubicBezTo>
                <a:cubicBezTo>
                  <a:pt x="13062" y="1863"/>
                  <a:pt x="13266" y="1921"/>
                  <a:pt x="13482" y="1938"/>
                </a:cubicBezTo>
                <a:cubicBezTo>
                  <a:pt x="13615" y="1946"/>
                  <a:pt x="13706" y="1892"/>
                  <a:pt x="13773" y="1784"/>
                </a:cubicBezTo>
                <a:cubicBezTo>
                  <a:pt x="13956" y="1489"/>
                  <a:pt x="14143" y="1194"/>
                  <a:pt x="14325" y="899"/>
                </a:cubicBezTo>
                <a:cubicBezTo>
                  <a:pt x="14483" y="650"/>
                  <a:pt x="14579" y="617"/>
                  <a:pt x="14861" y="712"/>
                </a:cubicBezTo>
                <a:cubicBezTo>
                  <a:pt x="14895" y="725"/>
                  <a:pt x="14924" y="733"/>
                  <a:pt x="14957" y="746"/>
                </a:cubicBezTo>
                <a:cubicBezTo>
                  <a:pt x="15285" y="887"/>
                  <a:pt x="15339" y="991"/>
                  <a:pt x="15260" y="1340"/>
                </a:cubicBezTo>
                <a:cubicBezTo>
                  <a:pt x="15190" y="1651"/>
                  <a:pt x="15119" y="1958"/>
                  <a:pt x="15044" y="2270"/>
                </a:cubicBezTo>
                <a:cubicBezTo>
                  <a:pt x="15003" y="2440"/>
                  <a:pt x="15044" y="2573"/>
                  <a:pt x="15194" y="2673"/>
                </a:cubicBezTo>
                <a:cubicBezTo>
                  <a:pt x="15347" y="2776"/>
                  <a:pt x="15501" y="2872"/>
                  <a:pt x="15676" y="2938"/>
                </a:cubicBezTo>
                <a:cubicBezTo>
                  <a:pt x="15800" y="2984"/>
                  <a:pt x="15900" y="2955"/>
                  <a:pt x="15996" y="2864"/>
                </a:cubicBezTo>
                <a:cubicBezTo>
                  <a:pt x="16249" y="2623"/>
                  <a:pt x="16502" y="2390"/>
                  <a:pt x="16760" y="2154"/>
                </a:cubicBezTo>
                <a:cubicBezTo>
                  <a:pt x="16972" y="1954"/>
                  <a:pt x="17088" y="1946"/>
                  <a:pt x="17325" y="2108"/>
                </a:cubicBezTo>
                <a:cubicBezTo>
                  <a:pt x="17338" y="2116"/>
                  <a:pt x="17346" y="2120"/>
                  <a:pt x="17354" y="2129"/>
                </a:cubicBezTo>
                <a:cubicBezTo>
                  <a:pt x="17757" y="2419"/>
                  <a:pt x="17699" y="2544"/>
                  <a:pt x="17533" y="2847"/>
                </a:cubicBezTo>
                <a:cubicBezTo>
                  <a:pt x="17383" y="3121"/>
                  <a:pt x="17242" y="3404"/>
                  <a:pt x="17088" y="3678"/>
                </a:cubicBezTo>
                <a:cubicBezTo>
                  <a:pt x="17009" y="3823"/>
                  <a:pt x="17026" y="3948"/>
                  <a:pt x="17126" y="4072"/>
                </a:cubicBezTo>
                <a:cubicBezTo>
                  <a:pt x="17238" y="4209"/>
                  <a:pt x="17363" y="4334"/>
                  <a:pt x="17500" y="4442"/>
                </a:cubicBezTo>
                <a:cubicBezTo>
                  <a:pt x="17616" y="4533"/>
                  <a:pt x="17736" y="4546"/>
                  <a:pt x="17874" y="4475"/>
                </a:cubicBezTo>
                <a:cubicBezTo>
                  <a:pt x="18185" y="4305"/>
                  <a:pt x="18501" y="4139"/>
                  <a:pt x="18817" y="3977"/>
                </a:cubicBezTo>
                <a:cubicBezTo>
                  <a:pt x="19041" y="3860"/>
                  <a:pt x="19170" y="3885"/>
                  <a:pt x="19332" y="4085"/>
                </a:cubicBezTo>
                <a:cubicBezTo>
                  <a:pt x="19390" y="4151"/>
                  <a:pt x="19444" y="4222"/>
                  <a:pt x="19490" y="4296"/>
                </a:cubicBezTo>
                <a:cubicBezTo>
                  <a:pt x="19606" y="4479"/>
                  <a:pt x="19594" y="4600"/>
                  <a:pt x="19448" y="4762"/>
                </a:cubicBezTo>
                <a:cubicBezTo>
                  <a:pt x="19199" y="5032"/>
                  <a:pt x="18950" y="5306"/>
                  <a:pt x="18696" y="5571"/>
                </a:cubicBezTo>
                <a:cubicBezTo>
                  <a:pt x="18601" y="5671"/>
                  <a:pt x="18580" y="5779"/>
                  <a:pt x="18630" y="5904"/>
                </a:cubicBezTo>
                <a:cubicBezTo>
                  <a:pt x="18704" y="6082"/>
                  <a:pt x="18796" y="6248"/>
                  <a:pt x="18916" y="6402"/>
                </a:cubicBezTo>
                <a:cubicBezTo>
                  <a:pt x="19012" y="6527"/>
                  <a:pt x="19128" y="6560"/>
                  <a:pt x="19282" y="6523"/>
                </a:cubicBezTo>
                <a:cubicBezTo>
                  <a:pt x="19635" y="6435"/>
                  <a:pt x="19992" y="6356"/>
                  <a:pt x="20346" y="6282"/>
                </a:cubicBezTo>
                <a:cubicBezTo>
                  <a:pt x="20532" y="6240"/>
                  <a:pt x="20645" y="6294"/>
                  <a:pt x="20740" y="6464"/>
                </a:cubicBezTo>
                <a:cubicBezTo>
                  <a:pt x="20790" y="6556"/>
                  <a:pt x="20832" y="6651"/>
                  <a:pt x="20865" y="6751"/>
                </a:cubicBezTo>
                <a:cubicBezTo>
                  <a:pt x="20935" y="6979"/>
                  <a:pt x="20898" y="7087"/>
                  <a:pt x="20695" y="7216"/>
                </a:cubicBezTo>
                <a:cubicBezTo>
                  <a:pt x="20404" y="7399"/>
                  <a:pt x="20117" y="7590"/>
                  <a:pt x="19818" y="7760"/>
                </a:cubicBezTo>
                <a:cubicBezTo>
                  <a:pt x="19648" y="7860"/>
                  <a:pt x="19602" y="7993"/>
                  <a:pt x="19631" y="8167"/>
                </a:cubicBezTo>
                <a:cubicBezTo>
                  <a:pt x="19656" y="8329"/>
                  <a:pt x="19702" y="8487"/>
                  <a:pt x="19760" y="8641"/>
                </a:cubicBezTo>
                <a:cubicBezTo>
                  <a:pt x="19814" y="8782"/>
                  <a:pt x="19909" y="8857"/>
                  <a:pt x="20071" y="8861"/>
                </a:cubicBezTo>
                <a:cubicBezTo>
                  <a:pt x="20437" y="8865"/>
                  <a:pt x="20798" y="8890"/>
                  <a:pt x="21164" y="8902"/>
                </a:cubicBezTo>
                <a:cubicBezTo>
                  <a:pt x="21363" y="8911"/>
                  <a:pt x="21463" y="8989"/>
                  <a:pt x="21517" y="9180"/>
                </a:cubicBezTo>
                <a:cubicBezTo>
                  <a:pt x="21550" y="9288"/>
                  <a:pt x="21563" y="9401"/>
                  <a:pt x="21563" y="9517"/>
                </a:cubicBezTo>
                <a:cubicBezTo>
                  <a:pt x="21563" y="9741"/>
                  <a:pt x="21501" y="9832"/>
                  <a:pt x="21293" y="9899"/>
                </a:cubicBezTo>
                <a:cubicBezTo>
                  <a:pt x="20965" y="10003"/>
                  <a:pt x="20636" y="10102"/>
                  <a:pt x="20308" y="10202"/>
                </a:cubicBezTo>
                <a:cubicBezTo>
                  <a:pt x="20071" y="10273"/>
                  <a:pt x="20009" y="10347"/>
                  <a:pt x="20001" y="10592"/>
                </a:cubicBezTo>
                <a:cubicBezTo>
                  <a:pt x="19997" y="10763"/>
                  <a:pt x="19984" y="10937"/>
                  <a:pt x="20021" y="11107"/>
                </a:cubicBezTo>
                <a:cubicBezTo>
                  <a:pt x="20046" y="11224"/>
                  <a:pt x="20117" y="11294"/>
                  <a:pt x="20233" y="11332"/>
                </a:cubicBezTo>
                <a:cubicBezTo>
                  <a:pt x="20578" y="11436"/>
                  <a:pt x="20923" y="11539"/>
                  <a:pt x="21268" y="11647"/>
                </a:cubicBezTo>
                <a:cubicBezTo>
                  <a:pt x="21509" y="11722"/>
                  <a:pt x="21567" y="11805"/>
                  <a:pt x="21563" y="12059"/>
                </a:cubicBezTo>
                <a:cubicBezTo>
                  <a:pt x="21563" y="12083"/>
                  <a:pt x="21563" y="12108"/>
                  <a:pt x="21563" y="12133"/>
                </a:cubicBezTo>
                <a:cubicBezTo>
                  <a:pt x="21546" y="12524"/>
                  <a:pt x="21422" y="12648"/>
                  <a:pt x="21031" y="12661"/>
                </a:cubicBezTo>
                <a:cubicBezTo>
                  <a:pt x="20703" y="12669"/>
                  <a:pt x="20379" y="12686"/>
                  <a:pt x="20051" y="12690"/>
                </a:cubicBezTo>
                <a:cubicBezTo>
                  <a:pt x="19926" y="12694"/>
                  <a:pt x="19839" y="12748"/>
                  <a:pt x="19789" y="12852"/>
                </a:cubicBezTo>
                <a:cubicBezTo>
                  <a:pt x="19697" y="13047"/>
                  <a:pt x="19639" y="13250"/>
                  <a:pt x="19623" y="13466"/>
                </a:cubicBezTo>
                <a:cubicBezTo>
                  <a:pt x="19610" y="13603"/>
                  <a:pt x="19668" y="13695"/>
                  <a:pt x="19785" y="13765"/>
                </a:cubicBezTo>
                <a:cubicBezTo>
                  <a:pt x="20075" y="13944"/>
                  <a:pt x="20362" y="14123"/>
                  <a:pt x="20649" y="14305"/>
                </a:cubicBezTo>
                <a:cubicBezTo>
                  <a:pt x="20911" y="14467"/>
                  <a:pt x="20944" y="14567"/>
                  <a:pt x="20844" y="14858"/>
                </a:cubicBezTo>
                <a:cubicBezTo>
                  <a:pt x="20811" y="14957"/>
                  <a:pt x="20765" y="15053"/>
                  <a:pt x="20707" y="15140"/>
                </a:cubicBezTo>
                <a:cubicBezTo>
                  <a:pt x="20653" y="15219"/>
                  <a:pt x="20566" y="15273"/>
                  <a:pt x="20441" y="15273"/>
                </a:cubicBezTo>
                <a:close/>
                <a:moveTo>
                  <a:pt x="10777" y="18616"/>
                </a:moveTo>
                <a:cubicBezTo>
                  <a:pt x="15053" y="18633"/>
                  <a:pt x="18659" y="15194"/>
                  <a:pt x="18655" y="10750"/>
                </a:cubicBezTo>
                <a:cubicBezTo>
                  <a:pt x="18650" y="6381"/>
                  <a:pt x="15144" y="2897"/>
                  <a:pt x="10790" y="2893"/>
                </a:cubicBezTo>
                <a:cubicBezTo>
                  <a:pt x="6411" y="2889"/>
                  <a:pt x="2929" y="6398"/>
                  <a:pt x="2913" y="10721"/>
                </a:cubicBezTo>
                <a:cubicBezTo>
                  <a:pt x="2896" y="15148"/>
                  <a:pt x="6490" y="18629"/>
                  <a:pt x="10777" y="18616"/>
                </a:cubicBezTo>
                <a:close/>
              </a:path>
            </a:pathLst>
          </a:custGeom>
          <a:solidFill>
            <a:srgbClr val="FF0000"/>
          </a:solidFill>
          <a:ln w="12700">
            <a:miter lim="400000"/>
          </a:ln>
        </p:spPr>
        <p:txBody>
          <a:bodyPr lIns="0" tIns="0" rIns="0" bIns="0" anchor="ctr"/>
          <a:lstStyle/>
          <a:p>
            <a:endParaRPr/>
          </a:p>
        </p:txBody>
      </p:sp>
      <p:grpSp>
        <p:nvGrpSpPr>
          <p:cNvPr id="961" name="Group 43"/>
          <p:cNvGrpSpPr/>
          <p:nvPr/>
        </p:nvGrpSpPr>
        <p:grpSpPr>
          <a:xfrm>
            <a:off x="2535178" y="1216087"/>
            <a:ext cx="487542" cy="1162375"/>
            <a:chOff x="0" y="0"/>
            <a:chExt cx="487540" cy="1162374"/>
          </a:xfrm>
        </p:grpSpPr>
        <p:sp>
          <p:nvSpPr>
            <p:cNvPr id="959" name="Freeform: Shape 42"/>
            <p:cNvSpPr/>
            <p:nvPr/>
          </p:nvSpPr>
          <p:spPr>
            <a:xfrm>
              <a:off x="-1" y="-1"/>
              <a:ext cx="487542" cy="1162376"/>
            </a:xfrm>
            <a:custGeom>
              <a:avLst/>
              <a:gdLst/>
              <a:ahLst/>
              <a:cxnLst>
                <a:cxn ang="0">
                  <a:pos x="wd2" y="hd2"/>
                </a:cxn>
                <a:cxn ang="5400000">
                  <a:pos x="wd2" y="hd2"/>
                </a:cxn>
                <a:cxn ang="10800000">
                  <a:pos x="wd2" y="hd2"/>
                </a:cxn>
                <a:cxn ang="16200000">
                  <a:pos x="wd2" y="hd2"/>
                </a:cxn>
              </a:cxnLst>
              <a:rect l="0" t="0" r="r" b="b"/>
              <a:pathLst>
                <a:path w="21600" h="21369" extrusionOk="0">
                  <a:moveTo>
                    <a:pt x="3799" y="0"/>
                  </a:moveTo>
                  <a:lnTo>
                    <a:pt x="6636" y="0"/>
                  </a:lnTo>
                  <a:lnTo>
                    <a:pt x="6717" y="1058"/>
                  </a:lnTo>
                  <a:cubicBezTo>
                    <a:pt x="6856" y="2878"/>
                    <a:pt x="6999" y="4743"/>
                    <a:pt x="7145" y="6656"/>
                  </a:cubicBezTo>
                  <a:cubicBezTo>
                    <a:pt x="7145" y="6656"/>
                    <a:pt x="7145" y="6656"/>
                    <a:pt x="10800" y="6656"/>
                  </a:cubicBezTo>
                  <a:cubicBezTo>
                    <a:pt x="10800" y="6656"/>
                    <a:pt x="10800" y="6656"/>
                    <a:pt x="13957" y="6656"/>
                  </a:cubicBezTo>
                  <a:cubicBezTo>
                    <a:pt x="13957" y="6656"/>
                    <a:pt x="13957" y="6656"/>
                    <a:pt x="14012" y="1570"/>
                  </a:cubicBezTo>
                  <a:lnTo>
                    <a:pt x="14029" y="0"/>
                  </a:lnTo>
                  <a:lnTo>
                    <a:pt x="16854" y="0"/>
                  </a:lnTo>
                  <a:lnTo>
                    <a:pt x="16841" y="1254"/>
                  </a:lnTo>
                  <a:cubicBezTo>
                    <a:pt x="16822" y="3053"/>
                    <a:pt x="16802" y="4897"/>
                    <a:pt x="16782" y="6787"/>
                  </a:cubicBezTo>
                  <a:cubicBezTo>
                    <a:pt x="17612" y="6918"/>
                    <a:pt x="18277" y="7114"/>
                    <a:pt x="18942" y="7377"/>
                  </a:cubicBezTo>
                  <a:cubicBezTo>
                    <a:pt x="18942" y="7377"/>
                    <a:pt x="18942" y="7377"/>
                    <a:pt x="20271" y="7967"/>
                  </a:cubicBezTo>
                  <a:cubicBezTo>
                    <a:pt x="21102" y="8294"/>
                    <a:pt x="21600" y="8819"/>
                    <a:pt x="21600" y="9277"/>
                  </a:cubicBezTo>
                  <a:cubicBezTo>
                    <a:pt x="21600" y="9277"/>
                    <a:pt x="21600" y="9277"/>
                    <a:pt x="21600" y="11834"/>
                  </a:cubicBezTo>
                  <a:cubicBezTo>
                    <a:pt x="21600" y="12227"/>
                    <a:pt x="21268" y="12620"/>
                    <a:pt x="20603" y="13014"/>
                  </a:cubicBezTo>
                  <a:cubicBezTo>
                    <a:pt x="20603" y="13014"/>
                    <a:pt x="20603" y="13014"/>
                    <a:pt x="15452" y="15898"/>
                  </a:cubicBezTo>
                  <a:cubicBezTo>
                    <a:pt x="15120" y="16094"/>
                    <a:pt x="14622" y="16225"/>
                    <a:pt x="14123" y="16356"/>
                  </a:cubicBezTo>
                  <a:cubicBezTo>
                    <a:pt x="14123" y="16422"/>
                    <a:pt x="14123" y="16422"/>
                    <a:pt x="14123" y="16422"/>
                  </a:cubicBezTo>
                  <a:cubicBezTo>
                    <a:pt x="13458" y="16881"/>
                    <a:pt x="11963" y="18061"/>
                    <a:pt x="12628" y="18782"/>
                  </a:cubicBezTo>
                  <a:cubicBezTo>
                    <a:pt x="13292" y="19503"/>
                    <a:pt x="16782" y="19568"/>
                    <a:pt x="17778" y="18913"/>
                  </a:cubicBezTo>
                  <a:cubicBezTo>
                    <a:pt x="18277" y="18585"/>
                    <a:pt x="18609" y="17929"/>
                    <a:pt x="18775" y="17405"/>
                  </a:cubicBezTo>
                  <a:cubicBezTo>
                    <a:pt x="18775" y="17340"/>
                    <a:pt x="18775" y="17274"/>
                    <a:pt x="18775" y="17208"/>
                  </a:cubicBezTo>
                  <a:cubicBezTo>
                    <a:pt x="18775" y="17143"/>
                    <a:pt x="18775" y="16946"/>
                    <a:pt x="18775" y="16750"/>
                  </a:cubicBezTo>
                  <a:cubicBezTo>
                    <a:pt x="18775" y="16487"/>
                    <a:pt x="19772" y="16422"/>
                    <a:pt x="19938" y="16684"/>
                  </a:cubicBezTo>
                  <a:cubicBezTo>
                    <a:pt x="20105" y="16881"/>
                    <a:pt x="20105" y="17143"/>
                    <a:pt x="20271" y="17274"/>
                  </a:cubicBezTo>
                  <a:cubicBezTo>
                    <a:pt x="20271" y="17340"/>
                    <a:pt x="20271" y="17405"/>
                    <a:pt x="20271" y="17471"/>
                  </a:cubicBezTo>
                  <a:cubicBezTo>
                    <a:pt x="20271" y="17536"/>
                    <a:pt x="20271" y="17602"/>
                    <a:pt x="20271" y="17667"/>
                  </a:cubicBezTo>
                  <a:cubicBezTo>
                    <a:pt x="20437" y="18061"/>
                    <a:pt x="21434" y="19175"/>
                    <a:pt x="19938" y="20289"/>
                  </a:cubicBezTo>
                  <a:cubicBezTo>
                    <a:pt x="18609" y="21272"/>
                    <a:pt x="14455" y="21600"/>
                    <a:pt x="11298" y="21207"/>
                  </a:cubicBezTo>
                  <a:cubicBezTo>
                    <a:pt x="7643" y="20748"/>
                    <a:pt x="5982" y="19306"/>
                    <a:pt x="6314" y="17995"/>
                  </a:cubicBezTo>
                  <a:cubicBezTo>
                    <a:pt x="6480" y="17471"/>
                    <a:pt x="6978" y="16881"/>
                    <a:pt x="7477" y="16422"/>
                  </a:cubicBezTo>
                  <a:cubicBezTo>
                    <a:pt x="6978" y="16291"/>
                    <a:pt x="6480" y="16094"/>
                    <a:pt x="6148" y="15898"/>
                  </a:cubicBezTo>
                  <a:cubicBezTo>
                    <a:pt x="6148" y="15898"/>
                    <a:pt x="6148" y="15898"/>
                    <a:pt x="997" y="13014"/>
                  </a:cubicBezTo>
                  <a:cubicBezTo>
                    <a:pt x="332" y="12620"/>
                    <a:pt x="0" y="12227"/>
                    <a:pt x="0" y="11834"/>
                  </a:cubicBezTo>
                  <a:cubicBezTo>
                    <a:pt x="0" y="11834"/>
                    <a:pt x="0" y="11834"/>
                    <a:pt x="0" y="9277"/>
                  </a:cubicBezTo>
                  <a:cubicBezTo>
                    <a:pt x="0" y="8819"/>
                    <a:pt x="498" y="8294"/>
                    <a:pt x="1329" y="7967"/>
                  </a:cubicBezTo>
                  <a:cubicBezTo>
                    <a:pt x="1329" y="7967"/>
                    <a:pt x="1329" y="7967"/>
                    <a:pt x="2658" y="7377"/>
                  </a:cubicBezTo>
                  <a:cubicBezTo>
                    <a:pt x="3157" y="7180"/>
                    <a:pt x="3655" y="6983"/>
                    <a:pt x="4320" y="6852"/>
                  </a:cubicBezTo>
                  <a:cubicBezTo>
                    <a:pt x="4320" y="6852"/>
                    <a:pt x="4320" y="6852"/>
                    <a:pt x="3926" y="1671"/>
                  </a:cubicBezTo>
                  <a:close/>
                </a:path>
              </a:pathLst>
            </a:custGeom>
            <a:solidFill>
              <a:srgbClr val="FF0000"/>
            </a:solidFill>
            <a:ln w="12700" cap="flat">
              <a:noFill/>
              <a:miter lim="400000"/>
            </a:ln>
            <a:effectLst/>
          </p:spPr>
          <p:txBody>
            <a:bodyPr wrap="square" lIns="0" tIns="0" rIns="0" bIns="0" numCol="1" anchor="t">
              <a:noAutofit/>
            </a:bodyPr>
            <a:lstStyle/>
            <a:p>
              <a:endParaRPr/>
            </a:p>
          </p:txBody>
        </p:sp>
        <p:sp>
          <p:nvSpPr>
            <p:cNvPr id="960" name="Freeform: Shape 4"/>
            <p:cNvSpPr/>
            <p:nvPr/>
          </p:nvSpPr>
          <p:spPr>
            <a:xfrm>
              <a:off x="-1" y="370113"/>
              <a:ext cx="487542" cy="520192"/>
            </a:xfrm>
            <a:custGeom>
              <a:avLst/>
              <a:gdLst/>
              <a:ahLst/>
              <a:cxnLst>
                <a:cxn ang="0">
                  <a:pos x="wd2" y="hd2"/>
                </a:cxn>
                <a:cxn ang="5400000">
                  <a:pos x="wd2" y="hd2"/>
                </a:cxn>
                <a:cxn ang="10800000">
                  <a:pos x="wd2" y="hd2"/>
                </a:cxn>
                <a:cxn ang="16200000">
                  <a:pos x="wd2" y="hd2"/>
                </a:cxn>
              </a:cxnLst>
              <a:rect l="0" t="0" r="r" b="b"/>
              <a:pathLst>
                <a:path w="21600" h="21600" extrusionOk="0">
                  <a:moveTo>
                    <a:pt x="21485" y="5417"/>
                  </a:moveTo>
                  <a:lnTo>
                    <a:pt x="21600" y="5936"/>
                  </a:lnTo>
                  <a:lnTo>
                    <a:pt x="21600" y="11710"/>
                  </a:lnTo>
                  <a:cubicBezTo>
                    <a:pt x="21600" y="12598"/>
                    <a:pt x="21268" y="13486"/>
                    <a:pt x="20603" y="14375"/>
                  </a:cubicBezTo>
                  <a:lnTo>
                    <a:pt x="15452" y="20889"/>
                  </a:lnTo>
                  <a:lnTo>
                    <a:pt x="14540" y="21600"/>
                  </a:lnTo>
                  <a:lnTo>
                    <a:pt x="12189" y="21600"/>
                  </a:lnTo>
                  <a:close/>
                  <a:moveTo>
                    <a:pt x="13572" y="9"/>
                  </a:moveTo>
                  <a:lnTo>
                    <a:pt x="13957" y="14"/>
                  </a:lnTo>
                  <a:cubicBezTo>
                    <a:pt x="15563" y="64"/>
                    <a:pt x="15951" y="39"/>
                    <a:pt x="16782" y="310"/>
                  </a:cubicBezTo>
                  <a:lnTo>
                    <a:pt x="18448" y="1339"/>
                  </a:lnTo>
                  <a:lnTo>
                    <a:pt x="6856" y="21520"/>
                  </a:lnTo>
                  <a:lnTo>
                    <a:pt x="6148" y="20889"/>
                  </a:lnTo>
                  <a:lnTo>
                    <a:pt x="3501" y="17542"/>
                  </a:lnTo>
                  <a:close/>
                  <a:moveTo>
                    <a:pt x="8198" y="0"/>
                  </a:moveTo>
                  <a:lnTo>
                    <a:pt x="580" y="13261"/>
                  </a:lnTo>
                  <a:lnTo>
                    <a:pt x="0" y="11710"/>
                  </a:lnTo>
                  <a:lnTo>
                    <a:pt x="0" y="5936"/>
                  </a:lnTo>
                  <a:cubicBezTo>
                    <a:pt x="0" y="4900"/>
                    <a:pt x="498" y="3715"/>
                    <a:pt x="1329" y="2975"/>
                  </a:cubicBezTo>
                  <a:lnTo>
                    <a:pt x="2658" y="1643"/>
                  </a:lnTo>
                  <a:cubicBezTo>
                    <a:pt x="3157" y="1199"/>
                    <a:pt x="3655" y="755"/>
                    <a:pt x="4320" y="458"/>
                  </a:cubicBezTo>
                  <a:cubicBezTo>
                    <a:pt x="5068" y="187"/>
                    <a:pt x="5538" y="88"/>
                    <a:pt x="7145" y="14"/>
                  </a:cubicBezTo>
                  <a:close/>
                </a:path>
              </a:pathLst>
            </a:custGeom>
            <a:solidFill>
              <a:srgbClr val="FF0000"/>
            </a:solidFill>
            <a:ln w="12700" cap="flat">
              <a:noFill/>
              <a:miter lim="400000"/>
            </a:ln>
            <a:effectLst/>
          </p:spPr>
          <p:txBody>
            <a:bodyPr wrap="square" lIns="0" tIns="0" rIns="0" bIns="0" numCol="1" anchor="t">
              <a:noAutofit/>
            </a:bodyPr>
            <a:lstStyle/>
            <a:p>
              <a:endParaRPr/>
            </a:p>
          </p:txBody>
        </p:sp>
      </p:grpSp>
      <p:sp>
        <p:nvSpPr>
          <p:cNvPr id="962" name="Freeform: Shape 39"/>
          <p:cNvSpPr/>
          <p:nvPr/>
        </p:nvSpPr>
        <p:spPr>
          <a:xfrm flipV="1">
            <a:off x="2075476" y="2351677"/>
            <a:ext cx="667279" cy="720999"/>
          </a:xfrm>
          <a:prstGeom prst="line">
            <a:avLst/>
          </a:prstGeom>
          <a:ln w="34925">
            <a:solidFill>
              <a:srgbClr val="010101"/>
            </a:solidFill>
          </a:ln>
        </p:spPr>
        <p:txBody>
          <a:bodyPr lIns="45719" rIns="45719"/>
          <a:lstStyle/>
          <a:p>
            <a:endParaRPr/>
          </a:p>
        </p:txBody>
      </p:sp>
      <p:sp>
        <p:nvSpPr>
          <p:cNvPr id="963" name="Freeform: Shape 40"/>
          <p:cNvSpPr/>
          <p:nvPr/>
        </p:nvSpPr>
        <p:spPr>
          <a:xfrm flipH="1" flipV="1">
            <a:off x="2893891" y="2278308"/>
            <a:ext cx="784358" cy="869262"/>
          </a:xfrm>
          <a:prstGeom prst="line">
            <a:avLst/>
          </a:prstGeom>
          <a:ln w="34925">
            <a:solidFill>
              <a:srgbClr val="010101"/>
            </a:solidFill>
          </a:ln>
        </p:spPr>
        <p:txBody>
          <a:bodyPr lIns="45719" rIns="45719"/>
          <a:lstStyle/>
          <a:p>
            <a:endParaRPr/>
          </a:p>
        </p:txBody>
      </p:sp>
      <p:sp>
        <p:nvSpPr>
          <p:cNvPr id="964" name="Ce projet de fin d’études a été le fruit d’une expérience très enrichissante.…"/>
          <p:cNvSpPr txBox="1">
            <a:spLocks noGrp="1"/>
          </p:cNvSpPr>
          <p:nvPr>
            <p:ph type="body" idx="1"/>
          </p:nvPr>
        </p:nvSpPr>
        <p:spPr>
          <a:xfrm>
            <a:off x="4978108" y="1654963"/>
            <a:ext cx="6873831" cy="4932091"/>
          </a:xfrm>
          <a:prstGeom prst="rect">
            <a:avLst/>
          </a:prstGeom>
        </p:spPr>
        <p:txBody>
          <a:bodyPr lIns="50800" tIns="50800" rIns="50800" bIns="50800" anchor="ctr"/>
          <a:lstStyle/>
          <a:p>
            <a:pPr marL="391159" indent="-391159" algn="l" defTabSz="1072869">
              <a:spcBef>
                <a:spcPts val="1900"/>
              </a:spcBef>
              <a:buSzPct val="60000"/>
              <a:buBlip>
                <a:blip r:embed="rId3"/>
              </a:buBlip>
              <a:defRPr sz="2112" b="0">
                <a:solidFill>
                  <a:srgbClr val="000000"/>
                </a:solidFill>
              </a:defRPr>
            </a:pPr>
            <a:endParaRPr dirty="0"/>
          </a:p>
        </p:txBody>
      </p:sp>
      <p:sp>
        <p:nvSpPr>
          <p:cNvPr id="965" name="Numéro de diapositive"/>
          <p:cNvSpPr txBox="1">
            <a:spLocks noGrp="1"/>
          </p:cNvSpPr>
          <p:nvPr>
            <p:ph type="sldNum" sz="quarter" idx="2"/>
          </p:nvPr>
        </p:nvSpPr>
        <p:spPr>
          <a:xfrm>
            <a:off x="11736831" y="6371065"/>
            <a:ext cx="372540" cy="383541"/>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lgn="ctr">
              <a:defRPr sz="1900"/>
            </a:lvl1pPr>
          </a:lstStyle>
          <a:p>
            <a:fld id="{86CB4B4D-7CA3-9044-876B-883B54F8677D}" type="slidenum">
              <a:rPr/>
              <a:t>33</a:t>
            </a:fld>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1" nodeType="afterEffect">
                                  <p:stCondLst>
                                    <p:cond delay="100"/>
                                  </p:stCondLst>
                                  <p:childTnLst>
                                    <p:set>
                                      <p:cBhvr>
                                        <p:cTn id="6" dur="1" fill="hold">
                                          <p:stCondLst>
                                            <p:cond delay="0"/>
                                          </p:stCondLst>
                                        </p:cTn>
                                        <p:tgtEl>
                                          <p:spTgt spid="958"/>
                                        </p:tgtEl>
                                        <p:attrNameLst>
                                          <p:attrName>style.visibility</p:attrName>
                                        </p:attrNameLst>
                                      </p:cBhvr>
                                      <p:to>
                                        <p:strVal val="visible"/>
                                      </p:to>
                                    </p:set>
                                    <p:anim calcmode="lin" valueType="num">
                                      <p:cBhvr>
                                        <p:cTn id="7" dur="1000" fill="hold"/>
                                        <p:tgtEl>
                                          <p:spTgt spid="958"/>
                                        </p:tgtEl>
                                        <p:attrNameLst>
                                          <p:attrName>ppt_w</p:attrName>
                                        </p:attrNameLst>
                                      </p:cBhvr>
                                      <p:tavLst>
                                        <p:tav tm="0">
                                          <p:val>
                                            <p:fltVal val="0"/>
                                          </p:val>
                                        </p:tav>
                                        <p:tav tm="100000">
                                          <p:val>
                                            <p:strVal val="#ppt_w"/>
                                          </p:val>
                                        </p:tav>
                                      </p:tavLst>
                                    </p:anim>
                                    <p:anim calcmode="lin" valueType="num">
                                      <p:cBhvr>
                                        <p:cTn id="8" dur="1000" fill="hold"/>
                                        <p:tgtEl>
                                          <p:spTgt spid="958"/>
                                        </p:tgtEl>
                                        <p:attrNameLst>
                                          <p:attrName>ppt_h</p:attrName>
                                        </p:attrNameLst>
                                      </p:cBhvr>
                                      <p:tavLst>
                                        <p:tav tm="0">
                                          <p:val>
                                            <p:fltVal val="0"/>
                                          </p:val>
                                        </p:tav>
                                        <p:tav tm="100000">
                                          <p:val>
                                            <p:strVal val="#ppt_h"/>
                                          </p:val>
                                        </p:tav>
                                      </p:tavLst>
                                    </p:anim>
                                    <p:anim calcmode="lin" valueType="num">
                                      <p:cBhvr>
                                        <p:cTn id="9" dur="1000" fill="hold"/>
                                        <p:tgtEl>
                                          <p:spTgt spid="958"/>
                                        </p:tgtEl>
                                        <p:attrNameLst>
                                          <p:attrName>style.rotation</p:attrName>
                                        </p:attrNameLst>
                                      </p:cBhvr>
                                      <p:tavLst>
                                        <p:tav tm="0">
                                          <p:val>
                                            <p:fltVal val="90"/>
                                          </p:val>
                                        </p:tav>
                                        <p:tav tm="100000">
                                          <p:val>
                                            <p:fltVal val="0"/>
                                          </p:val>
                                        </p:tav>
                                      </p:tavLst>
                                    </p:anim>
                                    <p:animEffect transition="in" filter="fade">
                                      <p:cBhvr>
                                        <p:cTn id="10" dur="1000"/>
                                        <p:tgtEl>
                                          <p:spTgt spid="958"/>
                                        </p:tgtEl>
                                      </p:cBhvr>
                                    </p:animEffect>
                                  </p:childTnLst>
                                </p:cTn>
                              </p:par>
                            </p:childTnLst>
                          </p:cTn>
                        </p:par>
                        <p:par>
                          <p:cTn id="11" fill="hold">
                            <p:stCondLst>
                              <p:cond delay="1100"/>
                            </p:stCondLst>
                            <p:childTnLst>
                              <p:par>
                                <p:cTn id="12" presetID="2" presetClass="entr" presetSubtype="8" fill="hold" grpId="2" nodeType="afterEffect">
                                  <p:stCondLst>
                                    <p:cond delay="200"/>
                                  </p:stCondLst>
                                  <p:iterate>
                                    <p:tmAbs val="0"/>
                                  </p:iterate>
                                  <p:childTnLst>
                                    <p:set>
                                      <p:cBhvr>
                                        <p:cTn id="13" fill="hold"/>
                                        <p:tgtEl>
                                          <p:spTgt spid="964"/>
                                        </p:tgtEl>
                                        <p:attrNameLst>
                                          <p:attrName>style.visibility</p:attrName>
                                        </p:attrNameLst>
                                      </p:cBhvr>
                                      <p:to>
                                        <p:strVal val="visible"/>
                                      </p:to>
                                    </p:set>
                                    <p:anim calcmode="lin" valueType="num">
                                      <p:cBhvr>
                                        <p:cTn id="14" dur="1000" fill="hold"/>
                                        <p:tgtEl>
                                          <p:spTgt spid="964"/>
                                        </p:tgtEl>
                                        <p:attrNameLst>
                                          <p:attrName>ppt_x</p:attrName>
                                        </p:attrNameLst>
                                      </p:cBhvr>
                                      <p:tavLst>
                                        <p:tav tm="0">
                                          <p:val>
                                            <p:strVal val="0-#ppt_w/2"/>
                                          </p:val>
                                        </p:tav>
                                        <p:tav tm="100000">
                                          <p:val>
                                            <p:strVal val="#ppt_x"/>
                                          </p:val>
                                        </p:tav>
                                      </p:tavLst>
                                    </p:anim>
                                    <p:anim calcmode="lin" valueType="num">
                                      <p:cBhvr>
                                        <p:cTn id="15" dur="1000" fill="hold"/>
                                        <p:tgtEl>
                                          <p:spTgt spid="96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8" grpId="1" animBg="1" advAuto="0"/>
      <p:bldP spid="964" grpId="2" animBg="1" advAuto="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73" name="Diagramme 9"/>
          <p:cNvGrpSpPr/>
          <p:nvPr/>
        </p:nvGrpSpPr>
        <p:grpSpPr>
          <a:xfrm>
            <a:off x="1787" y="0"/>
            <a:ext cx="12180687" cy="768628"/>
            <a:chOff x="0" y="0"/>
            <a:chExt cx="12180685" cy="768626"/>
          </a:xfrm>
        </p:grpSpPr>
        <p:grpSp>
          <p:nvGrpSpPr>
            <p:cNvPr id="969" name="Grouper"/>
            <p:cNvGrpSpPr/>
            <p:nvPr/>
          </p:nvGrpSpPr>
          <p:grpSpPr>
            <a:xfrm>
              <a:off x="0" y="0"/>
              <a:ext cx="6762750" cy="768627"/>
              <a:chOff x="0" y="0"/>
              <a:chExt cx="6762749" cy="768626"/>
            </a:xfrm>
          </p:grpSpPr>
          <p:sp>
            <p:nvSpPr>
              <p:cNvPr id="967" name="Figure"/>
              <p:cNvSpPr/>
              <p:nvPr/>
            </p:nvSpPr>
            <p:spPr>
              <a:xfrm>
                <a:off x="-1" y="-1"/>
                <a:ext cx="6762751" cy="76862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0373" y="0"/>
                    </a:lnTo>
                    <a:lnTo>
                      <a:pt x="21600" y="10800"/>
                    </a:lnTo>
                    <a:lnTo>
                      <a:pt x="20373" y="21600"/>
                    </a:lnTo>
                    <a:lnTo>
                      <a:pt x="0" y="21600"/>
                    </a:lnTo>
                    <a:close/>
                  </a:path>
                </a:pathLst>
              </a:custGeom>
              <a:solidFill>
                <a:srgbClr val="FFFFFF"/>
              </a:solidFill>
              <a:ln w="12700" cap="flat">
                <a:noFill/>
                <a:miter lim="400000"/>
              </a:ln>
              <a:effectLst>
                <a:outerShdw blurRad="38100" dist="20000" dir="5400000" rotWithShape="0">
                  <a:srgbClr val="000000">
                    <a:alpha val="38000"/>
                  </a:srgbClr>
                </a:outerShdw>
              </a:effectLst>
            </p:spPr>
            <p:txBody>
              <a:bodyPr wrap="square" lIns="0" tIns="0" rIns="0" bIns="0" numCol="1" anchor="ctr">
                <a:noAutofit/>
              </a:bodyPr>
              <a:lstStyle/>
              <a:p>
                <a:pPr algn="ctr" defTabSz="1066800">
                  <a:lnSpc>
                    <a:spcPct val="90000"/>
                  </a:lnSpc>
                  <a:spcBef>
                    <a:spcPts val="700"/>
                  </a:spcBef>
                  <a:defRPr sz="4100"/>
                </a:pPr>
                <a:endParaRPr/>
              </a:p>
            </p:txBody>
          </p:sp>
          <p:sp>
            <p:nvSpPr>
              <p:cNvPr id="968" name="Conclusion"/>
              <p:cNvSpPr txBox="1"/>
              <p:nvPr/>
            </p:nvSpPr>
            <p:spPr>
              <a:xfrm>
                <a:off x="96011" y="168159"/>
                <a:ext cx="6474582" cy="43230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2003" tIns="32003" rIns="32003" bIns="32003" numCol="1" anchor="ctr">
                <a:spAutoFit/>
              </a:bodyPr>
              <a:lstStyle>
                <a:lvl1pPr algn="ctr" defTabSz="1066800">
                  <a:lnSpc>
                    <a:spcPct val="90000"/>
                  </a:lnSpc>
                  <a:spcBef>
                    <a:spcPts val="1000"/>
                  </a:spcBef>
                  <a:defRPr sz="2400"/>
                </a:lvl1pPr>
              </a:lstStyle>
              <a:p>
                <a:r>
                  <a:t>Conclusion</a:t>
                </a:r>
              </a:p>
            </p:txBody>
          </p:sp>
        </p:grpSp>
        <p:grpSp>
          <p:nvGrpSpPr>
            <p:cNvPr id="972" name="Grouper"/>
            <p:cNvGrpSpPr/>
            <p:nvPr/>
          </p:nvGrpSpPr>
          <p:grpSpPr>
            <a:xfrm>
              <a:off x="5417935" y="0"/>
              <a:ext cx="6762751" cy="768627"/>
              <a:chOff x="0" y="0"/>
              <a:chExt cx="6762749" cy="768626"/>
            </a:xfrm>
          </p:grpSpPr>
          <p:sp>
            <p:nvSpPr>
              <p:cNvPr id="970" name="Chevron"/>
              <p:cNvSpPr/>
              <p:nvPr/>
            </p:nvSpPr>
            <p:spPr>
              <a:xfrm>
                <a:off x="0" y="0"/>
                <a:ext cx="6762750" cy="768627"/>
              </a:xfrm>
              <a:prstGeom prst="chevron">
                <a:avLst>
                  <a:gd name="adj" fmla="val 50000"/>
                </a:avLst>
              </a:prstGeom>
              <a:solidFill>
                <a:srgbClr val="E9041E"/>
              </a:solidFill>
              <a:ln w="12700" cap="flat">
                <a:noFill/>
                <a:miter lim="400000"/>
              </a:ln>
              <a:effectLst>
                <a:outerShdw blurRad="38100" dist="20000" dir="5400000" rotWithShape="0">
                  <a:srgbClr val="000000">
                    <a:alpha val="38000"/>
                  </a:srgbClr>
                </a:outerShdw>
              </a:effectLst>
            </p:spPr>
            <p:txBody>
              <a:bodyPr wrap="square" lIns="0" tIns="0" rIns="0" bIns="0" numCol="1" anchor="ctr">
                <a:noAutofit/>
              </a:bodyPr>
              <a:lstStyle/>
              <a:p>
                <a:pPr algn="ctr" defTabSz="1066800">
                  <a:lnSpc>
                    <a:spcPct val="90000"/>
                  </a:lnSpc>
                  <a:spcBef>
                    <a:spcPts val="700"/>
                  </a:spcBef>
                  <a:defRPr sz="4100" b="1">
                    <a:solidFill>
                      <a:srgbClr val="FFFFFF"/>
                    </a:solidFill>
                  </a:defRPr>
                </a:pPr>
                <a:endParaRPr/>
              </a:p>
            </p:txBody>
          </p:sp>
          <p:sp>
            <p:nvSpPr>
              <p:cNvPr id="971" name="Perspectives"/>
              <p:cNvSpPr txBox="1"/>
              <p:nvPr/>
            </p:nvSpPr>
            <p:spPr>
              <a:xfrm>
                <a:off x="448320" y="168159"/>
                <a:ext cx="5930116" cy="43230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2003" tIns="32003" rIns="32003" bIns="32003" numCol="1" anchor="ctr">
                <a:spAutoFit/>
              </a:bodyPr>
              <a:lstStyle>
                <a:lvl1pPr algn="ctr" defTabSz="1066800">
                  <a:lnSpc>
                    <a:spcPct val="90000"/>
                  </a:lnSpc>
                  <a:spcBef>
                    <a:spcPts val="1000"/>
                  </a:spcBef>
                  <a:defRPr sz="2400" b="1">
                    <a:solidFill>
                      <a:srgbClr val="FFFFFF"/>
                    </a:solidFill>
                  </a:defRPr>
                </a:lvl1pPr>
              </a:lstStyle>
              <a:p>
                <a:r>
                  <a:t>Perspectives</a:t>
                </a:r>
              </a:p>
            </p:txBody>
          </p:sp>
        </p:grpSp>
      </p:grpSp>
      <p:sp>
        <p:nvSpPr>
          <p:cNvPr id="974" name="ZoneTexte 7"/>
          <p:cNvSpPr/>
          <p:nvPr/>
        </p:nvSpPr>
        <p:spPr>
          <a:xfrm>
            <a:off x="0" y="0"/>
            <a:ext cx="1285461" cy="6858000"/>
          </a:xfrm>
          <a:prstGeom prst="rect">
            <a:avLst/>
          </a:prstGeom>
          <a:solidFill>
            <a:srgbClr val="E9041E"/>
          </a:solidFill>
          <a:ln w="12700">
            <a:miter lim="400000"/>
          </a:ln>
        </p:spPr>
        <p:txBody>
          <a:bodyPr lIns="0" tIns="0" rIns="0" bIns="0"/>
          <a:lstStyle/>
          <a:p>
            <a:pPr>
              <a:defRPr sz="900">
                <a:latin typeface="Arial"/>
                <a:ea typeface="Arial"/>
                <a:cs typeface="Arial"/>
                <a:sym typeface="Arial"/>
              </a:defRPr>
            </a:pPr>
            <a:endParaRPr/>
          </a:p>
        </p:txBody>
      </p:sp>
      <p:grpSp>
        <p:nvGrpSpPr>
          <p:cNvPr id="977" name="Group 13"/>
          <p:cNvGrpSpPr/>
          <p:nvPr/>
        </p:nvGrpSpPr>
        <p:grpSpPr>
          <a:xfrm>
            <a:off x="1285460" y="744964"/>
            <a:ext cx="5606772" cy="511415"/>
            <a:chOff x="0" y="0"/>
            <a:chExt cx="5606770" cy="511413"/>
          </a:xfrm>
        </p:grpSpPr>
        <p:sp>
          <p:nvSpPr>
            <p:cNvPr id="975" name="Freeform: Shape 12"/>
            <p:cNvSpPr/>
            <p:nvPr/>
          </p:nvSpPr>
          <p:spPr>
            <a:xfrm>
              <a:off x="0" y="-1"/>
              <a:ext cx="5544461" cy="51141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0"/>
                  </a:lnTo>
                  <a:lnTo>
                    <a:pt x="20680" y="21600"/>
                  </a:lnTo>
                  <a:lnTo>
                    <a:pt x="0" y="21600"/>
                  </a:lnTo>
                  <a:close/>
                </a:path>
              </a:pathLst>
            </a:custGeom>
            <a:solidFill>
              <a:srgbClr val="1A1A1A"/>
            </a:solidFill>
            <a:ln w="12700" cap="flat">
              <a:noFill/>
              <a:miter lim="400000"/>
            </a:ln>
            <a:effectLst/>
          </p:spPr>
          <p:txBody>
            <a:bodyPr wrap="square" lIns="0" tIns="0" rIns="0" bIns="0" numCol="1" anchor="ctr">
              <a:noAutofit/>
            </a:bodyPr>
            <a:lstStyle/>
            <a:p>
              <a:pPr algn="ctr">
                <a:defRPr>
                  <a:solidFill>
                    <a:srgbClr val="FFFFFF"/>
                  </a:solidFill>
                </a:defRPr>
              </a:pPr>
              <a:endParaRPr/>
            </a:p>
          </p:txBody>
        </p:sp>
        <p:sp>
          <p:nvSpPr>
            <p:cNvPr id="976" name="Freeform: Shape 9"/>
            <p:cNvSpPr/>
            <p:nvPr/>
          </p:nvSpPr>
          <p:spPr>
            <a:xfrm>
              <a:off x="-1" y="1459"/>
              <a:ext cx="5606772" cy="509955"/>
            </a:xfrm>
            <a:custGeom>
              <a:avLst/>
              <a:gdLst/>
              <a:ahLst/>
              <a:cxnLst>
                <a:cxn ang="0">
                  <a:pos x="wd2" y="hd2"/>
                </a:cxn>
                <a:cxn ang="5400000">
                  <a:pos x="wd2" y="hd2"/>
                </a:cxn>
                <a:cxn ang="10800000">
                  <a:pos x="wd2" y="hd2"/>
                </a:cxn>
                <a:cxn ang="16200000">
                  <a:pos x="wd2" y="hd2"/>
                </a:cxn>
              </a:cxnLst>
              <a:rect l="0" t="0" r="r" b="b"/>
              <a:pathLst>
                <a:path w="21600" h="21600" extrusionOk="0">
                  <a:moveTo>
                    <a:pt x="21056" y="0"/>
                  </a:moveTo>
                  <a:lnTo>
                    <a:pt x="21600" y="0"/>
                  </a:lnTo>
                  <a:lnTo>
                    <a:pt x="20748" y="21600"/>
                  </a:lnTo>
                  <a:lnTo>
                    <a:pt x="20203" y="21600"/>
                  </a:lnTo>
                  <a:close/>
                  <a:moveTo>
                    <a:pt x="19992" y="0"/>
                  </a:moveTo>
                  <a:lnTo>
                    <a:pt x="20536" y="0"/>
                  </a:lnTo>
                  <a:lnTo>
                    <a:pt x="19684" y="21600"/>
                  </a:lnTo>
                  <a:lnTo>
                    <a:pt x="19140" y="21600"/>
                  </a:lnTo>
                  <a:close/>
                  <a:moveTo>
                    <a:pt x="18928" y="0"/>
                  </a:moveTo>
                  <a:lnTo>
                    <a:pt x="19472" y="0"/>
                  </a:lnTo>
                  <a:lnTo>
                    <a:pt x="18620" y="21600"/>
                  </a:lnTo>
                  <a:lnTo>
                    <a:pt x="18076" y="21600"/>
                  </a:lnTo>
                  <a:close/>
                  <a:moveTo>
                    <a:pt x="17864" y="0"/>
                  </a:moveTo>
                  <a:lnTo>
                    <a:pt x="18408" y="0"/>
                  </a:lnTo>
                  <a:lnTo>
                    <a:pt x="17556" y="21600"/>
                  </a:lnTo>
                  <a:lnTo>
                    <a:pt x="17012" y="21600"/>
                  </a:lnTo>
                  <a:close/>
                  <a:moveTo>
                    <a:pt x="16800" y="0"/>
                  </a:moveTo>
                  <a:lnTo>
                    <a:pt x="17345" y="0"/>
                  </a:lnTo>
                  <a:lnTo>
                    <a:pt x="16493" y="21600"/>
                  </a:lnTo>
                  <a:lnTo>
                    <a:pt x="15948" y="21600"/>
                  </a:lnTo>
                  <a:close/>
                  <a:moveTo>
                    <a:pt x="15736" y="0"/>
                  </a:moveTo>
                  <a:lnTo>
                    <a:pt x="16281" y="0"/>
                  </a:lnTo>
                  <a:lnTo>
                    <a:pt x="15429" y="21600"/>
                  </a:lnTo>
                  <a:lnTo>
                    <a:pt x="14884" y="21600"/>
                  </a:lnTo>
                  <a:close/>
                  <a:moveTo>
                    <a:pt x="14672" y="0"/>
                  </a:moveTo>
                  <a:lnTo>
                    <a:pt x="15217" y="0"/>
                  </a:lnTo>
                  <a:lnTo>
                    <a:pt x="14365" y="21600"/>
                  </a:lnTo>
                  <a:lnTo>
                    <a:pt x="13820" y="21600"/>
                  </a:lnTo>
                  <a:close/>
                  <a:moveTo>
                    <a:pt x="13609" y="0"/>
                  </a:moveTo>
                  <a:lnTo>
                    <a:pt x="14153" y="0"/>
                  </a:lnTo>
                  <a:lnTo>
                    <a:pt x="13301" y="21600"/>
                  </a:lnTo>
                  <a:lnTo>
                    <a:pt x="12757" y="21600"/>
                  </a:lnTo>
                  <a:close/>
                  <a:moveTo>
                    <a:pt x="12545" y="0"/>
                  </a:moveTo>
                  <a:lnTo>
                    <a:pt x="13089" y="0"/>
                  </a:lnTo>
                  <a:lnTo>
                    <a:pt x="12237" y="21600"/>
                  </a:lnTo>
                  <a:lnTo>
                    <a:pt x="11693" y="21600"/>
                  </a:lnTo>
                  <a:close/>
                  <a:moveTo>
                    <a:pt x="11481" y="0"/>
                  </a:moveTo>
                  <a:lnTo>
                    <a:pt x="12025" y="0"/>
                  </a:lnTo>
                  <a:lnTo>
                    <a:pt x="11173" y="21600"/>
                  </a:lnTo>
                  <a:lnTo>
                    <a:pt x="10629" y="21600"/>
                  </a:lnTo>
                  <a:close/>
                  <a:moveTo>
                    <a:pt x="10417" y="0"/>
                  </a:moveTo>
                  <a:lnTo>
                    <a:pt x="10962" y="0"/>
                  </a:lnTo>
                  <a:lnTo>
                    <a:pt x="10109" y="21600"/>
                  </a:lnTo>
                  <a:lnTo>
                    <a:pt x="9565" y="21600"/>
                  </a:lnTo>
                  <a:close/>
                  <a:moveTo>
                    <a:pt x="9425" y="0"/>
                  </a:moveTo>
                  <a:lnTo>
                    <a:pt x="9969" y="0"/>
                  </a:lnTo>
                  <a:lnTo>
                    <a:pt x="9117" y="21600"/>
                  </a:lnTo>
                  <a:lnTo>
                    <a:pt x="8573" y="21600"/>
                  </a:lnTo>
                  <a:close/>
                  <a:moveTo>
                    <a:pt x="8361" y="0"/>
                  </a:moveTo>
                  <a:lnTo>
                    <a:pt x="8905" y="0"/>
                  </a:lnTo>
                  <a:lnTo>
                    <a:pt x="8053" y="21600"/>
                  </a:lnTo>
                  <a:lnTo>
                    <a:pt x="7509" y="21600"/>
                  </a:lnTo>
                  <a:close/>
                  <a:moveTo>
                    <a:pt x="7297" y="0"/>
                  </a:moveTo>
                  <a:lnTo>
                    <a:pt x="7842" y="0"/>
                  </a:lnTo>
                  <a:lnTo>
                    <a:pt x="6990" y="21600"/>
                  </a:lnTo>
                  <a:lnTo>
                    <a:pt x="6445" y="21600"/>
                  </a:lnTo>
                  <a:close/>
                  <a:moveTo>
                    <a:pt x="6233" y="0"/>
                  </a:moveTo>
                  <a:lnTo>
                    <a:pt x="6778" y="0"/>
                  </a:lnTo>
                  <a:lnTo>
                    <a:pt x="5926" y="21600"/>
                  </a:lnTo>
                  <a:lnTo>
                    <a:pt x="5381" y="21600"/>
                  </a:lnTo>
                  <a:close/>
                  <a:moveTo>
                    <a:pt x="5169" y="0"/>
                  </a:moveTo>
                  <a:lnTo>
                    <a:pt x="5714" y="0"/>
                  </a:lnTo>
                  <a:lnTo>
                    <a:pt x="4862" y="21600"/>
                  </a:lnTo>
                  <a:lnTo>
                    <a:pt x="4317" y="21600"/>
                  </a:lnTo>
                  <a:close/>
                  <a:moveTo>
                    <a:pt x="4106" y="0"/>
                  </a:moveTo>
                  <a:lnTo>
                    <a:pt x="4650" y="0"/>
                  </a:lnTo>
                  <a:lnTo>
                    <a:pt x="3798" y="21600"/>
                  </a:lnTo>
                  <a:lnTo>
                    <a:pt x="3253" y="21600"/>
                  </a:lnTo>
                  <a:close/>
                  <a:moveTo>
                    <a:pt x="3042" y="0"/>
                  </a:moveTo>
                  <a:lnTo>
                    <a:pt x="3586" y="0"/>
                  </a:lnTo>
                  <a:lnTo>
                    <a:pt x="2734" y="21600"/>
                  </a:lnTo>
                  <a:lnTo>
                    <a:pt x="2190" y="21600"/>
                  </a:lnTo>
                  <a:close/>
                  <a:moveTo>
                    <a:pt x="1978" y="0"/>
                  </a:moveTo>
                  <a:lnTo>
                    <a:pt x="2522" y="0"/>
                  </a:lnTo>
                  <a:lnTo>
                    <a:pt x="1670" y="21600"/>
                  </a:lnTo>
                  <a:lnTo>
                    <a:pt x="1126" y="21600"/>
                  </a:lnTo>
                  <a:close/>
                  <a:moveTo>
                    <a:pt x="914" y="0"/>
                  </a:moveTo>
                  <a:lnTo>
                    <a:pt x="1459" y="0"/>
                  </a:lnTo>
                  <a:lnTo>
                    <a:pt x="606" y="21600"/>
                  </a:lnTo>
                  <a:lnTo>
                    <a:pt x="62" y="21600"/>
                  </a:lnTo>
                  <a:close/>
                  <a:moveTo>
                    <a:pt x="0" y="0"/>
                  </a:moveTo>
                  <a:lnTo>
                    <a:pt x="395" y="0"/>
                  </a:lnTo>
                  <a:lnTo>
                    <a:pt x="0" y="10005"/>
                  </a:lnTo>
                  <a:close/>
                </a:path>
              </a:pathLst>
            </a:custGeom>
            <a:solidFill>
              <a:srgbClr val="1A1A1A"/>
            </a:solidFill>
            <a:ln w="12700" cap="flat">
              <a:noFill/>
              <a:miter lim="400000"/>
            </a:ln>
            <a:effectLst/>
          </p:spPr>
          <p:txBody>
            <a:bodyPr wrap="square" lIns="0" tIns="0" rIns="0" bIns="0" numCol="1" anchor="ctr">
              <a:noAutofit/>
            </a:bodyPr>
            <a:lstStyle/>
            <a:p>
              <a:pPr algn="ctr">
                <a:defRPr>
                  <a:solidFill>
                    <a:srgbClr val="FFFFFF"/>
                  </a:solidFill>
                </a:defRPr>
              </a:pPr>
              <a:endParaRPr/>
            </a:p>
          </p:txBody>
        </p:sp>
      </p:grpSp>
      <p:sp>
        <p:nvSpPr>
          <p:cNvPr id="978" name="Freeform: Shape 38"/>
          <p:cNvSpPr/>
          <p:nvPr/>
        </p:nvSpPr>
        <p:spPr>
          <a:xfrm>
            <a:off x="1365545" y="2753558"/>
            <a:ext cx="3202280" cy="3083923"/>
          </a:xfrm>
          <a:custGeom>
            <a:avLst/>
            <a:gdLst/>
            <a:ahLst/>
            <a:cxnLst>
              <a:cxn ang="0">
                <a:pos x="wd2" y="hd2"/>
              </a:cxn>
              <a:cxn ang="5400000">
                <a:pos x="wd2" y="hd2"/>
              </a:cxn>
              <a:cxn ang="10800000">
                <a:pos x="wd2" y="hd2"/>
              </a:cxn>
              <a:cxn ang="16200000">
                <a:pos x="wd2" y="hd2"/>
              </a:cxn>
            </a:cxnLst>
            <a:rect l="0" t="0" r="r" b="b"/>
            <a:pathLst>
              <a:path w="21563" h="21541" extrusionOk="0">
                <a:moveTo>
                  <a:pt x="20441" y="15273"/>
                </a:moveTo>
                <a:cubicBezTo>
                  <a:pt x="20221" y="15223"/>
                  <a:pt x="20001" y="15173"/>
                  <a:pt x="19780" y="15128"/>
                </a:cubicBezTo>
                <a:cubicBezTo>
                  <a:pt x="19602" y="15086"/>
                  <a:pt x="19419" y="15049"/>
                  <a:pt x="19240" y="15003"/>
                </a:cubicBezTo>
                <a:cubicBezTo>
                  <a:pt x="19124" y="14974"/>
                  <a:pt x="19033" y="15007"/>
                  <a:pt x="18958" y="15090"/>
                </a:cubicBezTo>
                <a:cubicBezTo>
                  <a:pt x="18804" y="15269"/>
                  <a:pt x="18684" y="15472"/>
                  <a:pt x="18617" y="15701"/>
                </a:cubicBezTo>
                <a:cubicBezTo>
                  <a:pt x="18584" y="15809"/>
                  <a:pt x="18634" y="15888"/>
                  <a:pt x="18700" y="15962"/>
                </a:cubicBezTo>
                <a:cubicBezTo>
                  <a:pt x="18941" y="16224"/>
                  <a:pt x="19186" y="16486"/>
                  <a:pt x="19427" y="16743"/>
                </a:cubicBezTo>
                <a:cubicBezTo>
                  <a:pt x="19610" y="16938"/>
                  <a:pt x="19618" y="17055"/>
                  <a:pt x="19473" y="17279"/>
                </a:cubicBezTo>
                <a:cubicBezTo>
                  <a:pt x="19465" y="17291"/>
                  <a:pt x="19456" y="17308"/>
                  <a:pt x="19444" y="17320"/>
                </a:cubicBezTo>
                <a:cubicBezTo>
                  <a:pt x="19170" y="17690"/>
                  <a:pt x="19049" y="17694"/>
                  <a:pt x="18713" y="17503"/>
                </a:cubicBezTo>
                <a:cubicBezTo>
                  <a:pt x="18439" y="17345"/>
                  <a:pt x="18148" y="17204"/>
                  <a:pt x="17869" y="17055"/>
                </a:cubicBezTo>
                <a:cubicBezTo>
                  <a:pt x="17753" y="16992"/>
                  <a:pt x="17645" y="16992"/>
                  <a:pt x="17541" y="17067"/>
                </a:cubicBezTo>
                <a:cubicBezTo>
                  <a:pt x="17375" y="17183"/>
                  <a:pt x="17234" y="17325"/>
                  <a:pt x="17113" y="17487"/>
                </a:cubicBezTo>
                <a:cubicBezTo>
                  <a:pt x="17026" y="17603"/>
                  <a:pt x="17022" y="17719"/>
                  <a:pt x="17092" y="17848"/>
                </a:cubicBezTo>
                <a:cubicBezTo>
                  <a:pt x="17263" y="18159"/>
                  <a:pt x="17429" y="18475"/>
                  <a:pt x="17591" y="18791"/>
                </a:cubicBezTo>
                <a:cubicBezTo>
                  <a:pt x="17703" y="19011"/>
                  <a:pt x="17687" y="19110"/>
                  <a:pt x="17508" y="19281"/>
                </a:cubicBezTo>
                <a:cubicBezTo>
                  <a:pt x="17479" y="19306"/>
                  <a:pt x="17454" y="19335"/>
                  <a:pt x="17425" y="19355"/>
                </a:cubicBezTo>
                <a:cubicBezTo>
                  <a:pt x="17159" y="19551"/>
                  <a:pt x="17022" y="19646"/>
                  <a:pt x="16710" y="19331"/>
                </a:cubicBezTo>
                <a:cubicBezTo>
                  <a:pt x="16486" y="19102"/>
                  <a:pt x="16245" y="18899"/>
                  <a:pt x="16012" y="18678"/>
                </a:cubicBezTo>
                <a:cubicBezTo>
                  <a:pt x="15904" y="18575"/>
                  <a:pt x="15788" y="18554"/>
                  <a:pt x="15655" y="18608"/>
                </a:cubicBezTo>
                <a:cubicBezTo>
                  <a:pt x="15480" y="18678"/>
                  <a:pt x="15314" y="18770"/>
                  <a:pt x="15165" y="18886"/>
                </a:cubicBezTo>
                <a:cubicBezTo>
                  <a:pt x="15040" y="18982"/>
                  <a:pt x="15007" y="19102"/>
                  <a:pt x="15044" y="19252"/>
                </a:cubicBezTo>
                <a:cubicBezTo>
                  <a:pt x="15131" y="19613"/>
                  <a:pt x="15215" y="19978"/>
                  <a:pt x="15293" y="20340"/>
                </a:cubicBezTo>
                <a:cubicBezTo>
                  <a:pt x="15327" y="20498"/>
                  <a:pt x="15273" y="20618"/>
                  <a:pt x="15131" y="20701"/>
                </a:cubicBezTo>
                <a:cubicBezTo>
                  <a:pt x="15036" y="20759"/>
                  <a:pt x="14932" y="20805"/>
                  <a:pt x="14824" y="20838"/>
                </a:cubicBezTo>
                <a:cubicBezTo>
                  <a:pt x="14604" y="20909"/>
                  <a:pt x="14479" y="20867"/>
                  <a:pt x="14355" y="20672"/>
                </a:cubicBezTo>
                <a:cubicBezTo>
                  <a:pt x="14172" y="20381"/>
                  <a:pt x="13985" y="20095"/>
                  <a:pt x="13810" y="19796"/>
                </a:cubicBezTo>
                <a:cubicBezTo>
                  <a:pt x="13715" y="19634"/>
                  <a:pt x="13590" y="19571"/>
                  <a:pt x="13403" y="19605"/>
                </a:cubicBezTo>
                <a:cubicBezTo>
                  <a:pt x="13254" y="19634"/>
                  <a:pt x="13108" y="19671"/>
                  <a:pt x="12967" y="19721"/>
                </a:cubicBezTo>
                <a:cubicBezTo>
                  <a:pt x="12772" y="19791"/>
                  <a:pt x="12709" y="19875"/>
                  <a:pt x="12701" y="20082"/>
                </a:cubicBezTo>
                <a:cubicBezTo>
                  <a:pt x="12689" y="20410"/>
                  <a:pt x="12680" y="20734"/>
                  <a:pt x="12672" y="21062"/>
                </a:cubicBezTo>
                <a:cubicBezTo>
                  <a:pt x="12664" y="21361"/>
                  <a:pt x="12589" y="21457"/>
                  <a:pt x="12294" y="21511"/>
                </a:cubicBezTo>
                <a:cubicBezTo>
                  <a:pt x="12215" y="21527"/>
                  <a:pt x="12136" y="21536"/>
                  <a:pt x="12057" y="21540"/>
                </a:cubicBezTo>
                <a:cubicBezTo>
                  <a:pt x="11862" y="21552"/>
                  <a:pt x="11737" y="21473"/>
                  <a:pt x="11675" y="21282"/>
                </a:cubicBezTo>
                <a:cubicBezTo>
                  <a:pt x="11563" y="20934"/>
                  <a:pt x="11455" y="20589"/>
                  <a:pt x="11355" y="20240"/>
                </a:cubicBezTo>
                <a:cubicBezTo>
                  <a:pt x="11309" y="20082"/>
                  <a:pt x="11214" y="20007"/>
                  <a:pt x="11056" y="19983"/>
                </a:cubicBezTo>
                <a:cubicBezTo>
                  <a:pt x="10873" y="19958"/>
                  <a:pt x="10690" y="19958"/>
                  <a:pt x="10507" y="19987"/>
                </a:cubicBezTo>
                <a:cubicBezTo>
                  <a:pt x="10370" y="20007"/>
                  <a:pt x="10283" y="20078"/>
                  <a:pt x="10241" y="20215"/>
                </a:cubicBezTo>
                <a:cubicBezTo>
                  <a:pt x="10146" y="20543"/>
                  <a:pt x="10042" y="20871"/>
                  <a:pt x="9938" y="21199"/>
                </a:cubicBezTo>
                <a:cubicBezTo>
                  <a:pt x="9847" y="21494"/>
                  <a:pt x="9730" y="21569"/>
                  <a:pt x="9427" y="21527"/>
                </a:cubicBezTo>
                <a:cubicBezTo>
                  <a:pt x="8970" y="21465"/>
                  <a:pt x="8916" y="21403"/>
                  <a:pt x="8912" y="20946"/>
                </a:cubicBezTo>
                <a:cubicBezTo>
                  <a:pt x="8908" y="20647"/>
                  <a:pt x="8895" y="20352"/>
                  <a:pt x="8887" y="20053"/>
                </a:cubicBezTo>
                <a:cubicBezTo>
                  <a:pt x="8883" y="19916"/>
                  <a:pt x="8829" y="19808"/>
                  <a:pt x="8700" y="19754"/>
                </a:cubicBezTo>
                <a:cubicBezTo>
                  <a:pt x="8505" y="19671"/>
                  <a:pt x="8305" y="19613"/>
                  <a:pt x="8093" y="19600"/>
                </a:cubicBezTo>
                <a:cubicBezTo>
                  <a:pt x="7965" y="19592"/>
                  <a:pt x="7873" y="19642"/>
                  <a:pt x="7803" y="19754"/>
                </a:cubicBezTo>
                <a:cubicBezTo>
                  <a:pt x="7624" y="20053"/>
                  <a:pt x="7433" y="20344"/>
                  <a:pt x="7250" y="20639"/>
                </a:cubicBezTo>
                <a:cubicBezTo>
                  <a:pt x="7105" y="20871"/>
                  <a:pt x="6993" y="20913"/>
                  <a:pt x="6735" y="20826"/>
                </a:cubicBezTo>
                <a:cubicBezTo>
                  <a:pt x="6722" y="20821"/>
                  <a:pt x="6710" y="20817"/>
                  <a:pt x="6698" y="20813"/>
                </a:cubicBezTo>
                <a:cubicBezTo>
                  <a:pt x="6299" y="20651"/>
                  <a:pt x="6220" y="20560"/>
                  <a:pt x="6324" y="20161"/>
                </a:cubicBezTo>
                <a:cubicBezTo>
                  <a:pt x="6403" y="19858"/>
                  <a:pt x="6461" y="19551"/>
                  <a:pt x="6535" y="19243"/>
                </a:cubicBezTo>
                <a:cubicBezTo>
                  <a:pt x="6573" y="19085"/>
                  <a:pt x="6531" y="18965"/>
                  <a:pt x="6398" y="18870"/>
                </a:cubicBezTo>
                <a:cubicBezTo>
                  <a:pt x="6257" y="18770"/>
                  <a:pt x="6112" y="18683"/>
                  <a:pt x="5954" y="18612"/>
                </a:cubicBezTo>
                <a:cubicBezTo>
                  <a:pt x="5804" y="18546"/>
                  <a:pt x="5675" y="18570"/>
                  <a:pt x="5551" y="18687"/>
                </a:cubicBezTo>
                <a:cubicBezTo>
                  <a:pt x="5302" y="18924"/>
                  <a:pt x="5048" y="19156"/>
                  <a:pt x="4799" y="19389"/>
                </a:cubicBezTo>
                <a:cubicBezTo>
                  <a:pt x="4612" y="19567"/>
                  <a:pt x="4491" y="19576"/>
                  <a:pt x="4271" y="19438"/>
                </a:cubicBezTo>
                <a:cubicBezTo>
                  <a:pt x="4246" y="19422"/>
                  <a:pt x="4221" y="19405"/>
                  <a:pt x="4196" y="19389"/>
                </a:cubicBezTo>
                <a:cubicBezTo>
                  <a:pt x="3877" y="19160"/>
                  <a:pt x="3847" y="19040"/>
                  <a:pt x="4030" y="18695"/>
                </a:cubicBezTo>
                <a:cubicBezTo>
                  <a:pt x="4180" y="18413"/>
                  <a:pt x="4325" y="18130"/>
                  <a:pt x="4479" y="17852"/>
                </a:cubicBezTo>
                <a:cubicBezTo>
                  <a:pt x="4558" y="17707"/>
                  <a:pt x="4545" y="17582"/>
                  <a:pt x="4446" y="17457"/>
                </a:cubicBezTo>
                <a:cubicBezTo>
                  <a:pt x="4338" y="17320"/>
                  <a:pt x="4213" y="17196"/>
                  <a:pt x="4072" y="17088"/>
                </a:cubicBezTo>
                <a:cubicBezTo>
                  <a:pt x="3947" y="16992"/>
                  <a:pt x="3823" y="16984"/>
                  <a:pt x="3685" y="17059"/>
                </a:cubicBezTo>
                <a:cubicBezTo>
                  <a:pt x="3378" y="17225"/>
                  <a:pt x="3066" y="17391"/>
                  <a:pt x="2751" y="17553"/>
                </a:cubicBezTo>
                <a:cubicBezTo>
                  <a:pt x="2530" y="17669"/>
                  <a:pt x="2402" y="17640"/>
                  <a:pt x="2240" y="17457"/>
                </a:cubicBezTo>
                <a:cubicBezTo>
                  <a:pt x="2227" y="17445"/>
                  <a:pt x="2219" y="17433"/>
                  <a:pt x="2206" y="17420"/>
                </a:cubicBezTo>
                <a:cubicBezTo>
                  <a:pt x="1920" y="17088"/>
                  <a:pt x="1924" y="16972"/>
                  <a:pt x="2227" y="16656"/>
                </a:cubicBezTo>
                <a:cubicBezTo>
                  <a:pt x="2439" y="16432"/>
                  <a:pt x="2638" y="16203"/>
                  <a:pt x="2854" y="15987"/>
                </a:cubicBezTo>
                <a:cubicBezTo>
                  <a:pt x="2963" y="15875"/>
                  <a:pt x="2983" y="15759"/>
                  <a:pt x="2929" y="15622"/>
                </a:cubicBezTo>
                <a:cubicBezTo>
                  <a:pt x="2859" y="15443"/>
                  <a:pt x="2759" y="15277"/>
                  <a:pt x="2643" y="15123"/>
                </a:cubicBezTo>
                <a:cubicBezTo>
                  <a:pt x="2547" y="14999"/>
                  <a:pt x="2418" y="14986"/>
                  <a:pt x="2281" y="15020"/>
                </a:cubicBezTo>
                <a:cubicBezTo>
                  <a:pt x="1978" y="15090"/>
                  <a:pt x="1679" y="15161"/>
                  <a:pt x="1375" y="15227"/>
                </a:cubicBezTo>
                <a:cubicBezTo>
                  <a:pt x="1334" y="15236"/>
                  <a:pt x="1292" y="15248"/>
                  <a:pt x="1255" y="15256"/>
                </a:cubicBezTo>
                <a:cubicBezTo>
                  <a:pt x="1026" y="15298"/>
                  <a:pt x="910" y="15244"/>
                  <a:pt x="806" y="15036"/>
                </a:cubicBezTo>
                <a:cubicBezTo>
                  <a:pt x="769" y="14957"/>
                  <a:pt x="731" y="14878"/>
                  <a:pt x="702" y="14795"/>
                </a:cubicBezTo>
                <a:cubicBezTo>
                  <a:pt x="628" y="14575"/>
                  <a:pt x="669" y="14451"/>
                  <a:pt x="869" y="14326"/>
                </a:cubicBezTo>
                <a:cubicBezTo>
                  <a:pt x="1151" y="14148"/>
                  <a:pt x="1438" y="13969"/>
                  <a:pt x="1720" y="13794"/>
                </a:cubicBezTo>
                <a:cubicBezTo>
                  <a:pt x="1945" y="13653"/>
                  <a:pt x="1978" y="13574"/>
                  <a:pt x="1924" y="13317"/>
                </a:cubicBezTo>
                <a:cubicBezTo>
                  <a:pt x="1891" y="13172"/>
                  <a:pt x="1853" y="13022"/>
                  <a:pt x="1795" y="12885"/>
                </a:cubicBezTo>
                <a:cubicBezTo>
                  <a:pt x="1737" y="12748"/>
                  <a:pt x="1637" y="12681"/>
                  <a:pt x="1483" y="12677"/>
                </a:cubicBezTo>
                <a:cubicBezTo>
                  <a:pt x="1147" y="12673"/>
                  <a:pt x="815" y="12661"/>
                  <a:pt x="478" y="12648"/>
                </a:cubicBezTo>
                <a:cubicBezTo>
                  <a:pt x="175" y="12640"/>
                  <a:pt x="83" y="12561"/>
                  <a:pt x="29" y="12270"/>
                </a:cubicBezTo>
                <a:cubicBezTo>
                  <a:pt x="25" y="12241"/>
                  <a:pt x="17" y="12212"/>
                  <a:pt x="13" y="12183"/>
                </a:cubicBezTo>
                <a:cubicBezTo>
                  <a:pt x="-33" y="11813"/>
                  <a:pt x="29" y="11718"/>
                  <a:pt x="391" y="11610"/>
                </a:cubicBezTo>
                <a:cubicBezTo>
                  <a:pt x="690" y="11519"/>
                  <a:pt x="989" y="11419"/>
                  <a:pt x="1292" y="11336"/>
                </a:cubicBezTo>
                <a:cubicBezTo>
                  <a:pt x="1459" y="11290"/>
                  <a:pt x="1546" y="11195"/>
                  <a:pt x="1562" y="11033"/>
                </a:cubicBezTo>
                <a:cubicBezTo>
                  <a:pt x="1579" y="10842"/>
                  <a:pt x="1587" y="10646"/>
                  <a:pt x="1550" y="10455"/>
                </a:cubicBezTo>
                <a:cubicBezTo>
                  <a:pt x="1529" y="10331"/>
                  <a:pt x="1459" y="10256"/>
                  <a:pt x="1338" y="10219"/>
                </a:cubicBezTo>
                <a:cubicBezTo>
                  <a:pt x="1018" y="10123"/>
                  <a:pt x="698" y="10024"/>
                  <a:pt x="378" y="9924"/>
                </a:cubicBezTo>
                <a:cubicBezTo>
                  <a:pt x="29" y="9816"/>
                  <a:pt x="-8" y="9758"/>
                  <a:pt x="13" y="9392"/>
                </a:cubicBezTo>
                <a:cubicBezTo>
                  <a:pt x="17" y="9318"/>
                  <a:pt x="33" y="9243"/>
                  <a:pt x="50" y="9172"/>
                </a:cubicBezTo>
                <a:cubicBezTo>
                  <a:pt x="100" y="8989"/>
                  <a:pt x="204" y="8906"/>
                  <a:pt x="395" y="8898"/>
                </a:cubicBezTo>
                <a:cubicBezTo>
                  <a:pt x="707" y="8886"/>
                  <a:pt x="1014" y="8877"/>
                  <a:pt x="1326" y="8869"/>
                </a:cubicBezTo>
                <a:cubicBezTo>
                  <a:pt x="1371" y="8869"/>
                  <a:pt x="1417" y="8865"/>
                  <a:pt x="1463" y="8865"/>
                </a:cubicBezTo>
                <a:cubicBezTo>
                  <a:pt x="1670" y="8873"/>
                  <a:pt x="1778" y="8757"/>
                  <a:pt x="1832" y="8574"/>
                </a:cubicBezTo>
                <a:cubicBezTo>
                  <a:pt x="1874" y="8437"/>
                  <a:pt x="1911" y="8300"/>
                  <a:pt x="1940" y="8163"/>
                </a:cubicBezTo>
                <a:cubicBezTo>
                  <a:pt x="1978" y="7972"/>
                  <a:pt x="1932" y="7881"/>
                  <a:pt x="1766" y="7773"/>
                </a:cubicBezTo>
                <a:cubicBezTo>
                  <a:pt x="1483" y="7594"/>
                  <a:pt x="1197" y="7415"/>
                  <a:pt x="914" y="7241"/>
                </a:cubicBezTo>
                <a:cubicBezTo>
                  <a:pt x="661" y="7083"/>
                  <a:pt x="623" y="6983"/>
                  <a:pt x="723" y="6697"/>
                </a:cubicBezTo>
                <a:cubicBezTo>
                  <a:pt x="752" y="6606"/>
                  <a:pt x="790" y="6514"/>
                  <a:pt x="844" y="6435"/>
                </a:cubicBezTo>
                <a:cubicBezTo>
                  <a:pt x="931" y="6302"/>
                  <a:pt x="1051" y="6236"/>
                  <a:pt x="1218" y="6277"/>
                </a:cubicBezTo>
                <a:cubicBezTo>
                  <a:pt x="1571" y="6361"/>
                  <a:pt x="1928" y="6435"/>
                  <a:pt x="2281" y="6523"/>
                </a:cubicBezTo>
                <a:cubicBezTo>
                  <a:pt x="2443" y="6564"/>
                  <a:pt x="2568" y="6527"/>
                  <a:pt x="2668" y="6394"/>
                </a:cubicBezTo>
                <a:cubicBezTo>
                  <a:pt x="2771" y="6253"/>
                  <a:pt x="2863" y="6099"/>
                  <a:pt x="2929" y="5937"/>
                </a:cubicBezTo>
                <a:cubicBezTo>
                  <a:pt x="2987" y="5792"/>
                  <a:pt x="2971" y="5667"/>
                  <a:pt x="2854" y="5547"/>
                </a:cubicBezTo>
                <a:cubicBezTo>
                  <a:pt x="2614" y="5302"/>
                  <a:pt x="2385" y="5048"/>
                  <a:pt x="2148" y="4795"/>
                </a:cubicBezTo>
                <a:cubicBezTo>
                  <a:pt x="1965" y="4595"/>
                  <a:pt x="1957" y="4483"/>
                  <a:pt x="2107" y="4259"/>
                </a:cubicBezTo>
                <a:cubicBezTo>
                  <a:pt x="2132" y="4226"/>
                  <a:pt x="2152" y="4188"/>
                  <a:pt x="2177" y="4155"/>
                </a:cubicBezTo>
                <a:cubicBezTo>
                  <a:pt x="2389" y="3877"/>
                  <a:pt x="2505" y="3852"/>
                  <a:pt x="2817" y="4014"/>
                </a:cubicBezTo>
                <a:cubicBezTo>
                  <a:pt x="3108" y="4168"/>
                  <a:pt x="3399" y="4317"/>
                  <a:pt x="3681" y="4475"/>
                </a:cubicBezTo>
                <a:cubicBezTo>
                  <a:pt x="3831" y="4558"/>
                  <a:pt x="3964" y="4542"/>
                  <a:pt x="4088" y="4438"/>
                </a:cubicBezTo>
                <a:cubicBezTo>
                  <a:pt x="4213" y="4334"/>
                  <a:pt x="4329" y="4218"/>
                  <a:pt x="4437" y="4093"/>
                </a:cubicBezTo>
                <a:cubicBezTo>
                  <a:pt x="4545" y="3964"/>
                  <a:pt x="4570" y="3835"/>
                  <a:pt x="4483" y="3678"/>
                </a:cubicBezTo>
                <a:cubicBezTo>
                  <a:pt x="4309" y="3366"/>
                  <a:pt x="4147" y="3051"/>
                  <a:pt x="3980" y="2735"/>
                </a:cubicBezTo>
                <a:cubicBezTo>
                  <a:pt x="3872" y="2527"/>
                  <a:pt x="3897" y="2415"/>
                  <a:pt x="4068" y="2257"/>
                </a:cubicBezTo>
                <a:cubicBezTo>
                  <a:pt x="4147" y="2183"/>
                  <a:pt x="4234" y="2120"/>
                  <a:pt x="4329" y="2062"/>
                </a:cubicBezTo>
                <a:cubicBezTo>
                  <a:pt x="4496" y="1967"/>
                  <a:pt x="4612" y="1979"/>
                  <a:pt x="4753" y="2108"/>
                </a:cubicBezTo>
                <a:cubicBezTo>
                  <a:pt x="4994" y="2328"/>
                  <a:pt x="5235" y="2552"/>
                  <a:pt x="5472" y="2776"/>
                </a:cubicBezTo>
                <a:cubicBezTo>
                  <a:pt x="5721" y="3013"/>
                  <a:pt x="5775" y="3021"/>
                  <a:pt x="6078" y="2864"/>
                </a:cubicBezTo>
                <a:cubicBezTo>
                  <a:pt x="6199" y="2801"/>
                  <a:pt x="6311" y="2735"/>
                  <a:pt x="6419" y="2652"/>
                </a:cubicBezTo>
                <a:cubicBezTo>
                  <a:pt x="6535" y="2556"/>
                  <a:pt x="6573" y="2444"/>
                  <a:pt x="6535" y="2295"/>
                </a:cubicBezTo>
                <a:cubicBezTo>
                  <a:pt x="6448" y="1950"/>
                  <a:pt x="6373" y="1601"/>
                  <a:pt x="6295" y="1256"/>
                </a:cubicBezTo>
                <a:cubicBezTo>
                  <a:pt x="6245" y="1032"/>
                  <a:pt x="6299" y="920"/>
                  <a:pt x="6498" y="812"/>
                </a:cubicBezTo>
                <a:cubicBezTo>
                  <a:pt x="6590" y="766"/>
                  <a:pt x="6681" y="729"/>
                  <a:pt x="6776" y="696"/>
                </a:cubicBezTo>
                <a:cubicBezTo>
                  <a:pt x="6980" y="633"/>
                  <a:pt x="7096" y="671"/>
                  <a:pt x="7217" y="854"/>
                </a:cubicBezTo>
                <a:cubicBezTo>
                  <a:pt x="7408" y="1148"/>
                  <a:pt x="7599" y="1443"/>
                  <a:pt x="7774" y="1751"/>
                </a:cubicBezTo>
                <a:cubicBezTo>
                  <a:pt x="7865" y="1908"/>
                  <a:pt x="7990" y="1962"/>
                  <a:pt x="8160" y="1938"/>
                </a:cubicBezTo>
                <a:cubicBezTo>
                  <a:pt x="8339" y="1908"/>
                  <a:pt x="8513" y="1863"/>
                  <a:pt x="8679" y="1792"/>
                </a:cubicBezTo>
                <a:cubicBezTo>
                  <a:pt x="8800" y="1738"/>
                  <a:pt x="8866" y="1655"/>
                  <a:pt x="8870" y="1514"/>
                </a:cubicBezTo>
                <a:cubicBezTo>
                  <a:pt x="8879" y="1153"/>
                  <a:pt x="8899" y="795"/>
                  <a:pt x="8912" y="434"/>
                </a:cubicBezTo>
                <a:cubicBezTo>
                  <a:pt x="8920" y="202"/>
                  <a:pt x="8995" y="102"/>
                  <a:pt x="9219" y="40"/>
                </a:cubicBezTo>
                <a:cubicBezTo>
                  <a:pt x="9257" y="31"/>
                  <a:pt x="9294" y="19"/>
                  <a:pt x="9332" y="15"/>
                </a:cubicBezTo>
                <a:cubicBezTo>
                  <a:pt x="9743" y="-31"/>
                  <a:pt x="9843" y="15"/>
                  <a:pt x="9951" y="393"/>
                </a:cubicBezTo>
                <a:cubicBezTo>
                  <a:pt x="10038" y="700"/>
                  <a:pt x="10142" y="999"/>
                  <a:pt x="10225" y="1306"/>
                </a:cubicBezTo>
                <a:cubicBezTo>
                  <a:pt x="10266" y="1452"/>
                  <a:pt x="10354" y="1531"/>
                  <a:pt x="10495" y="1551"/>
                </a:cubicBezTo>
                <a:cubicBezTo>
                  <a:pt x="10690" y="1576"/>
                  <a:pt x="10890" y="1576"/>
                  <a:pt x="11085" y="1551"/>
                </a:cubicBezTo>
                <a:cubicBezTo>
                  <a:pt x="11222" y="1535"/>
                  <a:pt x="11305" y="1452"/>
                  <a:pt x="11347" y="1315"/>
                </a:cubicBezTo>
                <a:cubicBezTo>
                  <a:pt x="11446" y="978"/>
                  <a:pt x="11550" y="642"/>
                  <a:pt x="11654" y="305"/>
                </a:cubicBezTo>
                <a:cubicBezTo>
                  <a:pt x="11733" y="56"/>
                  <a:pt x="11812" y="-2"/>
                  <a:pt x="12074" y="2"/>
                </a:cubicBezTo>
                <a:cubicBezTo>
                  <a:pt x="12111" y="2"/>
                  <a:pt x="12148" y="2"/>
                  <a:pt x="12186" y="6"/>
                </a:cubicBezTo>
                <a:cubicBezTo>
                  <a:pt x="12556" y="44"/>
                  <a:pt x="12659" y="156"/>
                  <a:pt x="12668" y="526"/>
                </a:cubicBezTo>
                <a:cubicBezTo>
                  <a:pt x="12676" y="849"/>
                  <a:pt x="12689" y="1169"/>
                  <a:pt x="12697" y="1493"/>
                </a:cubicBezTo>
                <a:cubicBezTo>
                  <a:pt x="12701" y="1622"/>
                  <a:pt x="12747" y="1722"/>
                  <a:pt x="12867" y="1776"/>
                </a:cubicBezTo>
                <a:cubicBezTo>
                  <a:pt x="13062" y="1863"/>
                  <a:pt x="13266" y="1921"/>
                  <a:pt x="13482" y="1938"/>
                </a:cubicBezTo>
                <a:cubicBezTo>
                  <a:pt x="13615" y="1946"/>
                  <a:pt x="13706" y="1892"/>
                  <a:pt x="13773" y="1784"/>
                </a:cubicBezTo>
                <a:cubicBezTo>
                  <a:pt x="13956" y="1489"/>
                  <a:pt x="14143" y="1194"/>
                  <a:pt x="14325" y="899"/>
                </a:cubicBezTo>
                <a:cubicBezTo>
                  <a:pt x="14483" y="650"/>
                  <a:pt x="14579" y="617"/>
                  <a:pt x="14861" y="712"/>
                </a:cubicBezTo>
                <a:cubicBezTo>
                  <a:pt x="14895" y="725"/>
                  <a:pt x="14924" y="733"/>
                  <a:pt x="14957" y="746"/>
                </a:cubicBezTo>
                <a:cubicBezTo>
                  <a:pt x="15285" y="887"/>
                  <a:pt x="15339" y="991"/>
                  <a:pt x="15260" y="1340"/>
                </a:cubicBezTo>
                <a:cubicBezTo>
                  <a:pt x="15190" y="1651"/>
                  <a:pt x="15119" y="1958"/>
                  <a:pt x="15044" y="2270"/>
                </a:cubicBezTo>
                <a:cubicBezTo>
                  <a:pt x="15003" y="2440"/>
                  <a:pt x="15044" y="2573"/>
                  <a:pt x="15194" y="2673"/>
                </a:cubicBezTo>
                <a:cubicBezTo>
                  <a:pt x="15347" y="2776"/>
                  <a:pt x="15501" y="2872"/>
                  <a:pt x="15676" y="2938"/>
                </a:cubicBezTo>
                <a:cubicBezTo>
                  <a:pt x="15800" y="2984"/>
                  <a:pt x="15900" y="2955"/>
                  <a:pt x="15996" y="2864"/>
                </a:cubicBezTo>
                <a:cubicBezTo>
                  <a:pt x="16249" y="2623"/>
                  <a:pt x="16502" y="2390"/>
                  <a:pt x="16760" y="2154"/>
                </a:cubicBezTo>
                <a:cubicBezTo>
                  <a:pt x="16972" y="1954"/>
                  <a:pt x="17088" y="1946"/>
                  <a:pt x="17325" y="2108"/>
                </a:cubicBezTo>
                <a:cubicBezTo>
                  <a:pt x="17338" y="2116"/>
                  <a:pt x="17346" y="2120"/>
                  <a:pt x="17354" y="2129"/>
                </a:cubicBezTo>
                <a:cubicBezTo>
                  <a:pt x="17757" y="2419"/>
                  <a:pt x="17699" y="2544"/>
                  <a:pt x="17533" y="2847"/>
                </a:cubicBezTo>
                <a:cubicBezTo>
                  <a:pt x="17383" y="3121"/>
                  <a:pt x="17242" y="3404"/>
                  <a:pt x="17088" y="3678"/>
                </a:cubicBezTo>
                <a:cubicBezTo>
                  <a:pt x="17009" y="3823"/>
                  <a:pt x="17026" y="3948"/>
                  <a:pt x="17126" y="4072"/>
                </a:cubicBezTo>
                <a:cubicBezTo>
                  <a:pt x="17238" y="4209"/>
                  <a:pt x="17363" y="4334"/>
                  <a:pt x="17500" y="4442"/>
                </a:cubicBezTo>
                <a:cubicBezTo>
                  <a:pt x="17616" y="4533"/>
                  <a:pt x="17736" y="4546"/>
                  <a:pt x="17874" y="4475"/>
                </a:cubicBezTo>
                <a:cubicBezTo>
                  <a:pt x="18185" y="4305"/>
                  <a:pt x="18501" y="4139"/>
                  <a:pt x="18817" y="3977"/>
                </a:cubicBezTo>
                <a:cubicBezTo>
                  <a:pt x="19041" y="3860"/>
                  <a:pt x="19170" y="3885"/>
                  <a:pt x="19332" y="4085"/>
                </a:cubicBezTo>
                <a:cubicBezTo>
                  <a:pt x="19390" y="4151"/>
                  <a:pt x="19444" y="4222"/>
                  <a:pt x="19490" y="4296"/>
                </a:cubicBezTo>
                <a:cubicBezTo>
                  <a:pt x="19606" y="4479"/>
                  <a:pt x="19594" y="4600"/>
                  <a:pt x="19448" y="4762"/>
                </a:cubicBezTo>
                <a:cubicBezTo>
                  <a:pt x="19199" y="5032"/>
                  <a:pt x="18950" y="5306"/>
                  <a:pt x="18696" y="5571"/>
                </a:cubicBezTo>
                <a:cubicBezTo>
                  <a:pt x="18601" y="5671"/>
                  <a:pt x="18580" y="5779"/>
                  <a:pt x="18630" y="5904"/>
                </a:cubicBezTo>
                <a:cubicBezTo>
                  <a:pt x="18704" y="6082"/>
                  <a:pt x="18796" y="6248"/>
                  <a:pt x="18916" y="6402"/>
                </a:cubicBezTo>
                <a:cubicBezTo>
                  <a:pt x="19012" y="6527"/>
                  <a:pt x="19128" y="6560"/>
                  <a:pt x="19282" y="6523"/>
                </a:cubicBezTo>
                <a:cubicBezTo>
                  <a:pt x="19635" y="6435"/>
                  <a:pt x="19992" y="6356"/>
                  <a:pt x="20346" y="6282"/>
                </a:cubicBezTo>
                <a:cubicBezTo>
                  <a:pt x="20532" y="6240"/>
                  <a:pt x="20645" y="6294"/>
                  <a:pt x="20740" y="6464"/>
                </a:cubicBezTo>
                <a:cubicBezTo>
                  <a:pt x="20790" y="6556"/>
                  <a:pt x="20832" y="6651"/>
                  <a:pt x="20865" y="6751"/>
                </a:cubicBezTo>
                <a:cubicBezTo>
                  <a:pt x="20935" y="6979"/>
                  <a:pt x="20898" y="7087"/>
                  <a:pt x="20695" y="7216"/>
                </a:cubicBezTo>
                <a:cubicBezTo>
                  <a:pt x="20404" y="7399"/>
                  <a:pt x="20117" y="7590"/>
                  <a:pt x="19818" y="7760"/>
                </a:cubicBezTo>
                <a:cubicBezTo>
                  <a:pt x="19648" y="7860"/>
                  <a:pt x="19602" y="7993"/>
                  <a:pt x="19631" y="8167"/>
                </a:cubicBezTo>
                <a:cubicBezTo>
                  <a:pt x="19656" y="8329"/>
                  <a:pt x="19702" y="8487"/>
                  <a:pt x="19760" y="8641"/>
                </a:cubicBezTo>
                <a:cubicBezTo>
                  <a:pt x="19814" y="8782"/>
                  <a:pt x="19909" y="8857"/>
                  <a:pt x="20071" y="8861"/>
                </a:cubicBezTo>
                <a:cubicBezTo>
                  <a:pt x="20437" y="8865"/>
                  <a:pt x="20798" y="8890"/>
                  <a:pt x="21164" y="8902"/>
                </a:cubicBezTo>
                <a:cubicBezTo>
                  <a:pt x="21363" y="8911"/>
                  <a:pt x="21463" y="8989"/>
                  <a:pt x="21517" y="9180"/>
                </a:cubicBezTo>
                <a:cubicBezTo>
                  <a:pt x="21550" y="9288"/>
                  <a:pt x="21563" y="9401"/>
                  <a:pt x="21563" y="9517"/>
                </a:cubicBezTo>
                <a:cubicBezTo>
                  <a:pt x="21563" y="9741"/>
                  <a:pt x="21501" y="9832"/>
                  <a:pt x="21293" y="9899"/>
                </a:cubicBezTo>
                <a:cubicBezTo>
                  <a:pt x="20965" y="10003"/>
                  <a:pt x="20636" y="10102"/>
                  <a:pt x="20308" y="10202"/>
                </a:cubicBezTo>
                <a:cubicBezTo>
                  <a:pt x="20071" y="10273"/>
                  <a:pt x="20009" y="10347"/>
                  <a:pt x="20001" y="10592"/>
                </a:cubicBezTo>
                <a:cubicBezTo>
                  <a:pt x="19997" y="10763"/>
                  <a:pt x="19984" y="10937"/>
                  <a:pt x="20021" y="11107"/>
                </a:cubicBezTo>
                <a:cubicBezTo>
                  <a:pt x="20046" y="11224"/>
                  <a:pt x="20117" y="11294"/>
                  <a:pt x="20233" y="11332"/>
                </a:cubicBezTo>
                <a:cubicBezTo>
                  <a:pt x="20578" y="11436"/>
                  <a:pt x="20923" y="11539"/>
                  <a:pt x="21268" y="11647"/>
                </a:cubicBezTo>
                <a:cubicBezTo>
                  <a:pt x="21509" y="11722"/>
                  <a:pt x="21567" y="11805"/>
                  <a:pt x="21563" y="12059"/>
                </a:cubicBezTo>
                <a:cubicBezTo>
                  <a:pt x="21563" y="12083"/>
                  <a:pt x="21563" y="12108"/>
                  <a:pt x="21563" y="12133"/>
                </a:cubicBezTo>
                <a:cubicBezTo>
                  <a:pt x="21546" y="12524"/>
                  <a:pt x="21422" y="12648"/>
                  <a:pt x="21031" y="12661"/>
                </a:cubicBezTo>
                <a:cubicBezTo>
                  <a:pt x="20703" y="12669"/>
                  <a:pt x="20379" y="12686"/>
                  <a:pt x="20051" y="12690"/>
                </a:cubicBezTo>
                <a:cubicBezTo>
                  <a:pt x="19926" y="12694"/>
                  <a:pt x="19839" y="12748"/>
                  <a:pt x="19789" y="12852"/>
                </a:cubicBezTo>
                <a:cubicBezTo>
                  <a:pt x="19697" y="13047"/>
                  <a:pt x="19639" y="13250"/>
                  <a:pt x="19623" y="13466"/>
                </a:cubicBezTo>
                <a:cubicBezTo>
                  <a:pt x="19610" y="13603"/>
                  <a:pt x="19668" y="13695"/>
                  <a:pt x="19785" y="13765"/>
                </a:cubicBezTo>
                <a:cubicBezTo>
                  <a:pt x="20075" y="13944"/>
                  <a:pt x="20362" y="14123"/>
                  <a:pt x="20649" y="14305"/>
                </a:cubicBezTo>
                <a:cubicBezTo>
                  <a:pt x="20911" y="14467"/>
                  <a:pt x="20944" y="14567"/>
                  <a:pt x="20844" y="14858"/>
                </a:cubicBezTo>
                <a:cubicBezTo>
                  <a:pt x="20811" y="14957"/>
                  <a:pt x="20765" y="15053"/>
                  <a:pt x="20707" y="15140"/>
                </a:cubicBezTo>
                <a:cubicBezTo>
                  <a:pt x="20653" y="15219"/>
                  <a:pt x="20566" y="15273"/>
                  <a:pt x="20441" y="15273"/>
                </a:cubicBezTo>
                <a:close/>
                <a:moveTo>
                  <a:pt x="10777" y="18616"/>
                </a:moveTo>
                <a:cubicBezTo>
                  <a:pt x="15053" y="18633"/>
                  <a:pt x="18659" y="15194"/>
                  <a:pt x="18655" y="10750"/>
                </a:cubicBezTo>
                <a:cubicBezTo>
                  <a:pt x="18650" y="6381"/>
                  <a:pt x="15144" y="2897"/>
                  <a:pt x="10790" y="2893"/>
                </a:cubicBezTo>
                <a:cubicBezTo>
                  <a:pt x="6411" y="2889"/>
                  <a:pt x="2929" y="6398"/>
                  <a:pt x="2913" y="10721"/>
                </a:cubicBezTo>
                <a:cubicBezTo>
                  <a:pt x="2896" y="15148"/>
                  <a:pt x="6490" y="18629"/>
                  <a:pt x="10777" y="18616"/>
                </a:cubicBezTo>
                <a:close/>
              </a:path>
            </a:pathLst>
          </a:custGeom>
          <a:solidFill>
            <a:srgbClr val="FF0000"/>
          </a:solidFill>
          <a:ln w="12700">
            <a:miter lim="400000"/>
          </a:ln>
        </p:spPr>
        <p:txBody>
          <a:bodyPr lIns="0" tIns="0" rIns="0" bIns="0" anchor="ctr"/>
          <a:lstStyle/>
          <a:p>
            <a:endParaRPr/>
          </a:p>
        </p:txBody>
      </p:sp>
      <p:grpSp>
        <p:nvGrpSpPr>
          <p:cNvPr id="981" name="Group 43"/>
          <p:cNvGrpSpPr/>
          <p:nvPr/>
        </p:nvGrpSpPr>
        <p:grpSpPr>
          <a:xfrm>
            <a:off x="2535178" y="1216087"/>
            <a:ext cx="487542" cy="1162375"/>
            <a:chOff x="0" y="0"/>
            <a:chExt cx="487540" cy="1162374"/>
          </a:xfrm>
        </p:grpSpPr>
        <p:sp>
          <p:nvSpPr>
            <p:cNvPr id="979" name="Freeform: Shape 42"/>
            <p:cNvSpPr/>
            <p:nvPr/>
          </p:nvSpPr>
          <p:spPr>
            <a:xfrm>
              <a:off x="-1" y="-1"/>
              <a:ext cx="487542" cy="1162376"/>
            </a:xfrm>
            <a:custGeom>
              <a:avLst/>
              <a:gdLst/>
              <a:ahLst/>
              <a:cxnLst>
                <a:cxn ang="0">
                  <a:pos x="wd2" y="hd2"/>
                </a:cxn>
                <a:cxn ang="5400000">
                  <a:pos x="wd2" y="hd2"/>
                </a:cxn>
                <a:cxn ang="10800000">
                  <a:pos x="wd2" y="hd2"/>
                </a:cxn>
                <a:cxn ang="16200000">
                  <a:pos x="wd2" y="hd2"/>
                </a:cxn>
              </a:cxnLst>
              <a:rect l="0" t="0" r="r" b="b"/>
              <a:pathLst>
                <a:path w="21600" h="21369" extrusionOk="0">
                  <a:moveTo>
                    <a:pt x="3799" y="0"/>
                  </a:moveTo>
                  <a:lnTo>
                    <a:pt x="6636" y="0"/>
                  </a:lnTo>
                  <a:lnTo>
                    <a:pt x="6717" y="1058"/>
                  </a:lnTo>
                  <a:cubicBezTo>
                    <a:pt x="6856" y="2878"/>
                    <a:pt x="6999" y="4743"/>
                    <a:pt x="7145" y="6656"/>
                  </a:cubicBezTo>
                  <a:cubicBezTo>
                    <a:pt x="7145" y="6656"/>
                    <a:pt x="7145" y="6656"/>
                    <a:pt x="10800" y="6656"/>
                  </a:cubicBezTo>
                  <a:cubicBezTo>
                    <a:pt x="10800" y="6656"/>
                    <a:pt x="10800" y="6656"/>
                    <a:pt x="13957" y="6656"/>
                  </a:cubicBezTo>
                  <a:cubicBezTo>
                    <a:pt x="13957" y="6656"/>
                    <a:pt x="13957" y="6656"/>
                    <a:pt x="14012" y="1570"/>
                  </a:cubicBezTo>
                  <a:lnTo>
                    <a:pt x="14029" y="0"/>
                  </a:lnTo>
                  <a:lnTo>
                    <a:pt x="16854" y="0"/>
                  </a:lnTo>
                  <a:lnTo>
                    <a:pt x="16841" y="1254"/>
                  </a:lnTo>
                  <a:cubicBezTo>
                    <a:pt x="16822" y="3053"/>
                    <a:pt x="16802" y="4897"/>
                    <a:pt x="16782" y="6787"/>
                  </a:cubicBezTo>
                  <a:cubicBezTo>
                    <a:pt x="17612" y="6918"/>
                    <a:pt x="18277" y="7114"/>
                    <a:pt x="18942" y="7377"/>
                  </a:cubicBezTo>
                  <a:cubicBezTo>
                    <a:pt x="18942" y="7377"/>
                    <a:pt x="18942" y="7377"/>
                    <a:pt x="20271" y="7967"/>
                  </a:cubicBezTo>
                  <a:cubicBezTo>
                    <a:pt x="21102" y="8294"/>
                    <a:pt x="21600" y="8819"/>
                    <a:pt x="21600" y="9277"/>
                  </a:cubicBezTo>
                  <a:cubicBezTo>
                    <a:pt x="21600" y="9277"/>
                    <a:pt x="21600" y="9277"/>
                    <a:pt x="21600" y="11834"/>
                  </a:cubicBezTo>
                  <a:cubicBezTo>
                    <a:pt x="21600" y="12227"/>
                    <a:pt x="21268" y="12620"/>
                    <a:pt x="20603" y="13014"/>
                  </a:cubicBezTo>
                  <a:cubicBezTo>
                    <a:pt x="20603" y="13014"/>
                    <a:pt x="20603" y="13014"/>
                    <a:pt x="15452" y="15898"/>
                  </a:cubicBezTo>
                  <a:cubicBezTo>
                    <a:pt x="15120" y="16094"/>
                    <a:pt x="14622" y="16225"/>
                    <a:pt x="14123" y="16356"/>
                  </a:cubicBezTo>
                  <a:cubicBezTo>
                    <a:pt x="14123" y="16422"/>
                    <a:pt x="14123" y="16422"/>
                    <a:pt x="14123" y="16422"/>
                  </a:cubicBezTo>
                  <a:cubicBezTo>
                    <a:pt x="13458" y="16881"/>
                    <a:pt x="11963" y="18061"/>
                    <a:pt x="12628" y="18782"/>
                  </a:cubicBezTo>
                  <a:cubicBezTo>
                    <a:pt x="13292" y="19503"/>
                    <a:pt x="16782" y="19568"/>
                    <a:pt x="17778" y="18913"/>
                  </a:cubicBezTo>
                  <a:cubicBezTo>
                    <a:pt x="18277" y="18585"/>
                    <a:pt x="18609" y="17929"/>
                    <a:pt x="18775" y="17405"/>
                  </a:cubicBezTo>
                  <a:cubicBezTo>
                    <a:pt x="18775" y="17340"/>
                    <a:pt x="18775" y="17274"/>
                    <a:pt x="18775" y="17208"/>
                  </a:cubicBezTo>
                  <a:cubicBezTo>
                    <a:pt x="18775" y="17143"/>
                    <a:pt x="18775" y="16946"/>
                    <a:pt x="18775" y="16750"/>
                  </a:cubicBezTo>
                  <a:cubicBezTo>
                    <a:pt x="18775" y="16487"/>
                    <a:pt x="19772" y="16422"/>
                    <a:pt x="19938" y="16684"/>
                  </a:cubicBezTo>
                  <a:cubicBezTo>
                    <a:pt x="20105" y="16881"/>
                    <a:pt x="20105" y="17143"/>
                    <a:pt x="20271" y="17274"/>
                  </a:cubicBezTo>
                  <a:cubicBezTo>
                    <a:pt x="20271" y="17340"/>
                    <a:pt x="20271" y="17405"/>
                    <a:pt x="20271" y="17471"/>
                  </a:cubicBezTo>
                  <a:cubicBezTo>
                    <a:pt x="20271" y="17536"/>
                    <a:pt x="20271" y="17602"/>
                    <a:pt x="20271" y="17667"/>
                  </a:cubicBezTo>
                  <a:cubicBezTo>
                    <a:pt x="20437" y="18061"/>
                    <a:pt x="21434" y="19175"/>
                    <a:pt x="19938" y="20289"/>
                  </a:cubicBezTo>
                  <a:cubicBezTo>
                    <a:pt x="18609" y="21272"/>
                    <a:pt x="14455" y="21600"/>
                    <a:pt x="11298" y="21207"/>
                  </a:cubicBezTo>
                  <a:cubicBezTo>
                    <a:pt x="7643" y="20748"/>
                    <a:pt x="5982" y="19306"/>
                    <a:pt x="6314" y="17995"/>
                  </a:cubicBezTo>
                  <a:cubicBezTo>
                    <a:pt x="6480" y="17471"/>
                    <a:pt x="6978" y="16881"/>
                    <a:pt x="7477" y="16422"/>
                  </a:cubicBezTo>
                  <a:cubicBezTo>
                    <a:pt x="6978" y="16291"/>
                    <a:pt x="6480" y="16094"/>
                    <a:pt x="6148" y="15898"/>
                  </a:cubicBezTo>
                  <a:cubicBezTo>
                    <a:pt x="6148" y="15898"/>
                    <a:pt x="6148" y="15898"/>
                    <a:pt x="997" y="13014"/>
                  </a:cubicBezTo>
                  <a:cubicBezTo>
                    <a:pt x="332" y="12620"/>
                    <a:pt x="0" y="12227"/>
                    <a:pt x="0" y="11834"/>
                  </a:cubicBezTo>
                  <a:cubicBezTo>
                    <a:pt x="0" y="11834"/>
                    <a:pt x="0" y="11834"/>
                    <a:pt x="0" y="9277"/>
                  </a:cubicBezTo>
                  <a:cubicBezTo>
                    <a:pt x="0" y="8819"/>
                    <a:pt x="498" y="8294"/>
                    <a:pt x="1329" y="7967"/>
                  </a:cubicBezTo>
                  <a:cubicBezTo>
                    <a:pt x="1329" y="7967"/>
                    <a:pt x="1329" y="7967"/>
                    <a:pt x="2658" y="7377"/>
                  </a:cubicBezTo>
                  <a:cubicBezTo>
                    <a:pt x="3157" y="7180"/>
                    <a:pt x="3655" y="6983"/>
                    <a:pt x="4320" y="6852"/>
                  </a:cubicBezTo>
                  <a:cubicBezTo>
                    <a:pt x="4320" y="6852"/>
                    <a:pt x="4320" y="6852"/>
                    <a:pt x="3926" y="1671"/>
                  </a:cubicBezTo>
                  <a:close/>
                </a:path>
              </a:pathLst>
            </a:custGeom>
            <a:solidFill>
              <a:srgbClr val="FF0000"/>
            </a:solidFill>
            <a:ln w="12700" cap="flat">
              <a:noFill/>
              <a:miter lim="400000"/>
            </a:ln>
            <a:effectLst/>
          </p:spPr>
          <p:txBody>
            <a:bodyPr wrap="square" lIns="0" tIns="0" rIns="0" bIns="0" numCol="1" anchor="t">
              <a:noAutofit/>
            </a:bodyPr>
            <a:lstStyle/>
            <a:p>
              <a:endParaRPr/>
            </a:p>
          </p:txBody>
        </p:sp>
        <p:sp>
          <p:nvSpPr>
            <p:cNvPr id="980" name="Freeform: Shape 4"/>
            <p:cNvSpPr/>
            <p:nvPr/>
          </p:nvSpPr>
          <p:spPr>
            <a:xfrm>
              <a:off x="-1" y="370113"/>
              <a:ext cx="487542" cy="520192"/>
            </a:xfrm>
            <a:custGeom>
              <a:avLst/>
              <a:gdLst/>
              <a:ahLst/>
              <a:cxnLst>
                <a:cxn ang="0">
                  <a:pos x="wd2" y="hd2"/>
                </a:cxn>
                <a:cxn ang="5400000">
                  <a:pos x="wd2" y="hd2"/>
                </a:cxn>
                <a:cxn ang="10800000">
                  <a:pos x="wd2" y="hd2"/>
                </a:cxn>
                <a:cxn ang="16200000">
                  <a:pos x="wd2" y="hd2"/>
                </a:cxn>
              </a:cxnLst>
              <a:rect l="0" t="0" r="r" b="b"/>
              <a:pathLst>
                <a:path w="21600" h="21600" extrusionOk="0">
                  <a:moveTo>
                    <a:pt x="21485" y="5417"/>
                  </a:moveTo>
                  <a:lnTo>
                    <a:pt x="21600" y="5936"/>
                  </a:lnTo>
                  <a:lnTo>
                    <a:pt x="21600" y="11710"/>
                  </a:lnTo>
                  <a:cubicBezTo>
                    <a:pt x="21600" y="12598"/>
                    <a:pt x="21268" y="13486"/>
                    <a:pt x="20603" y="14375"/>
                  </a:cubicBezTo>
                  <a:lnTo>
                    <a:pt x="15452" y="20889"/>
                  </a:lnTo>
                  <a:lnTo>
                    <a:pt x="14540" y="21600"/>
                  </a:lnTo>
                  <a:lnTo>
                    <a:pt x="12189" y="21600"/>
                  </a:lnTo>
                  <a:close/>
                  <a:moveTo>
                    <a:pt x="13572" y="9"/>
                  </a:moveTo>
                  <a:lnTo>
                    <a:pt x="13957" y="14"/>
                  </a:lnTo>
                  <a:cubicBezTo>
                    <a:pt x="15563" y="64"/>
                    <a:pt x="15951" y="39"/>
                    <a:pt x="16782" y="310"/>
                  </a:cubicBezTo>
                  <a:lnTo>
                    <a:pt x="18448" y="1339"/>
                  </a:lnTo>
                  <a:lnTo>
                    <a:pt x="6856" y="21520"/>
                  </a:lnTo>
                  <a:lnTo>
                    <a:pt x="6148" y="20889"/>
                  </a:lnTo>
                  <a:lnTo>
                    <a:pt x="3501" y="17542"/>
                  </a:lnTo>
                  <a:close/>
                  <a:moveTo>
                    <a:pt x="8198" y="0"/>
                  </a:moveTo>
                  <a:lnTo>
                    <a:pt x="580" y="13261"/>
                  </a:lnTo>
                  <a:lnTo>
                    <a:pt x="0" y="11710"/>
                  </a:lnTo>
                  <a:lnTo>
                    <a:pt x="0" y="5936"/>
                  </a:lnTo>
                  <a:cubicBezTo>
                    <a:pt x="0" y="4900"/>
                    <a:pt x="498" y="3715"/>
                    <a:pt x="1329" y="2975"/>
                  </a:cubicBezTo>
                  <a:lnTo>
                    <a:pt x="2658" y="1643"/>
                  </a:lnTo>
                  <a:cubicBezTo>
                    <a:pt x="3157" y="1199"/>
                    <a:pt x="3655" y="755"/>
                    <a:pt x="4320" y="458"/>
                  </a:cubicBezTo>
                  <a:cubicBezTo>
                    <a:pt x="5068" y="187"/>
                    <a:pt x="5538" y="88"/>
                    <a:pt x="7145" y="14"/>
                  </a:cubicBezTo>
                  <a:close/>
                </a:path>
              </a:pathLst>
            </a:custGeom>
            <a:solidFill>
              <a:srgbClr val="FF0000"/>
            </a:solidFill>
            <a:ln w="12700" cap="flat">
              <a:noFill/>
              <a:miter lim="400000"/>
            </a:ln>
            <a:effectLst/>
          </p:spPr>
          <p:txBody>
            <a:bodyPr wrap="square" lIns="0" tIns="0" rIns="0" bIns="0" numCol="1" anchor="t">
              <a:noAutofit/>
            </a:bodyPr>
            <a:lstStyle/>
            <a:p>
              <a:endParaRPr/>
            </a:p>
          </p:txBody>
        </p:sp>
      </p:grpSp>
      <p:sp>
        <p:nvSpPr>
          <p:cNvPr id="982" name="Freeform: Shape 39"/>
          <p:cNvSpPr/>
          <p:nvPr/>
        </p:nvSpPr>
        <p:spPr>
          <a:xfrm flipV="1">
            <a:off x="2075476" y="2351677"/>
            <a:ext cx="667279" cy="720999"/>
          </a:xfrm>
          <a:prstGeom prst="line">
            <a:avLst/>
          </a:prstGeom>
          <a:ln w="34925">
            <a:solidFill>
              <a:srgbClr val="010101"/>
            </a:solidFill>
          </a:ln>
        </p:spPr>
        <p:txBody>
          <a:bodyPr lIns="45719" rIns="45719"/>
          <a:lstStyle/>
          <a:p>
            <a:endParaRPr/>
          </a:p>
        </p:txBody>
      </p:sp>
      <p:sp>
        <p:nvSpPr>
          <p:cNvPr id="983" name="Freeform: Shape 40"/>
          <p:cNvSpPr/>
          <p:nvPr/>
        </p:nvSpPr>
        <p:spPr>
          <a:xfrm flipH="1" flipV="1">
            <a:off x="2893891" y="2278308"/>
            <a:ext cx="784358" cy="869262"/>
          </a:xfrm>
          <a:prstGeom prst="line">
            <a:avLst/>
          </a:prstGeom>
          <a:ln w="34925">
            <a:solidFill>
              <a:srgbClr val="010101"/>
            </a:solidFill>
          </a:ln>
        </p:spPr>
        <p:txBody>
          <a:bodyPr lIns="45719" rIns="45719"/>
          <a:lstStyle/>
          <a:p>
            <a:endParaRPr/>
          </a:p>
        </p:txBody>
      </p:sp>
      <p:sp>
        <p:nvSpPr>
          <p:cNvPr id="984" name="Ce projet pourra dans l’avenir se faire totalement en ligne sans aucun déplacement pour confirmation d’identité ou signature.…"/>
          <p:cNvSpPr txBox="1">
            <a:spLocks noGrp="1"/>
          </p:cNvSpPr>
          <p:nvPr>
            <p:ph type="body" idx="1"/>
          </p:nvPr>
        </p:nvSpPr>
        <p:spPr>
          <a:xfrm>
            <a:off x="4978108" y="1654963"/>
            <a:ext cx="6873831" cy="4932091"/>
          </a:xfrm>
          <a:prstGeom prst="rect">
            <a:avLst/>
          </a:prstGeom>
        </p:spPr>
        <p:txBody>
          <a:bodyPr lIns="50800" tIns="50800" rIns="50800" bIns="50800" anchor="ctr"/>
          <a:lstStyle/>
          <a:p>
            <a:pPr marL="488950" indent="-488950" algn="l" defTabSz="1341086">
              <a:spcBef>
                <a:spcPts val="2400"/>
              </a:spcBef>
              <a:buSzPct val="60000"/>
              <a:buBlip>
                <a:blip r:embed="rId3"/>
              </a:buBlip>
              <a:defRPr sz="2640" b="0">
                <a:solidFill>
                  <a:srgbClr val="000000"/>
                </a:solidFill>
              </a:defRPr>
            </a:pPr>
            <a:endParaRPr dirty="0"/>
          </a:p>
        </p:txBody>
      </p:sp>
      <p:sp>
        <p:nvSpPr>
          <p:cNvPr id="985" name="Numéro de diapositive"/>
          <p:cNvSpPr txBox="1">
            <a:spLocks noGrp="1"/>
          </p:cNvSpPr>
          <p:nvPr>
            <p:ph type="sldNum" sz="quarter" idx="2"/>
          </p:nvPr>
        </p:nvSpPr>
        <p:spPr>
          <a:xfrm>
            <a:off x="11718688" y="6374694"/>
            <a:ext cx="372540" cy="383541"/>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lgn="ctr">
              <a:defRPr sz="1900"/>
            </a:lvl1pPr>
          </a:lstStyle>
          <a:p>
            <a:fld id="{86CB4B4D-7CA3-9044-876B-883B54F8677D}" type="slidenum">
              <a:rPr/>
              <a:t>34</a:t>
            </a:fld>
            <a:endParaRPr/>
          </a:p>
        </p:txBody>
      </p:sp>
    </p:spTree>
  </p:cSld>
  <p:clrMapOvr>
    <a:masterClrMapping/>
  </p:clrMapOvr>
  <p:transition spd="slow">
    <p:comb/>
  </p:transition>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1" nodeType="afterEffect">
                                  <p:stCondLst>
                                    <p:cond delay="100"/>
                                  </p:stCondLst>
                                  <p:childTnLst>
                                    <p:set>
                                      <p:cBhvr>
                                        <p:cTn id="6" dur="1" fill="hold">
                                          <p:stCondLst>
                                            <p:cond delay="0"/>
                                          </p:stCondLst>
                                        </p:cTn>
                                        <p:tgtEl>
                                          <p:spTgt spid="978"/>
                                        </p:tgtEl>
                                        <p:attrNameLst>
                                          <p:attrName>style.visibility</p:attrName>
                                        </p:attrNameLst>
                                      </p:cBhvr>
                                      <p:to>
                                        <p:strVal val="visible"/>
                                      </p:to>
                                    </p:set>
                                    <p:anim calcmode="lin" valueType="num">
                                      <p:cBhvr>
                                        <p:cTn id="7" dur="1000" fill="hold"/>
                                        <p:tgtEl>
                                          <p:spTgt spid="978"/>
                                        </p:tgtEl>
                                        <p:attrNameLst>
                                          <p:attrName>ppt_w</p:attrName>
                                        </p:attrNameLst>
                                      </p:cBhvr>
                                      <p:tavLst>
                                        <p:tav tm="0">
                                          <p:val>
                                            <p:fltVal val="0"/>
                                          </p:val>
                                        </p:tav>
                                        <p:tav tm="100000">
                                          <p:val>
                                            <p:strVal val="#ppt_w"/>
                                          </p:val>
                                        </p:tav>
                                      </p:tavLst>
                                    </p:anim>
                                    <p:anim calcmode="lin" valueType="num">
                                      <p:cBhvr>
                                        <p:cTn id="8" dur="1000" fill="hold"/>
                                        <p:tgtEl>
                                          <p:spTgt spid="978"/>
                                        </p:tgtEl>
                                        <p:attrNameLst>
                                          <p:attrName>ppt_h</p:attrName>
                                        </p:attrNameLst>
                                      </p:cBhvr>
                                      <p:tavLst>
                                        <p:tav tm="0">
                                          <p:val>
                                            <p:fltVal val="0"/>
                                          </p:val>
                                        </p:tav>
                                        <p:tav tm="100000">
                                          <p:val>
                                            <p:strVal val="#ppt_h"/>
                                          </p:val>
                                        </p:tav>
                                      </p:tavLst>
                                    </p:anim>
                                    <p:anim calcmode="lin" valueType="num">
                                      <p:cBhvr>
                                        <p:cTn id="9" dur="1000" fill="hold"/>
                                        <p:tgtEl>
                                          <p:spTgt spid="978"/>
                                        </p:tgtEl>
                                        <p:attrNameLst>
                                          <p:attrName>style.rotation</p:attrName>
                                        </p:attrNameLst>
                                      </p:cBhvr>
                                      <p:tavLst>
                                        <p:tav tm="0">
                                          <p:val>
                                            <p:fltVal val="90"/>
                                          </p:val>
                                        </p:tav>
                                        <p:tav tm="100000">
                                          <p:val>
                                            <p:fltVal val="0"/>
                                          </p:val>
                                        </p:tav>
                                      </p:tavLst>
                                    </p:anim>
                                    <p:animEffect transition="in" filter="fade">
                                      <p:cBhvr>
                                        <p:cTn id="10" dur="1000"/>
                                        <p:tgtEl>
                                          <p:spTgt spid="978"/>
                                        </p:tgtEl>
                                      </p:cBhvr>
                                    </p:animEffect>
                                  </p:childTnLst>
                                </p:cTn>
                              </p:par>
                            </p:childTnLst>
                          </p:cTn>
                        </p:par>
                        <p:par>
                          <p:cTn id="11" fill="hold">
                            <p:stCondLst>
                              <p:cond delay="1100"/>
                            </p:stCondLst>
                            <p:childTnLst>
                              <p:par>
                                <p:cTn id="12" presetID="2" presetClass="entr" presetSubtype="8" fill="hold" grpId="2" nodeType="afterEffect">
                                  <p:stCondLst>
                                    <p:cond delay="200"/>
                                  </p:stCondLst>
                                  <p:iterate>
                                    <p:tmAbs val="0"/>
                                  </p:iterate>
                                  <p:childTnLst>
                                    <p:set>
                                      <p:cBhvr>
                                        <p:cTn id="13" fill="hold"/>
                                        <p:tgtEl>
                                          <p:spTgt spid="984"/>
                                        </p:tgtEl>
                                        <p:attrNameLst>
                                          <p:attrName>style.visibility</p:attrName>
                                        </p:attrNameLst>
                                      </p:cBhvr>
                                      <p:to>
                                        <p:strVal val="visible"/>
                                      </p:to>
                                    </p:set>
                                    <p:anim calcmode="lin" valueType="num">
                                      <p:cBhvr>
                                        <p:cTn id="14" dur="1000" fill="hold"/>
                                        <p:tgtEl>
                                          <p:spTgt spid="984"/>
                                        </p:tgtEl>
                                        <p:attrNameLst>
                                          <p:attrName>ppt_x</p:attrName>
                                        </p:attrNameLst>
                                      </p:cBhvr>
                                      <p:tavLst>
                                        <p:tav tm="0">
                                          <p:val>
                                            <p:strVal val="0-#ppt_w/2"/>
                                          </p:val>
                                        </p:tav>
                                        <p:tav tm="100000">
                                          <p:val>
                                            <p:strVal val="#ppt_x"/>
                                          </p:val>
                                        </p:tav>
                                      </p:tavLst>
                                    </p:anim>
                                    <p:anim calcmode="lin" valueType="num">
                                      <p:cBhvr>
                                        <p:cTn id="15" dur="1000" fill="hold"/>
                                        <p:tgtEl>
                                          <p:spTgt spid="98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8" grpId="1" animBg="1" advAuto="0"/>
      <p:bldP spid="984" grpId="2" animBg="1" advAuto="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7" name="Rectangle: Rounded Corners 31"/>
          <p:cNvSpPr/>
          <p:nvPr/>
        </p:nvSpPr>
        <p:spPr>
          <a:xfrm rot="18900000">
            <a:off x="3894189" y="1264239"/>
            <a:ext cx="4404512" cy="4404512"/>
          </a:xfrm>
          <a:prstGeom prst="roundRect">
            <a:avLst>
              <a:gd name="adj" fmla="val 6228"/>
            </a:avLst>
          </a:prstGeom>
          <a:solidFill>
            <a:srgbClr val="FF0000"/>
          </a:solidFill>
          <a:ln w="12700">
            <a:miter lim="400000"/>
          </a:ln>
        </p:spPr>
        <p:txBody>
          <a:bodyPr lIns="0" tIns="0" rIns="0" bIns="0" anchor="ctr"/>
          <a:lstStyle/>
          <a:p>
            <a:pPr algn="ctr">
              <a:defRPr>
                <a:solidFill>
                  <a:srgbClr val="FFFFFF"/>
                </a:solidFill>
              </a:defRPr>
            </a:pPr>
            <a:endParaRPr/>
          </a:p>
        </p:txBody>
      </p:sp>
      <p:sp>
        <p:nvSpPr>
          <p:cNvPr id="988" name="Rectangle 49"/>
          <p:cNvSpPr/>
          <p:nvPr/>
        </p:nvSpPr>
        <p:spPr>
          <a:xfrm>
            <a:off x="1583821" y="4034175"/>
            <a:ext cx="9024361" cy="1403548"/>
          </a:xfrm>
          <a:prstGeom prst="rect">
            <a:avLst/>
          </a:prstGeom>
          <a:solidFill>
            <a:srgbClr val="FFFFFF"/>
          </a:solidFill>
          <a:ln w="12700">
            <a:miter lim="400000"/>
          </a:ln>
        </p:spPr>
        <p:txBody>
          <a:bodyPr lIns="0" tIns="0" rIns="0" bIns="0" anchor="ctr"/>
          <a:lstStyle/>
          <a:p>
            <a:pPr algn="ctr">
              <a:defRPr>
                <a:solidFill>
                  <a:srgbClr val="FFFFFF"/>
                </a:solidFill>
              </a:defRPr>
            </a:pPr>
            <a:endParaRPr/>
          </a:p>
        </p:txBody>
      </p:sp>
      <p:sp>
        <p:nvSpPr>
          <p:cNvPr id="989" name="Smiley Face 14"/>
          <p:cNvSpPr/>
          <p:nvPr/>
        </p:nvSpPr>
        <p:spPr>
          <a:xfrm>
            <a:off x="6569556" y="2928435"/>
            <a:ext cx="467649" cy="425412"/>
          </a:xfrm>
          <a:custGeom>
            <a:avLst/>
            <a:gdLst/>
            <a:ahLst/>
            <a:cxnLst>
              <a:cxn ang="0">
                <a:pos x="wd2" y="hd2"/>
              </a:cxn>
              <a:cxn ang="5400000">
                <a:pos x="wd2" y="hd2"/>
              </a:cxn>
              <a:cxn ang="10800000">
                <a:pos x="wd2" y="hd2"/>
              </a:cxn>
              <a:cxn ang="16200000">
                <a:pos x="wd2" y="hd2"/>
              </a:cxn>
            </a:cxnLst>
            <a:rect l="0" t="0" r="r" b="b"/>
            <a:pathLst>
              <a:path w="21600" h="21600" extrusionOk="0">
                <a:moveTo>
                  <a:pt x="13511" y="14767"/>
                </a:moveTo>
                <a:cubicBezTo>
                  <a:pt x="13064" y="15857"/>
                  <a:pt x="12008" y="16574"/>
                  <a:pt x="10830" y="16586"/>
                </a:cubicBezTo>
                <a:cubicBezTo>
                  <a:pt x="9652" y="16598"/>
                  <a:pt x="8582" y="15904"/>
                  <a:pt x="8112" y="14823"/>
                </a:cubicBezTo>
                <a:lnTo>
                  <a:pt x="6927" y="15338"/>
                </a:lnTo>
                <a:cubicBezTo>
                  <a:pt x="7604" y="16895"/>
                  <a:pt x="9146" y="17895"/>
                  <a:pt x="10844" y="17878"/>
                </a:cubicBezTo>
                <a:cubicBezTo>
                  <a:pt x="12541" y="17860"/>
                  <a:pt x="14063" y="16828"/>
                  <a:pt x="14706" y="15258"/>
                </a:cubicBezTo>
                <a:close/>
                <a:moveTo>
                  <a:pt x="6253" y="6577"/>
                </a:moveTo>
                <a:cubicBezTo>
                  <a:pt x="5672" y="6556"/>
                  <a:pt x="5085" y="6685"/>
                  <a:pt x="4554" y="6967"/>
                </a:cubicBezTo>
                <a:cubicBezTo>
                  <a:pt x="3491" y="7532"/>
                  <a:pt x="2811" y="8622"/>
                  <a:pt x="2772" y="9824"/>
                </a:cubicBezTo>
                <a:lnTo>
                  <a:pt x="4106" y="9868"/>
                </a:lnTo>
                <a:cubicBezTo>
                  <a:pt x="4130" y="9143"/>
                  <a:pt x="4539" y="8487"/>
                  <a:pt x="5180" y="8146"/>
                </a:cubicBezTo>
                <a:cubicBezTo>
                  <a:pt x="5821" y="7806"/>
                  <a:pt x="6594" y="7834"/>
                  <a:pt x="7208" y="8221"/>
                </a:cubicBezTo>
                <a:cubicBezTo>
                  <a:pt x="7823" y="8607"/>
                  <a:pt x="8183" y="9292"/>
                  <a:pt x="8154" y="10017"/>
                </a:cubicBezTo>
                <a:lnTo>
                  <a:pt x="9488" y="10071"/>
                </a:lnTo>
                <a:cubicBezTo>
                  <a:pt x="9536" y="8868"/>
                  <a:pt x="8938" y="7731"/>
                  <a:pt x="7919" y="7091"/>
                </a:cubicBezTo>
                <a:cubicBezTo>
                  <a:pt x="7410" y="6770"/>
                  <a:pt x="6834" y="6598"/>
                  <a:pt x="6253" y="6577"/>
                </a:cubicBezTo>
                <a:close/>
                <a:moveTo>
                  <a:pt x="15374" y="6577"/>
                </a:moveTo>
                <a:cubicBezTo>
                  <a:pt x="14793" y="6556"/>
                  <a:pt x="14206" y="6685"/>
                  <a:pt x="13675" y="6967"/>
                </a:cubicBezTo>
                <a:cubicBezTo>
                  <a:pt x="12612" y="7532"/>
                  <a:pt x="11932" y="8622"/>
                  <a:pt x="11893" y="9824"/>
                </a:cubicBezTo>
                <a:lnTo>
                  <a:pt x="13227" y="9868"/>
                </a:lnTo>
                <a:cubicBezTo>
                  <a:pt x="13251" y="9143"/>
                  <a:pt x="13660" y="8487"/>
                  <a:pt x="14301" y="8146"/>
                </a:cubicBezTo>
                <a:cubicBezTo>
                  <a:pt x="14942" y="7806"/>
                  <a:pt x="15715" y="7834"/>
                  <a:pt x="16329" y="8221"/>
                </a:cubicBezTo>
                <a:cubicBezTo>
                  <a:pt x="16944" y="8607"/>
                  <a:pt x="17304" y="9292"/>
                  <a:pt x="17275" y="10017"/>
                </a:cubicBezTo>
                <a:lnTo>
                  <a:pt x="18609" y="10071"/>
                </a:lnTo>
                <a:cubicBezTo>
                  <a:pt x="18657" y="8868"/>
                  <a:pt x="18059" y="7731"/>
                  <a:pt x="17040" y="7091"/>
                </a:cubicBezTo>
                <a:cubicBezTo>
                  <a:pt x="16531" y="6770"/>
                  <a:pt x="15955" y="6598"/>
                  <a:pt x="15374" y="6577"/>
                </a:cubicBezTo>
                <a:close/>
                <a:moveTo>
                  <a:pt x="10800" y="0"/>
                </a:moveTo>
                <a:lnTo>
                  <a:pt x="11904" y="56"/>
                </a:lnTo>
                <a:lnTo>
                  <a:pt x="12977" y="219"/>
                </a:lnTo>
                <a:lnTo>
                  <a:pt x="14012" y="486"/>
                </a:lnTo>
                <a:lnTo>
                  <a:pt x="15004" y="849"/>
                </a:lnTo>
                <a:lnTo>
                  <a:pt x="15948" y="1304"/>
                </a:lnTo>
                <a:lnTo>
                  <a:pt x="16838" y="1844"/>
                </a:lnTo>
                <a:lnTo>
                  <a:pt x="17670" y="2466"/>
                </a:lnTo>
                <a:lnTo>
                  <a:pt x="18437" y="3163"/>
                </a:lnTo>
                <a:lnTo>
                  <a:pt x="19134" y="3930"/>
                </a:lnTo>
                <a:lnTo>
                  <a:pt x="19756" y="4762"/>
                </a:lnTo>
                <a:lnTo>
                  <a:pt x="20297" y="5652"/>
                </a:lnTo>
                <a:lnTo>
                  <a:pt x="20751" y="6596"/>
                </a:lnTo>
                <a:lnTo>
                  <a:pt x="21114" y="7588"/>
                </a:lnTo>
                <a:lnTo>
                  <a:pt x="21381" y="8623"/>
                </a:lnTo>
                <a:lnTo>
                  <a:pt x="21544" y="9696"/>
                </a:lnTo>
                <a:lnTo>
                  <a:pt x="21600" y="10800"/>
                </a:lnTo>
                <a:lnTo>
                  <a:pt x="21544" y="11904"/>
                </a:lnTo>
                <a:lnTo>
                  <a:pt x="21381" y="12977"/>
                </a:lnTo>
                <a:lnTo>
                  <a:pt x="21114" y="14012"/>
                </a:lnTo>
                <a:lnTo>
                  <a:pt x="20751" y="15004"/>
                </a:lnTo>
                <a:lnTo>
                  <a:pt x="20297" y="15948"/>
                </a:lnTo>
                <a:lnTo>
                  <a:pt x="19756" y="16838"/>
                </a:lnTo>
                <a:lnTo>
                  <a:pt x="19134" y="17670"/>
                </a:lnTo>
                <a:lnTo>
                  <a:pt x="18437" y="18437"/>
                </a:lnTo>
                <a:lnTo>
                  <a:pt x="17670" y="19134"/>
                </a:lnTo>
                <a:lnTo>
                  <a:pt x="16838" y="19756"/>
                </a:lnTo>
                <a:lnTo>
                  <a:pt x="15948" y="20296"/>
                </a:lnTo>
                <a:lnTo>
                  <a:pt x="15004" y="20751"/>
                </a:lnTo>
                <a:lnTo>
                  <a:pt x="14012" y="21114"/>
                </a:lnTo>
                <a:lnTo>
                  <a:pt x="12977" y="21381"/>
                </a:lnTo>
                <a:lnTo>
                  <a:pt x="11904" y="21544"/>
                </a:lnTo>
                <a:cubicBezTo>
                  <a:pt x="11541" y="21581"/>
                  <a:pt x="11173" y="21600"/>
                  <a:pt x="10800" y="21600"/>
                </a:cubicBezTo>
                <a:cubicBezTo>
                  <a:pt x="10054" y="21600"/>
                  <a:pt x="9326" y="21524"/>
                  <a:pt x="8623" y="21381"/>
                </a:cubicBezTo>
                <a:cubicBezTo>
                  <a:pt x="8272" y="21309"/>
                  <a:pt x="7927" y="21220"/>
                  <a:pt x="7588" y="21114"/>
                </a:cubicBezTo>
                <a:cubicBezTo>
                  <a:pt x="7250" y="21009"/>
                  <a:pt x="6919" y="20888"/>
                  <a:pt x="6596" y="20751"/>
                </a:cubicBezTo>
                <a:cubicBezTo>
                  <a:pt x="6273" y="20615"/>
                  <a:pt x="5958" y="20463"/>
                  <a:pt x="5652" y="20296"/>
                </a:cubicBezTo>
                <a:cubicBezTo>
                  <a:pt x="5346" y="20130"/>
                  <a:pt x="5049" y="19950"/>
                  <a:pt x="4762" y="19756"/>
                </a:cubicBezTo>
                <a:cubicBezTo>
                  <a:pt x="4474" y="19561"/>
                  <a:pt x="4197" y="19354"/>
                  <a:pt x="3930" y="19134"/>
                </a:cubicBezTo>
                <a:cubicBezTo>
                  <a:pt x="3664" y="18914"/>
                  <a:pt x="3408" y="18681"/>
                  <a:pt x="3163" y="18437"/>
                </a:cubicBezTo>
                <a:cubicBezTo>
                  <a:pt x="2919" y="18192"/>
                  <a:pt x="2686" y="17937"/>
                  <a:pt x="2466" y="17670"/>
                </a:cubicBezTo>
                <a:cubicBezTo>
                  <a:pt x="2246" y="17403"/>
                  <a:pt x="2039" y="17126"/>
                  <a:pt x="1844" y="16838"/>
                </a:cubicBezTo>
                <a:cubicBezTo>
                  <a:pt x="1650" y="16551"/>
                  <a:pt x="1470" y="16254"/>
                  <a:pt x="1304" y="15948"/>
                </a:cubicBezTo>
                <a:cubicBezTo>
                  <a:pt x="1137" y="15642"/>
                  <a:pt x="985" y="15327"/>
                  <a:pt x="849" y="15004"/>
                </a:cubicBezTo>
                <a:cubicBezTo>
                  <a:pt x="712" y="14681"/>
                  <a:pt x="591" y="14350"/>
                  <a:pt x="486" y="14012"/>
                </a:cubicBezTo>
                <a:cubicBezTo>
                  <a:pt x="380" y="13673"/>
                  <a:pt x="291" y="13328"/>
                  <a:pt x="219" y="12977"/>
                </a:cubicBezTo>
                <a:cubicBezTo>
                  <a:pt x="147" y="12625"/>
                  <a:pt x="93" y="12267"/>
                  <a:pt x="56" y="11904"/>
                </a:cubicBezTo>
                <a:cubicBezTo>
                  <a:pt x="19" y="11541"/>
                  <a:pt x="0" y="11173"/>
                  <a:pt x="0" y="10800"/>
                </a:cubicBezTo>
                <a:cubicBezTo>
                  <a:pt x="0" y="10054"/>
                  <a:pt x="76" y="9326"/>
                  <a:pt x="219" y="8623"/>
                </a:cubicBezTo>
                <a:cubicBezTo>
                  <a:pt x="291" y="8272"/>
                  <a:pt x="380" y="7927"/>
                  <a:pt x="486" y="7588"/>
                </a:cubicBezTo>
                <a:cubicBezTo>
                  <a:pt x="591" y="7250"/>
                  <a:pt x="712" y="6919"/>
                  <a:pt x="849" y="6596"/>
                </a:cubicBezTo>
                <a:cubicBezTo>
                  <a:pt x="985" y="6273"/>
                  <a:pt x="1137" y="5958"/>
                  <a:pt x="1304" y="5652"/>
                </a:cubicBezTo>
                <a:cubicBezTo>
                  <a:pt x="1470" y="5346"/>
                  <a:pt x="1650" y="5049"/>
                  <a:pt x="1844" y="4762"/>
                </a:cubicBezTo>
                <a:cubicBezTo>
                  <a:pt x="2039" y="4474"/>
                  <a:pt x="2246" y="4197"/>
                  <a:pt x="2466" y="3930"/>
                </a:cubicBezTo>
                <a:cubicBezTo>
                  <a:pt x="2686" y="3664"/>
                  <a:pt x="2919" y="3408"/>
                  <a:pt x="3163" y="3163"/>
                </a:cubicBezTo>
                <a:cubicBezTo>
                  <a:pt x="3408" y="2919"/>
                  <a:pt x="3664" y="2686"/>
                  <a:pt x="3930" y="2466"/>
                </a:cubicBezTo>
                <a:cubicBezTo>
                  <a:pt x="4197" y="2246"/>
                  <a:pt x="4474" y="2039"/>
                  <a:pt x="4762" y="1844"/>
                </a:cubicBezTo>
                <a:cubicBezTo>
                  <a:pt x="5049" y="1650"/>
                  <a:pt x="5346" y="1470"/>
                  <a:pt x="5652" y="1304"/>
                </a:cubicBezTo>
                <a:cubicBezTo>
                  <a:pt x="5958" y="1137"/>
                  <a:pt x="6273" y="985"/>
                  <a:pt x="6596" y="849"/>
                </a:cubicBezTo>
                <a:cubicBezTo>
                  <a:pt x="6919" y="712"/>
                  <a:pt x="7250" y="591"/>
                  <a:pt x="7588" y="486"/>
                </a:cubicBezTo>
                <a:cubicBezTo>
                  <a:pt x="7927" y="380"/>
                  <a:pt x="8272" y="291"/>
                  <a:pt x="8623" y="219"/>
                </a:cubicBezTo>
                <a:cubicBezTo>
                  <a:pt x="8975" y="147"/>
                  <a:pt x="9333" y="93"/>
                  <a:pt x="9696" y="56"/>
                </a:cubicBezTo>
                <a:cubicBezTo>
                  <a:pt x="10059" y="19"/>
                  <a:pt x="10427" y="0"/>
                  <a:pt x="10800" y="0"/>
                </a:cubicBezTo>
                <a:close/>
              </a:path>
            </a:pathLst>
          </a:custGeom>
          <a:solidFill>
            <a:srgbClr val="FFFFFF"/>
          </a:solidFill>
          <a:ln w="25400">
            <a:solidFill>
              <a:srgbClr val="FFFFFF"/>
            </a:solidFill>
          </a:ln>
        </p:spPr>
        <p:txBody>
          <a:bodyPr lIns="0" tIns="0" rIns="0" bIns="0" anchor="ctr"/>
          <a:lstStyle/>
          <a:p>
            <a:endParaRPr/>
          </a:p>
        </p:txBody>
      </p:sp>
      <p:sp>
        <p:nvSpPr>
          <p:cNvPr id="990" name="Rectangle 7"/>
          <p:cNvSpPr/>
          <p:nvPr/>
        </p:nvSpPr>
        <p:spPr>
          <a:xfrm>
            <a:off x="5138706" y="2981824"/>
            <a:ext cx="322041" cy="322041"/>
          </a:xfrm>
          <a:custGeom>
            <a:avLst/>
            <a:gdLst/>
            <a:ahLst/>
            <a:cxnLst>
              <a:cxn ang="0">
                <a:pos x="wd2" y="hd2"/>
              </a:cxn>
              <a:cxn ang="5400000">
                <a:pos x="wd2" y="hd2"/>
              </a:cxn>
              <a:cxn ang="10800000">
                <a:pos x="wd2" y="hd2"/>
              </a:cxn>
              <a:cxn ang="16200000">
                <a:pos x="wd2" y="hd2"/>
              </a:cxn>
            </a:cxnLst>
            <a:rect l="0" t="0" r="r" b="b"/>
            <a:pathLst>
              <a:path w="21600" h="21600" extrusionOk="0">
                <a:moveTo>
                  <a:pt x="2679" y="13703"/>
                </a:moveTo>
                <a:lnTo>
                  <a:pt x="5799" y="13703"/>
                </a:lnTo>
                <a:lnTo>
                  <a:pt x="5799" y="19463"/>
                </a:lnTo>
                <a:lnTo>
                  <a:pt x="2679" y="19463"/>
                </a:lnTo>
                <a:close/>
                <a:moveTo>
                  <a:pt x="7480" y="11303"/>
                </a:moveTo>
                <a:lnTo>
                  <a:pt x="10600" y="11303"/>
                </a:lnTo>
                <a:lnTo>
                  <a:pt x="10600" y="19463"/>
                </a:lnTo>
                <a:lnTo>
                  <a:pt x="7480" y="19463"/>
                </a:lnTo>
                <a:close/>
                <a:moveTo>
                  <a:pt x="12280" y="8903"/>
                </a:moveTo>
                <a:lnTo>
                  <a:pt x="15400" y="8903"/>
                </a:lnTo>
                <a:lnTo>
                  <a:pt x="15400" y="19463"/>
                </a:lnTo>
                <a:lnTo>
                  <a:pt x="12280" y="19463"/>
                </a:lnTo>
                <a:close/>
                <a:moveTo>
                  <a:pt x="17081" y="6503"/>
                </a:moveTo>
                <a:lnTo>
                  <a:pt x="20201" y="6503"/>
                </a:lnTo>
                <a:lnTo>
                  <a:pt x="20201" y="19463"/>
                </a:lnTo>
                <a:lnTo>
                  <a:pt x="17081" y="19463"/>
                </a:lnTo>
                <a:close/>
                <a:moveTo>
                  <a:pt x="15479" y="1499"/>
                </a:moveTo>
                <a:lnTo>
                  <a:pt x="19204" y="1649"/>
                </a:lnTo>
                <a:lnTo>
                  <a:pt x="17472" y="4951"/>
                </a:lnTo>
                <a:lnTo>
                  <a:pt x="16974" y="4088"/>
                </a:lnTo>
                <a:lnTo>
                  <a:pt x="3610" y="11803"/>
                </a:lnTo>
                <a:lnTo>
                  <a:pt x="2614" y="10077"/>
                </a:lnTo>
                <a:lnTo>
                  <a:pt x="15978" y="2362"/>
                </a:lnTo>
                <a:close/>
                <a:moveTo>
                  <a:pt x="0" y="0"/>
                </a:moveTo>
                <a:lnTo>
                  <a:pt x="1200" y="0"/>
                </a:lnTo>
                <a:lnTo>
                  <a:pt x="1200" y="20400"/>
                </a:lnTo>
                <a:lnTo>
                  <a:pt x="21600" y="20400"/>
                </a:lnTo>
                <a:lnTo>
                  <a:pt x="21600" y="21600"/>
                </a:lnTo>
                <a:lnTo>
                  <a:pt x="1200" y="21600"/>
                </a:lnTo>
                <a:lnTo>
                  <a:pt x="1200" y="21600"/>
                </a:lnTo>
                <a:lnTo>
                  <a:pt x="0" y="21600"/>
                </a:lnTo>
                <a:lnTo>
                  <a:pt x="0" y="20400"/>
                </a:lnTo>
                <a:close/>
              </a:path>
            </a:pathLst>
          </a:custGeom>
          <a:solidFill>
            <a:srgbClr val="FFFFFF"/>
          </a:solidFill>
          <a:ln w="12700">
            <a:miter lim="400000"/>
          </a:ln>
        </p:spPr>
        <p:txBody>
          <a:bodyPr lIns="0" tIns="0" rIns="0" bIns="0" anchor="ctr"/>
          <a:lstStyle/>
          <a:p>
            <a:pPr algn="ctr">
              <a:defRPr>
                <a:solidFill>
                  <a:srgbClr val="FFFFFF"/>
                </a:solidFill>
              </a:defRPr>
            </a:pPr>
            <a:endParaRPr/>
          </a:p>
        </p:txBody>
      </p:sp>
      <p:sp>
        <p:nvSpPr>
          <p:cNvPr id="991" name="Rounded Rectangle 5"/>
          <p:cNvSpPr/>
          <p:nvPr/>
        </p:nvSpPr>
        <p:spPr>
          <a:xfrm flipH="1">
            <a:off x="5764862" y="2365880"/>
            <a:ext cx="391684" cy="323115"/>
          </a:xfrm>
          <a:custGeom>
            <a:avLst/>
            <a:gdLst/>
            <a:ahLst/>
            <a:cxnLst>
              <a:cxn ang="0">
                <a:pos x="wd2" y="hd2"/>
              </a:cxn>
              <a:cxn ang="5400000">
                <a:pos x="wd2" y="hd2"/>
              </a:cxn>
              <a:cxn ang="10800000">
                <a:pos x="wd2" y="hd2"/>
              </a:cxn>
              <a:cxn ang="16200000">
                <a:pos x="wd2" y="hd2"/>
              </a:cxn>
            </a:cxnLst>
            <a:rect l="0" t="0" r="r" b="b"/>
            <a:pathLst>
              <a:path w="21600" h="21600" extrusionOk="0">
                <a:moveTo>
                  <a:pt x="9293" y="5384"/>
                </a:moveTo>
                <a:cubicBezTo>
                  <a:pt x="9996" y="5384"/>
                  <a:pt x="10567" y="6075"/>
                  <a:pt x="10567" y="6928"/>
                </a:cubicBezTo>
                <a:cubicBezTo>
                  <a:pt x="10567" y="7781"/>
                  <a:pt x="9996" y="8473"/>
                  <a:pt x="9293" y="8473"/>
                </a:cubicBezTo>
                <a:cubicBezTo>
                  <a:pt x="8589" y="8473"/>
                  <a:pt x="8018" y="7781"/>
                  <a:pt x="8018" y="6928"/>
                </a:cubicBezTo>
                <a:cubicBezTo>
                  <a:pt x="8018" y="6075"/>
                  <a:pt x="8589" y="5384"/>
                  <a:pt x="9293" y="5384"/>
                </a:cubicBezTo>
                <a:close/>
                <a:moveTo>
                  <a:pt x="13382" y="5384"/>
                </a:moveTo>
                <a:cubicBezTo>
                  <a:pt x="14086" y="5384"/>
                  <a:pt x="14656" y="6075"/>
                  <a:pt x="14656" y="6928"/>
                </a:cubicBezTo>
                <a:cubicBezTo>
                  <a:pt x="14656" y="7781"/>
                  <a:pt x="14086" y="8473"/>
                  <a:pt x="13382" y="8473"/>
                </a:cubicBezTo>
                <a:cubicBezTo>
                  <a:pt x="12678" y="8473"/>
                  <a:pt x="12108" y="7781"/>
                  <a:pt x="12108" y="6928"/>
                </a:cubicBezTo>
                <a:cubicBezTo>
                  <a:pt x="12108" y="6075"/>
                  <a:pt x="12678" y="5384"/>
                  <a:pt x="13382" y="5384"/>
                </a:cubicBezTo>
                <a:close/>
                <a:moveTo>
                  <a:pt x="17472" y="5384"/>
                </a:moveTo>
                <a:cubicBezTo>
                  <a:pt x="18175" y="5384"/>
                  <a:pt x="18746" y="6075"/>
                  <a:pt x="18746" y="6928"/>
                </a:cubicBezTo>
                <a:cubicBezTo>
                  <a:pt x="18746" y="7781"/>
                  <a:pt x="18175" y="8473"/>
                  <a:pt x="17472" y="8473"/>
                </a:cubicBezTo>
                <a:cubicBezTo>
                  <a:pt x="16768" y="8473"/>
                  <a:pt x="16197" y="7781"/>
                  <a:pt x="16197" y="6928"/>
                </a:cubicBezTo>
                <a:cubicBezTo>
                  <a:pt x="16197" y="6075"/>
                  <a:pt x="16768" y="5384"/>
                  <a:pt x="17472" y="5384"/>
                </a:cubicBezTo>
                <a:close/>
                <a:moveTo>
                  <a:pt x="4546" y="4634"/>
                </a:moveTo>
                <a:lnTo>
                  <a:pt x="2221" y="4634"/>
                </a:lnTo>
                <a:cubicBezTo>
                  <a:pt x="995" y="4634"/>
                  <a:pt x="0" y="5840"/>
                  <a:pt x="0" y="7327"/>
                </a:cubicBezTo>
                <a:lnTo>
                  <a:pt x="0" y="15885"/>
                </a:lnTo>
                <a:cubicBezTo>
                  <a:pt x="0" y="17372"/>
                  <a:pt x="995" y="18578"/>
                  <a:pt x="2221" y="18578"/>
                </a:cubicBezTo>
                <a:lnTo>
                  <a:pt x="4778" y="18578"/>
                </a:lnTo>
                <a:cubicBezTo>
                  <a:pt x="4295" y="19485"/>
                  <a:pt x="4344" y="20145"/>
                  <a:pt x="1847" y="21600"/>
                </a:cubicBezTo>
                <a:cubicBezTo>
                  <a:pt x="6049" y="21026"/>
                  <a:pt x="6703" y="20773"/>
                  <a:pt x="8690" y="18578"/>
                </a:cubicBezTo>
                <a:lnTo>
                  <a:pt x="14214" y="18578"/>
                </a:lnTo>
                <a:cubicBezTo>
                  <a:pt x="15115" y="18578"/>
                  <a:pt x="15891" y="17928"/>
                  <a:pt x="16235" y="16991"/>
                </a:cubicBezTo>
                <a:cubicBezTo>
                  <a:pt x="14806" y="16463"/>
                  <a:pt x="13647" y="15727"/>
                  <a:pt x="12291" y="14643"/>
                </a:cubicBezTo>
                <a:lnTo>
                  <a:pt x="6767" y="14643"/>
                </a:lnTo>
                <a:cubicBezTo>
                  <a:pt x="5540" y="14643"/>
                  <a:pt x="4546" y="13437"/>
                  <a:pt x="4546" y="11950"/>
                </a:cubicBezTo>
                <a:lnTo>
                  <a:pt x="4546" y="4634"/>
                </a:lnTo>
                <a:close/>
                <a:moveTo>
                  <a:pt x="19379" y="0"/>
                </a:moveTo>
                <a:lnTo>
                  <a:pt x="7386" y="0"/>
                </a:lnTo>
                <a:cubicBezTo>
                  <a:pt x="6159" y="0"/>
                  <a:pt x="5164" y="1206"/>
                  <a:pt x="5164" y="2693"/>
                </a:cubicBezTo>
                <a:lnTo>
                  <a:pt x="5164" y="11251"/>
                </a:lnTo>
                <a:cubicBezTo>
                  <a:pt x="5164" y="12738"/>
                  <a:pt x="6159" y="13944"/>
                  <a:pt x="7386" y="13944"/>
                </a:cubicBezTo>
                <a:lnTo>
                  <a:pt x="12910" y="13944"/>
                </a:lnTo>
                <a:cubicBezTo>
                  <a:pt x="15447" y="15972"/>
                  <a:pt x="16468" y="16336"/>
                  <a:pt x="20670" y="16910"/>
                </a:cubicBezTo>
                <a:cubicBezTo>
                  <a:pt x="18218" y="15289"/>
                  <a:pt x="17947" y="15461"/>
                  <a:pt x="16822" y="13944"/>
                </a:cubicBezTo>
                <a:lnTo>
                  <a:pt x="19379" y="13944"/>
                </a:lnTo>
                <a:cubicBezTo>
                  <a:pt x="20605" y="13944"/>
                  <a:pt x="21600" y="12738"/>
                  <a:pt x="21600" y="11251"/>
                </a:cubicBezTo>
                <a:lnTo>
                  <a:pt x="21600" y="2693"/>
                </a:lnTo>
                <a:cubicBezTo>
                  <a:pt x="21600" y="1206"/>
                  <a:pt x="20605" y="0"/>
                  <a:pt x="19379" y="0"/>
                </a:cubicBezTo>
                <a:close/>
              </a:path>
            </a:pathLst>
          </a:custGeom>
          <a:solidFill>
            <a:srgbClr val="FFFFFF"/>
          </a:solidFill>
          <a:ln w="12700">
            <a:miter lim="400000"/>
          </a:ln>
        </p:spPr>
        <p:txBody>
          <a:bodyPr lIns="0" tIns="0" rIns="0" bIns="0" anchor="ctr"/>
          <a:lstStyle/>
          <a:p>
            <a:pPr algn="ctr">
              <a:defRPr>
                <a:solidFill>
                  <a:srgbClr val="FFFFFF"/>
                </a:solidFill>
              </a:defRPr>
            </a:pPr>
            <a:endParaRPr/>
          </a:p>
        </p:txBody>
      </p:sp>
      <p:grpSp>
        <p:nvGrpSpPr>
          <p:cNvPr id="1004" name="Group 86"/>
          <p:cNvGrpSpPr/>
          <p:nvPr/>
        </p:nvGrpSpPr>
        <p:grpSpPr>
          <a:xfrm>
            <a:off x="1552214" y="1830274"/>
            <a:ext cx="2761098" cy="2305265"/>
            <a:chOff x="0" y="0"/>
            <a:chExt cx="2761097" cy="2305263"/>
          </a:xfrm>
        </p:grpSpPr>
        <p:sp>
          <p:nvSpPr>
            <p:cNvPr id="992" name="Freeform: Shape 87"/>
            <p:cNvSpPr/>
            <p:nvPr/>
          </p:nvSpPr>
          <p:spPr>
            <a:xfrm rot="19835455">
              <a:off x="174878" y="1569333"/>
              <a:ext cx="2747092" cy="65696"/>
            </a:xfrm>
            <a:custGeom>
              <a:avLst/>
              <a:gdLst/>
              <a:ahLst/>
              <a:cxnLst>
                <a:cxn ang="0">
                  <a:pos x="wd2" y="hd2"/>
                </a:cxn>
                <a:cxn ang="5400000">
                  <a:pos x="wd2" y="hd2"/>
                </a:cxn>
                <a:cxn ang="10800000">
                  <a:pos x="wd2" y="hd2"/>
                </a:cxn>
                <a:cxn ang="16200000">
                  <a:pos x="wd2" y="hd2"/>
                </a:cxn>
              </a:cxnLst>
              <a:rect l="0" t="0" r="r" b="b"/>
              <a:pathLst>
                <a:path w="21600" h="21600" extrusionOk="0">
                  <a:moveTo>
                    <a:pt x="20987" y="21600"/>
                  </a:moveTo>
                  <a:cubicBezTo>
                    <a:pt x="20987" y="21600"/>
                    <a:pt x="21425" y="19872"/>
                    <a:pt x="21600" y="6912"/>
                  </a:cubicBezTo>
                  <a:cubicBezTo>
                    <a:pt x="21600" y="3024"/>
                    <a:pt x="21512" y="0"/>
                    <a:pt x="21400" y="0"/>
                  </a:cubicBezTo>
                  <a:lnTo>
                    <a:pt x="488" y="2592"/>
                  </a:lnTo>
                  <a:lnTo>
                    <a:pt x="213" y="2592"/>
                  </a:lnTo>
                  <a:cubicBezTo>
                    <a:pt x="100" y="2592"/>
                    <a:pt x="0" y="5184"/>
                    <a:pt x="0" y="8640"/>
                  </a:cubicBezTo>
                  <a:cubicBezTo>
                    <a:pt x="138" y="17280"/>
                    <a:pt x="438" y="20304"/>
                    <a:pt x="575" y="21168"/>
                  </a:cubicBezTo>
                  <a:lnTo>
                    <a:pt x="588" y="21600"/>
                  </a:lnTo>
                  <a:cubicBezTo>
                    <a:pt x="588" y="21600"/>
                    <a:pt x="588" y="21600"/>
                    <a:pt x="588" y="21600"/>
                  </a:cubicBezTo>
                  <a:lnTo>
                    <a:pt x="650" y="21600"/>
                  </a:lnTo>
                </a:path>
              </a:pathLst>
            </a:custGeom>
            <a:solidFill>
              <a:srgbClr val="5F6767"/>
            </a:solidFill>
            <a:ln w="12700" cap="flat">
              <a:noFill/>
              <a:miter lim="400000"/>
            </a:ln>
            <a:effectLst/>
          </p:spPr>
          <p:txBody>
            <a:bodyPr wrap="square" lIns="0" tIns="0" rIns="0" bIns="0" numCol="1" anchor="ctr">
              <a:noAutofit/>
            </a:bodyPr>
            <a:lstStyle/>
            <a:p>
              <a:pPr>
                <a:defRPr>
                  <a:solidFill>
                    <a:srgbClr val="000000"/>
                  </a:solidFill>
                  <a:latin typeface="+mj-lt"/>
                  <a:ea typeface="+mj-ea"/>
                  <a:cs typeface="+mj-cs"/>
                  <a:sym typeface="Calibri"/>
                </a:defRPr>
              </a:pPr>
              <a:endParaRPr/>
            </a:p>
          </p:txBody>
        </p:sp>
        <p:sp>
          <p:nvSpPr>
            <p:cNvPr id="993" name="Freeform: Shape 88"/>
            <p:cNvSpPr/>
            <p:nvPr/>
          </p:nvSpPr>
          <p:spPr>
            <a:xfrm rot="19835455">
              <a:off x="146148" y="459478"/>
              <a:ext cx="2177632" cy="1166736"/>
            </a:xfrm>
            <a:custGeom>
              <a:avLst/>
              <a:gdLst/>
              <a:ahLst/>
              <a:cxnLst>
                <a:cxn ang="0">
                  <a:pos x="wd2" y="hd2"/>
                </a:cxn>
                <a:cxn ang="5400000">
                  <a:pos x="wd2" y="hd2"/>
                </a:cxn>
                <a:cxn ang="10800000">
                  <a:pos x="wd2" y="hd2"/>
                </a:cxn>
                <a:cxn ang="16200000">
                  <a:pos x="wd2" y="hd2"/>
                </a:cxn>
              </a:cxnLst>
              <a:rect l="0" t="0" r="r" b="b"/>
              <a:pathLst>
                <a:path w="21600" h="21600" extrusionOk="0">
                  <a:moveTo>
                    <a:pt x="21600" y="20603"/>
                  </a:moveTo>
                  <a:cubicBezTo>
                    <a:pt x="21600" y="21138"/>
                    <a:pt x="21379" y="21600"/>
                    <a:pt x="21111" y="21600"/>
                  </a:cubicBezTo>
                  <a:lnTo>
                    <a:pt x="489" y="21600"/>
                  </a:lnTo>
                  <a:cubicBezTo>
                    <a:pt x="221" y="21600"/>
                    <a:pt x="0" y="21162"/>
                    <a:pt x="0" y="20603"/>
                  </a:cubicBezTo>
                  <a:lnTo>
                    <a:pt x="0" y="997"/>
                  </a:lnTo>
                  <a:cubicBezTo>
                    <a:pt x="0" y="462"/>
                    <a:pt x="221" y="0"/>
                    <a:pt x="489" y="0"/>
                  </a:cubicBezTo>
                  <a:lnTo>
                    <a:pt x="21111" y="0"/>
                  </a:lnTo>
                  <a:cubicBezTo>
                    <a:pt x="21379" y="0"/>
                    <a:pt x="21600" y="438"/>
                    <a:pt x="21600" y="997"/>
                  </a:cubicBezTo>
                  <a:lnTo>
                    <a:pt x="21600" y="20603"/>
                  </a:lnTo>
                  <a:close/>
                </a:path>
              </a:pathLst>
            </a:custGeom>
            <a:solidFill>
              <a:srgbClr val="000000"/>
            </a:solidFill>
            <a:ln w="12700" cap="flat">
              <a:noFill/>
              <a:miter lim="400000"/>
            </a:ln>
            <a:effectLst/>
          </p:spPr>
          <p:txBody>
            <a:bodyPr wrap="square" lIns="0" tIns="0" rIns="0" bIns="0" numCol="1" anchor="ctr">
              <a:noAutofit/>
            </a:bodyPr>
            <a:lstStyle/>
            <a:p>
              <a:pPr>
                <a:defRPr>
                  <a:solidFill>
                    <a:srgbClr val="000000"/>
                  </a:solidFill>
                  <a:latin typeface="+mj-lt"/>
                  <a:ea typeface="+mj-ea"/>
                  <a:cs typeface="+mj-cs"/>
                  <a:sym typeface="Calibri"/>
                </a:defRPr>
              </a:pPr>
              <a:endParaRPr/>
            </a:p>
          </p:txBody>
        </p:sp>
        <p:sp>
          <p:nvSpPr>
            <p:cNvPr id="994" name="Freeform: Shape 89"/>
            <p:cNvSpPr/>
            <p:nvPr/>
          </p:nvSpPr>
          <p:spPr>
            <a:xfrm rot="19835455">
              <a:off x="234074" y="534132"/>
              <a:ext cx="1986751" cy="997243"/>
            </a:xfrm>
            <a:prstGeom prst="rect">
              <a:avLst/>
            </a:prstGeom>
            <a:solidFill>
              <a:srgbClr val="F2F2F2"/>
            </a:solidFill>
            <a:ln w="12700" cap="flat">
              <a:noFill/>
              <a:miter lim="400000"/>
            </a:ln>
            <a:effectLst/>
          </p:spPr>
          <p:txBody>
            <a:bodyPr wrap="square" lIns="0" tIns="0" rIns="0" bIns="0" numCol="1" anchor="ctr">
              <a:noAutofit/>
            </a:bodyPr>
            <a:lstStyle/>
            <a:p>
              <a:pPr>
                <a:defRPr>
                  <a:solidFill>
                    <a:srgbClr val="000000"/>
                  </a:solidFill>
                  <a:latin typeface="+mj-lt"/>
                  <a:ea typeface="+mj-ea"/>
                  <a:cs typeface="+mj-cs"/>
                  <a:sym typeface="Calibri"/>
                </a:defRPr>
              </a:pPr>
              <a:endParaRPr/>
            </a:p>
          </p:txBody>
        </p:sp>
        <p:sp>
          <p:nvSpPr>
            <p:cNvPr id="995" name="Freeform: Shape 90"/>
            <p:cNvSpPr/>
            <p:nvPr/>
          </p:nvSpPr>
          <p:spPr>
            <a:xfrm rot="19835455">
              <a:off x="134809" y="1520045"/>
              <a:ext cx="2780602" cy="78095"/>
            </a:xfrm>
            <a:custGeom>
              <a:avLst/>
              <a:gdLst/>
              <a:ahLst/>
              <a:cxnLst>
                <a:cxn ang="0">
                  <a:pos x="wd2" y="hd2"/>
                </a:cxn>
                <a:cxn ang="5400000">
                  <a:pos x="wd2" y="hd2"/>
                </a:cxn>
                <a:cxn ang="10800000">
                  <a:pos x="wd2" y="hd2"/>
                </a:cxn>
                <a:cxn ang="16200000">
                  <a:pos x="wd2" y="hd2"/>
                </a:cxn>
              </a:cxnLst>
              <a:rect l="0" t="0" r="r" b="b"/>
              <a:pathLst>
                <a:path w="21576" h="21397" extrusionOk="0">
                  <a:moveTo>
                    <a:pt x="555" y="0"/>
                  </a:moveTo>
                  <a:lnTo>
                    <a:pt x="21032" y="0"/>
                  </a:lnTo>
                  <a:cubicBezTo>
                    <a:pt x="21328" y="0"/>
                    <a:pt x="21575" y="7200"/>
                    <a:pt x="21575" y="15840"/>
                  </a:cubicBezTo>
                  <a:lnTo>
                    <a:pt x="21575" y="19080"/>
                  </a:lnTo>
                  <a:cubicBezTo>
                    <a:pt x="21575" y="19080"/>
                    <a:pt x="21600" y="21600"/>
                    <a:pt x="21378" y="20880"/>
                  </a:cubicBezTo>
                  <a:cubicBezTo>
                    <a:pt x="21365" y="20880"/>
                    <a:pt x="21353" y="20880"/>
                    <a:pt x="21341" y="20880"/>
                  </a:cubicBezTo>
                  <a:lnTo>
                    <a:pt x="284" y="20880"/>
                  </a:lnTo>
                  <a:cubicBezTo>
                    <a:pt x="247" y="20880"/>
                    <a:pt x="222" y="20880"/>
                    <a:pt x="185" y="21240"/>
                  </a:cubicBezTo>
                  <a:cubicBezTo>
                    <a:pt x="123" y="21600"/>
                    <a:pt x="12" y="21600"/>
                    <a:pt x="0" y="18360"/>
                  </a:cubicBezTo>
                  <a:lnTo>
                    <a:pt x="0" y="15480"/>
                  </a:lnTo>
                  <a:cubicBezTo>
                    <a:pt x="12" y="6840"/>
                    <a:pt x="247" y="0"/>
                    <a:pt x="555" y="0"/>
                  </a:cubicBezTo>
                  <a:close/>
                </a:path>
              </a:pathLst>
            </a:custGeom>
            <a:solidFill>
              <a:srgbClr val="CCCCCC"/>
            </a:solidFill>
            <a:ln w="12700" cap="flat">
              <a:noFill/>
              <a:miter lim="400000"/>
            </a:ln>
            <a:effectLst/>
          </p:spPr>
          <p:txBody>
            <a:bodyPr wrap="square" lIns="0" tIns="0" rIns="0" bIns="0" numCol="1" anchor="ctr">
              <a:noAutofit/>
            </a:bodyPr>
            <a:lstStyle/>
            <a:p>
              <a:pPr>
                <a:defRPr>
                  <a:solidFill>
                    <a:srgbClr val="000000"/>
                  </a:solidFill>
                  <a:latin typeface="+mj-lt"/>
                  <a:ea typeface="+mj-ea"/>
                  <a:cs typeface="+mj-cs"/>
                  <a:sym typeface="Calibri"/>
                </a:defRPr>
              </a:pPr>
              <a:endParaRPr/>
            </a:p>
          </p:txBody>
        </p:sp>
        <p:sp>
          <p:nvSpPr>
            <p:cNvPr id="996" name="Freeform: Shape 91"/>
            <p:cNvSpPr/>
            <p:nvPr/>
          </p:nvSpPr>
          <p:spPr>
            <a:xfrm rot="19835455">
              <a:off x="1319513" y="1522799"/>
              <a:ext cx="391592" cy="36791"/>
            </a:xfrm>
            <a:custGeom>
              <a:avLst/>
              <a:gdLst/>
              <a:ahLst/>
              <a:cxnLst>
                <a:cxn ang="0">
                  <a:pos x="wd2" y="hd2"/>
                </a:cxn>
                <a:cxn ang="5400000">
                  <a:pos x="wd2" y="hd2"/>
                </a:cxn>
                <a:cxn ang="10800000">
                  <a:pos x="wd2" y="hd2"/>
                </a:cxn>
                <a:cxn ang="16200000">
                  <a:pos x="wd2" y="hd2"/>
                </a:cxn>
              </a:cxnLst>
              <a:rect l="0" t="0" r="r" b="b"/>
              <a:pathLst>
                <a:path w="20997" h="21600" extrusionOk="0">
                  <a:moveTo>
                    <a:pt x="19182" y="20828"/>
                  </a:moveTo>
                  <a:lnTo>
                    <a:pt x="19267" y="20828"/>
                  </a:lnTo>
                  <a:lnTo>
                    <a:pt x="19496" y="20901"/>
                  </a:lnTo>
                  <a:lnTo>
                    <a:pt x="19459" y="20949"/>
                  </a:lnTo>
                  <a:cubicBezTo>
                    <a:pt x="19294" y="21021"/>
                    <a:pt x="19182" y="20828"/>
                    <a:pt x="19182" y="20828"/>
                  </a:cubicBezTo>
                  <a:close/>
                  <a:moveTo>
                    <a:pt x="1100" y="20057"/>
                  </a:moveTo>
                  <a:cubicBezTo>
                    <a:pt x="1271" y="20828"/>
                    <a:pt x="1356" y="20828"/>
                    <a:pt x="1527" y="20828"/>
                  </a:cubicBezTo>
                  <a:lnTo>
                    <a:pt x="1356" y="20828"/>
                  </a:lnTo>
                  <a:cubicBezTo>
                    <a:pt x="1271" y="20828"/>
                    <a:pt x="1185" y="20828"/>
                    <a:pt x="1100" y="20057"/>
                  </a:cubicBezTo>
                  <a:close/>
                  <a:moveTo>
                    <a:pt x="20802" y="0"/>
                  </a:moveTo>
                  <a:lnTo>
                    <a:pt x="20973" y="0"/>
                  </a:lnTo>
                  <a:cubicBezTo>
                    <a:pt x="21165" y="17936"/>
                    <a:pt x="20158" y="20684"/>
                    <a:pt x="19606" y="20937"/>
                  </a:cubicBezTo>
                  <a:lnTo>
                    <a:pt x="19496" y="20901"/>
                  </a:lnTo>
                  <a:lnTo>
                    <a:pt x="19740" y="20584"/>
                  </a:lnTo>
                  <a:cubicBezTo>
                    <a:pt x="20249" y="19454"/>
                    <a:pt x="20909" y="15235"/>
                    <a:pt x="20802" y="771"/>
                  </a:cubicBezTo>
                  <a:close/>
                  <a:moveTo>
                    <a:pt x="77" y="0"/>
                  </a:moveTo>
                  <a:lnTo>
                    <a:pt x="247" y="771"/>
                  </a:lnTo>
                  <a:cubicBezTo>
                    <a:pt x="247" y="771"/>
                    <a:pt x="-264" y="16971"/>
                    <a:pt x="1186" y="21600"/>
                  </a:cubicBezTo>
                  <a:cubicBezTo>
                    <a:pt x="-435" y="17742"/>
                    <a:pt x="77" y="0"/>
                    <a:pt x="77" y="0"/>
                  </a:cubicBezTo>
                  <a:close/>
                </a:path>
              </a:pathLst>
            </a:custGeom>
            <a:solidFill>
              <a:srgbClr val="4D4D4D"/>
            </a:solidFill>
            <a:ln w="12700" cap="flat">
              <a:noFill/>
              <a:miter lim="400000"/>
            </a:ln>
            <a:effectLst/>
          </p:spPr>
          <p:txBody>
            <a:bodyPr wrap="square" lIns="0" tIns="0" rIns="0" bIns="0" numCol="1" anchor="ctr">
              <a:noAutofit/>
            </a:bodyPr>
            <a:lstStyle/>
            <a:p>
              <a:pPr>
                <a:defRPr>
                  <a:solidFill>
                    <a:srgbClr val="000000"/>
                  </a:solidFill>
                  <a:latin typeface="+mj-lt"/>
                  <a:ea typeface="+mj-ea"/>
                  <a:cs typeface="+mj-cs"/>
                  <a:sym typeface="Calibri"/>
                </a:defRPr>
              </a:pPr>
              <a:endParaRPr/>
            </a:p>
          </p:txBody>
        </p:sp>
        <p:grpSp>
          <p:nvGrpSpPr>
            <p:cNvPr id="999" name="Group 92"/>
            <p:cNvGrpSpPr/>
            <p:nvPr/>
          </p:nvGrpSpPr>
          <p:grpSpPr>
            <a:xfrm>
              <a:off x="416958" y="2128546"/>
              <a:ext cx="98560" cy="69246"/>
              <a:chOff x="0" y="0"/>
              <a:chExt cx="98559" cy="69244"/>
            </a:xfrm>
          </p:grpSpPr>
          <p:sp>
            <p:nvSpPr>
              <p:cNvPr id="997" name="Rectangle: Rounded Corners 97"/>
              <p:cNvSpPr/>
              <p:nvPr/>
            </p:nvSpPr>
            <p:spPr>
              <a:xfrm rot="19835455">
                <a:off x="-799" y="23106"/>
                <a:ext cx="100157" cy="23033"/>
              </a:xfrm>
              <a:prstGeom prst="roundRect">
                <a:avLst>
                  <a:gd name="adj" fmla="val 28154"/>
                </a:avLst>
              </a:prstGeom>
              <a:solidFill>
                <a:srgbClr val="BFBFBF"/>
              </a:solidFill>
              <a:ln w="12700" cap="flat">
                <a:noFill/>
                <a:miter lim="400000"/>
              </a:ln>
              <a:effectLst/>
            </p:spPr>
            <p:txBody>
              <a:bodyPr wrap="square" lIns="0" tIns="0" rIns="0" bIns="0" numCol="1" anchor="ctr">
                <a:noAutofit/>
              </a:bodyPr>
              <a:lstStyle/>
              <a:p>
                <a:pPr algn="ctr">
                  <a:defRPr>
                    <a:solidFill>
                      <a:srgbClr val="FFFFFF"/>
                    </a:solidFill>
                    <a:latin typeface="+mj-lt"/>
                    <a:ea typeface="+mj-ea"/>
                    <a:cs typeface="+mj-cs"/>
                    <a:sym typeface="Calibri"/>
                  </a:defRPr>
                </a:pPr>
                <a:endParaRPr/>
              </a:p>
            </p:txBody>
          </p:sp>
          <p:sp>
            <p:nvSpPr>
              <p:cNvPr id="998" name="Rectangle: Rounded Corners 98"/>
              <p:cNvSpPr/>
              <p:nvPr/>
            </p:nvSpPr>
            <p:spPr>
              <a:xfrm rot="19835455">
                <a:off x="21680" y="28032"/>
                <a:ext cx="54928" cy="12701"/>
              </a:xfrm>
              <a:custGeom>
                <a:avLst/>
                <a:gdLst/>
                <a:ahLst/>
                <a:cxnLst>
                  <a:cxn ang="0">
                    <a:pos x="wd2" y="hd2"/>
                  </a:cxn>
                  <a:cxn ang="5400000">
                    <a:pos x="wd2" y="hd2"/>
                  </a:cxn>
                  <a:cxn ang="10800000">
                    <a:pos x="wd2" y="hd2"/>
                  </a:cxn>
                  <a:cxn ang="16200000">
                    <a:pos x="wd2" y="hd2"/>
                  </a:cxn>
                </a:cxnLst>
                <a:rect l="0" t="0" r="r" b="b"/>
                <a:pathLst>
                  <a:path w="21600" h="21600" extrusionOk="0">
                    <a:moveTo>
                      <a:pt x="0" y="6081"/>
                    </a:moveTo>
                    <a:cubicBezTo>
                      <a:pt x="0" y="2723"/>
                      <a:pt x="548" y="0"/>
                      <a:pt x="1223" y="0"/>
                    </a:cubicBezTo>
                    <a:lnTo>
                      <a:pt x="20377" y="0"/>
                    </a:lnTo>
                    <a:cubicBezTo>
                      <a:pt x="21052" y="0"/>
                      <a:pt x="21600" y="2723"/>
                      <a:pt x="21600" y="6081"/>
                    </a:cubicBezTo>
                    <a:lnTo>
                      <a:pt x="21600" y="15519"/>
                    </a:lnTo>
                    <a:cubicBezTo>
                      <a:pt x="21600" y="18877"/>
                      <a:pt x="21052" y="21600"/>
                      <a:pt x="20377" y="21600"/>
                    </a:cubicBezTo>
                    <a:lnTo>
                      <a:pt x="1223" y="21600"/>
                    </a:lnTo>
                    <a:cubicBezTo>
                      <a:pt x="548" y="21600"/>
                      <a:pt x="0" y="18877"/>
                      <a:pt x="0" y="15519"/>
                    </a:cubicBezTo>
                    <a:close/>
                  </a:path>
                </a:pathLst>
              </a:custGeom>
              <a:solidFill>
                <a:srgbClr val="595959"/>
              </a:solidFill>
              <a:ln w="12700" cap="flat">
                <a:noFill/>
                <a:miter lim="400000"/>
              </a:ln>
              <a:effectLst/>
            </p:spPr>
            <p:txBody>
              <a:bodyPr wrap="square" lIns="0" tIns="0" rIns="0" bIns="0" numCol="1" anchor="ctr">
                <a:noAutofit/>
              </a:bodyPr>
              <a:lstStyle/>
              <a:p>
                <a:pPr algn="ctr">
                  <a:defRPr>
                    <a:solidFill>
                      <a:srgbClr val="FFFFFF"/>
                    </a:solidFill>
                    <a:latin typeface="+mj-lt"/>
                    <a:ea typeface="+mj-ea"/>
                    <a:cs typeface="+mj-cs"/>
                    <a:sym typeface="Calibri"/>
                  </a:defRPr>
                </a:pPr>
                <a:endParaRPr/>
              </a:p>
            </p:txBody>
          </p:sp>
        </p:grpSp>
        <p:grpSp>
          <p:nvGrpSpPr>
            <p:cNvPr id="1002" name="Group 93"/>
            <p:cNvGrpSpPr/>
            <p:nvPr/>
          </p:nvGrpSpPr>
          <p:grpSpPr>
            <a:xfrm>
              <a:off x="2493782" y="901480"/>
              <a:ext cx="198059" cy="125332"/>
              <a:chOff x="0" y="0"/>
              <a:chExt cx="198058" cy="125330"/>
            </a:xfrm>
          </p:grpSpPr>
          <p:sp>
            <p:nvSpPr>
              <p:cNvPr id="1000" name="Rectangle: Rounded Corners 95"/>
              <p:cNvSpPr/>
              <p:nvPr/>
            </p:nvSpPr>
            <p:spPr>
              <a:xfrm rot="19835455">
                <a:off x="-8158" y="51149"/>
                <a:ext cx="214375" cy="23033"/>
              </a:xfrm>
              <a:prstGeom prst="roundRect">
                <a:avLst>
                  <a:gd name="adj" fmla="val 28154"/>
                </a:avLst>
              </a:prstGeom>
              <a:solidFill>
                <a:srgbClr val="BFBFBF"/>
              </a:solidFill>
              <a:ln w="12700" cap="flat">
                <a:noFill/>
                <a:miter lim="400000"/>
              </a:ln>
              <a:effectLst/>
            </p:spPr>
            <p:txBody>
              <a:bodyPr wrap="square" lIns="0" tIns="0" rIns="0" bIns="0" numCol="1" anchor="ctr">
                <a:noAutofit/>
              </a:bodyPr>
              <a:lstStyle/>
              <a:p>
                <a:pPr algn="ctr">
                  <a:defRPr>
                    <a:solidFill>
                      <a:srgbClr val="FFFFFF"/>
                    </a:solidFill>
                    <a:latin typeface="+mj-lt"/>
                    <a:ea typeface="+mj-ea"/>
                    <a:cs typeface="+mj-cs"/>
                    <a:sym typeface="Calibri"/>
                  </a:defRPr>
                </a:pPr>
                <a:endParaRPr/>
              </a:p>
            </p:txBody>
          </p:sp>
          <p:sp>
            <p:nvSpPr>
              <p:cNvPr id="1001" name="Rectangle: Rounded Corners 96"/>
              <p:cNvSpPr/>
              <p:nvPr/>
            </p:nvSpPr>
            <p:spPr>
              <a:xfrm rot="19835455">
                <a:off x="32519" y="56075"/>
                <a:ext cx="132749" cy="12701"/>
              </a:xfrm>
              <a:custGeom>
                <a:avLst/>
                <a:gdLst/>
                <a:ahLst/>
                <a:cxnLst>
                  <a:cxn ang="0">
                    <a:pos x="wd2" y="hd2"/>
                  </a:cxn>
                  <a:cxn ang="5400000">
                    <a:pos x="wd2" y="hd2"/>
                  </a:cxn>
                  <a:cxn ang="10800000">
                    <a:pos x="wd2" y="hd2"/>
                  </a:cxn>
                  <a:cxn ang="16200000">
                    <a:pos x="wd2" y="hd2"/>
                  </a:cxn>
                </a:cxnLst>
                <a:rect l="0" t="0" r="r" b="b"/>
                <a:pathLst>
                  <a:path w="21600" h="21600" extrusionOk="0">
                    <a:moveTo>
                      <a:pt x="0" y="6081"/>
                    </a:moveTo>
                    <a:cubicBezTo>
                      <a:pt x="0" y="2723"/>
                      <a:pt x="227" y="0"/>
                      <a:pt x="506" y="0"/>
                    </a:cubicBezTo>
                    <a:lnTo>
                      <a:pt x="21094" y="0"/>
                    </a:lnTo>
                    <a:cubicBezTo>
                      <a:pt x="21373" y="0"/>
                      <a:pt x="21600" y="2723"/>
                      <a:pt x="21600" y="6081"/>
                    </a:cubicBezTo>
                    <a:lnTo>
                      <a:pt x="21600" y="15519"/>
                    </a:lnTo>
                    <a:cubicBezTo>
                      <a:pt x="21600" y="18877"/>
                      <a:pt x="21373" y="21600"/>
                      <a:pt x="21094" y="21600"/>
                    </a:cubicBezTo>
                    <a:lnTo>
                      <a:pt x="506" y="21600"/>
                    </a:lnTo>
                    <a:cubicBezTo>
                      <a:pt x="227" y="21600"/>
                      <a:pt x="0" y="18877"/>
                      <a:pt x="0" y="15519"/>
                    </a:cubicBezTo>
                    <a:close/>
                  </a:path>
                </a:pathLst>
              </a:custGeom>
              <a:solidFill>
                <a:srgbClr val="595959"/>
              </a:solidFill>
              <a:ln w="12700" cap="flat">
                <a:noFill/>
                <a:miter lim="400000"/>
              </a:ln>
              <a:effectLst/>
            </p:spPr>
            <p:txBody>
              <a:bodyPr wrap="square" lIns="0" tIns="0" rIns="0" bIns="0" numCol="1" anchor="ctr">
                <a:noAutofit/>
              </a:bodyPr>
              <a:lstStyle/>
              <a:p>
                <a:pPr algn="ctr">
                  <a:defRPr>
                    <a:solidFill>
                      <a:srgbClr val="FFFFFF"/>
                    </a:solidFill>
                    <a:latin typeface="+mj-lt"/>
                    <a:ea typeface="+mj-ea"/>
                    <a:cs typeface="+mj-cs"/>
                    <a:sym typeface="Calibri"/>
                  </a:defRPr>
                </a:pPr>
                <a:endParaRPr/>
              </a:p>
            </p:txBody>
          </p:sp>
        </p:grpSp>
        <p:sp>
          <p:nvSpPr>
            <p:cNvPr id="1003" name="Freeform: Shape 94"/>
            <p:cNvSpPr/>
            <p:nvPr/>
          </p:nvSpPr>
          <p:spPr>
            <a:xfrm rot="19835455">
              <a:off x="840587" y="295199"/>
              <a:ext cx="1325707" cy="1085473"/>
            </a:xfrm>
            <a:custGeom>
              <a:avLst/>
              <a:gdLst/>
              <a:ahLst/>
              <a:cxnLst>
                <a:cxn ang="0">
                  <a:pos x="wd2" y="hd2"/>
                </a:cxn>
                <a:cxn ang="5400000">
                  <a:pos x="wd2" y="hd2"/>
                </a:cxn>
                <a:cxn ang="10800000">
                  <a:pos x="wd2" y="hd2"/>
                </a:cxn>
                <a:cxn ang="16200000">
                  <a:pos x="wd2" y="hd2"/>
                </a:cxn>
              </a:cxnLst>
              <a:rect l="0" t="0" r="r" b="b"/>
              <a:pathLst>
                <a:path w="21600" h="21600" extrusionOk="0">
                  <a:moveTo>
                    <a:pt x="13435" y="0"/>
                  </a:moveTo>
                  <a:lnTo>
                    <a:pt x="21600" y="57"/>
                  </a:lnTo>
                  <a:cubicBezTo>
                    <a:pt x="21585" y="7189"/>
                    <a:pt x="21570" y="14468"/>
                    <a:pt x="21556" y="21600"/>
                  </a:cubicBezTo>
                  <a:lnTo>
                    <a:pt x="0" y="21600"/>
                  </a:lnTo>
                </a:path>
              </a:pathLst>
            </a:custGeom>
            <a:solidFill>
              <a:srgbClr val="999999">
                <a:alpha val="10000"/>
              </a:srgbClr>
            </a:solidFill>
            <a:ln w="12700" cap="flat">
              <a:noFill/>
              <a:miter lim="400000"/>
            </a:ln>
            <a:effectLst/>
          </p:spPr>
          <p:txBody>
            <a:bodyPr wrap="square" lIns="0" tIns="0" rIns="0" bIns="0" numCol="1" anchor="ctr">
              <a:noAutofit/>
            </a:bodyPr>
            <a:lstStyle/>
            <a:p>
              <a:pPr>
                <a:defRPr>
                  <a:solidFill>
                    <a:srgbClr val="000000"/>
                  </a:solidFill>
                  <a:latin typeface="+mj-lt"/>
                  <a:ea typeface="+mj-ea"/>
                  <a:cs typeface="+mj-cs"/>
                  <a:sym typeface="Calibri"/>
                </a:defRPr>
              </a:pPr>
              <a:endParaRPr/>
            </a:p>
          </p:txBody>
        </p:sp>
      </p:grpSp>
      <p:sp>
        <p:nvSpPr>
          <p:cNvPr id="1018" name="Trapezoid 18"/>
          <p:cNvSpPr/>
          <p:nvPr/>
        </p:nvSpPr>
        <p:spPr>
          <a:xfrm rot="10800000">
            <a:off x="4505929" y="2029216"/>
            <a:ext cx="3188288" cy="1764188"/>
          </a:xfrm>
          <a:custGeom>
            <a:avLst/>
            <a:gdLst/>
            <a:ahLst/>
            <a:cxnLst>
              <a:cxn ang="0">
                <a:pos x="wd2" y="hd2"/>
              </a:cxn>
              <a:cxn ang="5400000">
                <a:pos x="wd2" y="hd2"/>
              </a:cxn>
              <a:cxn ang="10800000">
                <a:pos x="wd2" y="hd2"/>
              </a:cxn>
              <a:cxn ang="16200000">
                <a:pos x="wd2" y="hd2"/>
              </a:cxn>
            </a:cxnLst>
            <a:rect l="0" t="0" r="r" b="b"/>
            <a:pathLst>
              <a:path w="21600" h="21600" extrusionOk="0">
                <a:moveTo>
                  <a:pt x="11946" y="1508"/>
                </a:moveTo>
                <a:lnTo>
                  <a:pt x="11946" y="1132"/>
                </a:lnTo>
                <a:lnTo>
                  <a:pt x="9654" y="1132"/>
                </a:lnTo>
                <a:lnTo>
                  <a:pt x="9654" y="1508"/>
                </a:lnTo>
                <a:close/>
                <a:moveTo>
                  <a:pt x="18720" y="20559"/>
                </a:moveTo>
                <a:lnTo>
                  <a:pt x="18720" y="3383"/>
                </a:lnTo>
                <a:lnTo>
                  <a:pt x="2880" y="3383"/>
                </a:lnTo>
                <a:lnTo>
                  <a:pt x="2880" y="20559"/>
                </a:lnTo>
                <a:close/>
                <a:moveTo>
                  <a:pt x="18819" y="21600"/>
                </a:moveTo>
                <a:lnTo>
                  <a:pt x="2781" y="21600"/>
                </a:lnTo>
                <a:cubicBezTo>
                  <a:pt x="2518" y="21600"/>
                  <a:pt x="2304" y="21214"/>
                  <a:pt x="2304" y="20737"/>
                </a:cubicBezTo>
                <a:lnTo>
                  <a:pt x="2304" y="1822"/>
                </a:lnTo>
                <a:lnTo>
                  <a:pt x="0" y="1822"/>
                </a:lnTo>
                <a:lnTo>
                  <a:pt x="0" y="781"/>
                </a:lnTo>
                <a:lnTo>
                  <a:pt x="561" y="0"/>
                </a:lnTo>
                <a:lnTo>
                  <a:pt x="21039" y="0"/>
                </a:lnTo>
                <a:lnTo>
                  <a:pt x="21600" y="781"/>
                </a:lnTo>
                <a:lnTo>
                  <a:pt x="21600" y="1822"/>
                </a:lnTo>
                <a:lnTo>
                  <a:pt x="19296" y="1822"/>
                </a:lnTo>
                <a:lnTo>
                  <a:pt x="19296" y="20737"/>
                </a:lnTo>
                <a:cubicBezTo>
                  <a:pt x="19296" y="21214"/>
                  <a:pt x="19082" y="21600"/>
                  <a:pt x="18819" y="21600"/>
                </a:cubicBezTo>
                <a:close/>
              </a:path>
            </a:pathLst>
          </a:custGeom>
          <a:solidFill>
            <a:srgbClr val="FFFFFF"/>
          </a:solidFill>
          <a:ln w="12700">
            <a:miter lim="400000"/>
          </a:ln>
        </p:spPr>
        <p:txBody>
          <a:bodyPr lIns="0" tIns="0" rIns="0" bIns="0" anchor="ctr"/>
          <a:lstStyle/>
          <a:p>
            <a:pPr algn="ctr">
              <a:defRPr sz="2700">
                <a:solidFill>
                  <a:srgbClr val="414141"/>
                </a:solidFill>
              </a:defRPr>
            </a:pPr>
            <a:endParaRPr/>
          </a:p>
        </p:txBody>
      </p:sp>
      <p:sp>
        <p:nvSpPr>
          <p:cNvPr id="1019" name="TextBox 69"/>
          <p:cNvSpPr txBox="1"/>
          <p:nvPr/>
        </p:nvSpPr>
        <p:spPr>
          <a:xfrm>
            <a:off x="3113243" y="4059217"/>
            <a:ext cx="5982740" cy="13106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p>
            <a:pPr algn="ctr">
              <a:defRPr sz="4000">
                <a:solidFill>
                  <a:srgbClr val="272727"/>
                </a:solidFill>
                <a:latin typeface="Bernard MT Condensed"/>
                <a:ea typeface="Bernard MT Condensed"/>
                <a:cs typeface="Bernard MT Condensed"/>
                <a:sym typeface="Bernard MT Condensed"/>
              </a:defRPr>
            </a:pPr>
            <a:r>
              <a:t>Merci pour</a:t>
            </a:r>
          </a:p>
          <a:p>
            <a:pPr algn="ctr">
              <a:defRPr sz="4000">
                <a:solidFill>
                  <a:srgbClr val="272727"/>
                </a:solidFill>
                <a:latin typeface="Bernard MT Condensed"/>
                <a:ea typeface="Bernard MT Condensed"/>
                <a:cs typeface="Bernard MT Condensed"/>
                <a:sym typeface="Bernard MT Condensed"/>
              </a:defRPr>
            </a:pPr>
            <a:r>
              <a:t>Votre attention</a:t>
            </a:r>
          </a:p>
        </p:txBody>
      </p:sp>
      <p:pic>
        <p:nvPicPr>
          <p:cNvPr id="1020" name="Picture 13" descr="Picture 13"/>
          <p:cNvPicPr>
            <a:picLocks noChangeAspect="1"/>
          </p:cNvPicPr>
          <p:nvPr/>
        </p:nvPicPr>
        <p:blipFill>
          <a:blip r:embed="rId3"/>
          <a:stretch>
            <a:fillRect/>
          </a:stretch>
        </p:blipFill>
        <p:spPr>
          <a:xfrm>
            <a:off x="9974579" y="5956316"/>
            <a:ext cx="1941507" cy="645870"/>
          </a:xfrm>
          <a:prstGeom prst="rect">
            <a:avLst/>
          </a:prstGeom>
          <a:ln w="12700">
            <a:miter lim="400000"/>
          </a:ln>
        </p:spPr>
      </p:pic>
      <p:sp>
        <p:nvSpPr>
          <p:cNvPr id="1024" name="Numéro de diapositive"/>
          <p:cNvSpPr txBox="1">
            <a:spLocks noGrp="1"/>
          </p:cNvSpPr>
          <p:nvPr>
            <p:ph type="sldNum" sz="quarter" idx="2"/>
          </p:nvPr>
        </p:nvSpPr>
        <p:spPr>
          <a:xfrm>
            <a:off x="78231" y="84565"/>
            <a:ext cx="372540" cy="383541"/>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lgn="ctr">
              <a:defRPr sz="1900"/>
            </a:lvl1pPr>
          </a:lstStyle>
          <a:p>
            <a:fld id="{86CB4B4D-7CA3-9044-876B-883B54F8677D}" type="slidenum">
              <a:rPr/>
              <a:t>35</a:t>
            </a:fld>
            <a:endParaRPr/>
          </a:p>
        </p:txBody>
      </p:sp>
      <p:pic>
        <p:nvPicPr>
          <p:cNvPr id="40" name="image9.png">
            <a:extLst>
              <a:ext uri="{FF2B5EF4-FFF2-40B4-BE49-F238E27FC236}">
                <a16:creationId xmlns:a16="http://schemas.microsoft.com/office/drawing/2014/main" id="{550599C6-BA24-6948-9F6D-9BD5921A7284}"/>
              </a:ext>
            </a:extLst>
          </p:cNvPr>
          <p:cNvPicPr/>
          <p:nvPr/>
        </p:nvPicPr>
        <p:blipFill>
          <a:blip r:embed="rId4"/>
          <a:srcRect/>
          <a:stretch>
            <a:fillRect/>
          </a:stretch>
        </p:blipFill>
        <p:spPr>
          <a:xfrm>
            <a:off x="173014" y="5642750"/>
            <a:ext cx="3074107" cy="1056411"/>
          </a:xfrm>
          <a:prstGeom prst="rect">
            <a:avLst/>
          </a:prstGeom>
          <a:ln/>
        </p:spPr>
      </p:pic>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1" nodeType="afterEffect">
                                  <p:stCondLst>
                                    <p:cond delay="0"/>
                                  </p:stCondLst>
                                  <p:iterate>
                                    <p:tmAbs val="0"/>
                                  </p:iterate>
                                  <p:childTnLst>
                                    <p:set>
                                      <p:cBhvr>
                                        <p:cTn id="6" fill="hold"/>
                                        <p:tgtEl>
                                          <p:spTgt spid="1004"/>
                                        </p:tgtEl>
                                        <p:attrNameLst>
                                          <p:attrName>style.visibility</p:attrName>
                                        </p:attrNameLst>
                                      </p:cBhvr>
                                      <p:to>
                                        <p:strVal val="visible"/>
                                      </p:to>
                                    </p:set>
                                    <p:anim calcmode="lin" valueType="num">
                                      <p:cBhvr>
                                        <p:cTn id="7" dur="500" fill="hold"/>
                                        <p:tgtEl>
                                          <p:spTgt spid="1004"/>
                                        </p:tgtEl>
                                        <p:attrNameLst>
                                          <p:attrName>ppt_x</p:attrName>
                                        </p:attrNameLst>
                                      </p:cBhvr>
                                      <p:tavLst>
                                        <p:tav tm="0">
                                          <p:val>
                                            <p:strVal val="#ppt_x"/>
                                          </p:val>
                                        </p:tav>
                                        <p:tav tm="100000">
                                          <p:val>
                                            <p:strVal val="#ppt_x"/>
                                          </p:val>
                                        </p:tav>
                                      </p:tavLst>
                                    </p:anim>
                                    <p:anim calcmode="lin" valueType="num">
                                      <p:cBhvr>
                                        <p:cTn id="8" dur="500" fill="hold"/>
                                        <p:tgtEl>
                                          <p:spTgt spid="100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2" presetClass="emph" presetSubtype="0" fill="hold" grpId="3" nodeType="clickEffect">
                                  <p:stCondLst>
                                    <p:cond delay="0"/>
                                  </p:stCondLst>
                                  <p:childTnLst>
                                    <p:animRot by="300000">
                                      <p:cBhvr>
                                        <p:cTn id="12" dur="80" fill="hold">
                                          <p:stCondLst>
                                            <p:cond delay="0"/>
                                          </p:stCondLst>
                                        </p:cTn>
                                        <p:tgtEl>
                                          <p:spTgt spid="1019"/>
                                        </p:tgtEl>
                                        <p:attrNameLst>
                                          <p:attrName>r</p:attrName>
                                        </p:attrNameLst>
                                      </p:cBhvr>
                                    </p:animRot>
                                    <p:animRot by="-600000">
                                      <p:cBhvr>
                                        <p:cTn id="13" dur="160" fill="hold">
                                          <p:stCondLst>
                                            <p:cond delay="160"/>
                                          </p:stCondLst>
                                        </p:cTn>
                                        <p:tgtEl>
                                          <p:spTgt spid="1019"/>
                                        </p:tgtEl>
                                        <p:attrNameLst>
                                          <p:attrName>r</p:attrName>
                                        </p:attrNameLst>
                                      </p:cBhvr>
                                    </p:animRot>
                                    <p:animRot by="600000">
                                      <p:cBhvr>
                                        <p:cTn id="14" dur="160" fill="hold">
                                          <p:stCondLst>
                                            <p:cond delay="320"/>
                                          </p:stCondLst>
                                        </p:cTn>
                                        <p:tgtEl>
                                          <p:spTgt spid="1019"/>
                                        </p:tgtEl>
                                        <p:attrNameLst>
                                          <p:attrName>r</p:attrName>
                                        </p:attrNameLst>
                                      </p:cBhvr>
                                    </p:animRot>
                                    <p:animRot by="-600000">
                                      <p:cBhvr>
                                        <p:cTn id="15" dur="160" fill="hold">
                                          <p:stCondLst>
                                            <p:cond delay="480"/>
                                          </p:stCondLst>
                                        </p:cTn>
                                        <p:tgtEl>
                                          <p:spTgt spid="1019"/>
                                        </p:tgtEl>
                                        <p:attrNameLst>
                                          <p:attrName>r</p:attrName>
                                        </p:attrNameLst>
                                      </p:cBhvr>
                                    </p:animRot>
                                    <p:animRot by="300000">
                                      <p:cBhvr>
                                        <p:cTn id="16" dur="160" fill="hold">
                                          <p:stCondLst>
                                            <p:cond delay="640"/>
                                          </p:stCondLst>
                                        </p:cTn>
                                        <p:tgtEl>
                                          <p:spTgt spid="1019"/>
                                        </p:tgtEl>
                                        <p:attrNameLst>
                                          <p:attrName>r</p:attrName>
                                        </p:attrNameLst>
                                      </p:cBhvr>
                                    </p:animRo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4" nodeType="clickEffect">
                                  <p:stCondLst>
                                    <p:cond delay="0"/>
                                  </p:stCondLst>
                                  <p:iterate>
                                    <p:tmAbs val="0"/>
                                  </p:iterate>
                                  <p:childTnLst>
                                    <p:set>
                                      <p:cBhvr>
                                        <p:cTn id="20" fill="hold"/>
                                        <p:tgtEl>
                                          <p:spTgt spid="987"/>
                                        </p:tgtEl>
                                        <p:attrNameLst>
                                          <p:attrName>style.visibility</p:attrName>
                                        </p:attrNameLst>
                                      </p:cBhvr>
                                      <p:to>
                                        <p:strVal val="visible"/>
                                      </p:to>
                                    </p:set>
                                    <p:anim calcmode="lin" valueType="num">
                                      <p:cBhvr>
                                        <p:cTn id="21" dur="500" fill="hold"/>
                                        <p:tgtEl>
                                          <p:spTgt spid="987"/>
                                        </p:tgtEl>
                                        <p:attrNameLst>
                                          <p:attrName>ppt_x</p:attrName>
                                        </p:attrNameLst>
                                      </p:cBhvr>
                                      <p:tavLst>
                                        <p:tav tm="0">
                                          <p:val>
                                            <p:strVal val="#ppt_x"/>
                                          </p:val>
                                        </p:tav>
                                        <p:tav tm="100000">
                                          <p:val>
                                            <p:strVal val="#ppt_x"/>
                                          </p:val>
                                        </p:tav>
                                      </p:tavLst>
                                    </p:anim>
                                    <p:anim calcmode="lin" valueType="num">
                                      <p:cBhvr>
                                        <p:cTn id="22" dur="500" fill="hold"/>
                                        <p:tgtEl>
                                          <p:spTgt spid="98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7" grpId="4" animBg="1" advAuto="0"/>
      <p:bldP spid="1004" grpId="1" animBg="1" advAuto="0"/>
      <p:bldP spid="1019" grpId="3" animBg="1" advAuto="0"/>
    </p:bldLst>
  </p:timing>
</p:sld>
</file>

<file path=ppt/theme/theme1.xml><?xml version="1.0" encoding="utf-8"?>
<a:theme xmlns:a="http://schemas.openxmlformats.org/drawingml/2006/main" name="SG Group Identity">
  <a:themeElements>
    <a:clrScheme name="SG Group Identity">
      <a:dk1>
        <a:srgbClr val="010101"/>
      </a:dk1>
      <a:lt1>
        <a:srgbClr val="FFFFFF"/>
      </a:lt1>
      <a:dk2>
        <a:srgbClr val="A7A7A7"/>
      </a:dk2>
      <a:lt2>
        <a:srgbClr val="535353"/>
      </a:lt2>
      <a:accent1>
        <a:srgbClr val="610F15"/>
      </a:accent1>
      <a:accent2>
        <a:srgbClr val="581D39"/>
      </a:accent2>
      <a:accent3>
        <a:srgbClr val="303A3C"/>
      </a:accent3>
      <a:accent4>
        <a:srgbClr val="292D3F"/>
      </a:accent4>
      <a:accent5>
        <a:srgbClr val="4D385E"/>
      </a:accent5>
      <a:accent6>
        <a:srgbClr val="EB2D90"/>
      </a:accent6>
      <a:hlink>
        <a:srgbClr val="0000FF"/>
      </a:hlink>
      <a:folHlink>
        <a:srgbClr val="FF00FF"/>
      </a:folHlink>
    </a:clrScheme>
    <a:fontScheme name="SG Group Identity">
      <a:majorFont>
        <a:latin typeface="Calibri"/>
        <a:ea typeface="Calibri"/>
        <a:cs typeface="Calibri"/>
      </a:majorFont>
      <a:minorFont>
        <a:latin typeface="Helvetica"/>
        <a:ea typeface="Helvetica"/>
        <a:cs typeface="Helvetica"/>
      </a:minorFont>
    </a:fontScheme>
    <a:fmtScheme name="SG Group Identity">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10101"/>
            </a:solidFill>
            <a:effectLst/>
            <a:uFillTx/>
            <a:latin typeface="Source Sans Pro"/>
            <a:ea typeface="Source Sans Pro"/>
            <a:cs typeface="Source Sans Pro"/>
            <a:sym typeface="Source Sans Pro"/>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36000" tIns="36000" rIns="36000" bIns="3600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10101"/>
            </a:solidFill>
            <a:effectLst/>
            <a:uFillTx/>
            <a:latin typeface="Source Sans Pro"/>
            <a:ea typeface="Source Sans Pro"/>
            <a:cs typeface="Source Sans Pro"/>
            <a:sym typeface="Source Sans Pro"/>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SG Group Identity">
  <a:themeElements>
    <a:clrScheme name="SG Group Identity">
      <a:dk1>
        <a:srgbClr val="000000"/>
      </a:dk1>
      <a:lt1>
        <a:srgbClr val="FFFFFF"/>
      </a:lt1>
      <a:dk2>
        <a:srgbClr val="A7A7A7"/>
      </a:dk2>
      <a:lt2>
        <a:srgbClr val="535353"/>
      </a:lt2>
      <a:accent1>
        <a:srgbClr val="610F15"/>
      </a:accent1>
      <a:accent2>
        <a:srgbClr val="581D39"/>
      </a:accent2>
      <a:accent3>
        <a:srgbClr val="303A3C"/>
      </a:accent3>
      <a:accent4>
        <a:srgbClr val="292D3F"/>
      </a:accent4>
      <a:accent5>
        <a:srgbClr val="4D385E"/>
      </a:accent5>
      <a:accent6>
        <a:srgbClr val="EB2D90"/>
      </a:accent6>
      <a:hlink>
        <a:srgbClr val="0000FF"/>
      </a:hlink>
      <a:folHlink>
        <a:srgbClr val="FF00FF"/>
      </a:folHlink>
    </a:clrScheme>
    <a:fontScheme name="SG Group Identity">
      <a:majorFont>
        <a:latin typeface="Calibri"/>
        <a:ea typeface="Calibri"/>
        <a:cs typeface="Calibri"/>
      </a:majorFont>
      <a:minorFont>
        <a:latin typeface="Helvetica"/>
        <a:ea typeface="Helvetica"/>
        <a:cs typeface="Helvetica"/>
      </a:minorFont>
    </a:fontScheme>
    <a:fmtScheme name="SG Group Identity">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10101"/>
            </a:solidFill>
            <a:effectLst/>
            <a:uFillTx/>
            <a:latin typeface="Source Sans Pro"/>
            <a:ea typeface="Source Sans Pro"/>
            <a:cs typeface="Source Sans Pro"/>
            <a:sym typeface="Source Sans Pro"/>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36000" tIns="36000" rIns="36000" bIns="3600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10101"/>
            </a:solidFill>
            <a:effectLst/>
            <a:uFillTx/>
            <a:latin typeface="Source Sans Pro"/>
            <a:ea typeface="Source Sans Pro"/>
            <a:cs typeface="Source Sans Pro"/>
            <a:sym typeface="Source Sans Pro"/>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5032</TotalTime>
  <Words>1009</Words>
  <Application>Microsoft Macintosh PowerPoint</Application>
  <PresentationFormat>Widescreen</PresentationFormat>
  <Paragraphs>200</Paragraphs>
  <Slides>35</Slides>
  <Notes>34</Notes>
  <HiddenSlides>0</HiddenSlides>
  <MMClips>0</MMClips>
  <ScaleCrop>false</ScaleCrop>
  <HeadingPairs>
    <vt:vector size="6" baseType="variant">
      <vt:variant>
        <vt:lpstr>Fonts Used</vt:lpstr>
      </vt:variant>
      <vt:variant>
        <vt:i4>17</vt:i4>
      </vt:variant>
      <vt:variant>
        <vt:lpstr>Theme</vt:lpstr>
      </vt:variant>
      <vt:variant>
        <vt:i4>1</vt:i4>
      </vt:variant>
      <vt:variant>
        <vt:lpstr>Slide Titles</vt:lpstr>
      </vt:variant>
      <vt:variant>
        <vt:i4>35</vt:i4>
      </vt:variant>
    </vt:vector>
  </HeadingPairs>
  <TitlesOfParts>
    <vt:vector size="53" baseType="lpstr">
      <vt:lpstr>Abel</vt:lpstr>
      <vt:lpstr>Agency FB</vt:lpstr>
      <vt:lpstr>Arial</vt:lpstr>
      <vt:lpstr>Bernard MT Condensed</vt:lpstr>
      <vt:lpstr>Calibri</vt:lpstr>
      <vt:lpstr>Calibri Light</vt:lpstr>
      <vt:lpstr>Corbel</vt:lpstr>
      <vt:lpstr>Helvetica Neue</vt:lpstr>
      <vt:lpstr>Helvetica Neue Medium</vt:lpstr>
      <vt:lpstr>HelveticaNeueLT Com 35 Th</vt:lpstr>
      <vt:lpstr>Montserrat Bold</vt:lpstr>
      <vt:lpstr>Montserrat ExtraBold</vt:lpstr>
      <vt:lpstr>Montserrat Medium</vt:lpstr>
      <vt:lpstr>Quicksand Medium</vt:lpstr>
      <vt:lpstr>Source Sans Pro</vt:lpstr>
      <vt:lpstr>Source Sans Pro SemiBold</vt:lpstr>
      <vt:lpstr>Times New Roman</vt:lpstr>
      <vt:lpstr>SG Group Identity</vt:lpstr>
      <vt:lpstr>Conception et implémentation d’une solution de gestion documentaire et de génération standardisée de projets Spring et React : Application conforme aux normes de la SGABs</vt:lpstr>
      <vt:lpstr>PowerPoint Presentation</vt:lpstr>
      <vt:lpstr>PowerPoint Presentation</vt:lpstr>
      <vt:lpstr>Contexte Général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Conduite du projet</vt:lpstr>
      <vt:lpstr>PowerPoint Presentation</vt:lpstr>
      <vt:lpstr>PowerPoint Presentation</vt:lpstr>
      <vt:lpstr>PowerPoint Presentation</vt:lpstr>
      <vt:lpstr>Analyse et conception</vt:lpstr>
      <vt:lpstr>PowerPoint Presentation</vt:lpstr>
      <vt:lpstr>PowerPoint Presentation</vt:lpstr>
      <vt:lpstr>PowerPoint Presentation</vt:lpstr>
      <vt:lpstr>PowerPoint Presentation</vt:lpstr>
      <vt:lpstr>Déroulement détaillé du processus  D’authentification</vt:lpstr>
      <vt:lpstr>PowerPoint Presentation</vt:lpstr>
      <vt:lpstr>PowerPoint Presentation</vt:lpstr>
      <vt:lpstr>PowerPoint Presentation</vt:lpstr>
      <vt:lpstr>Démo Live</vt:lpstr>
      <vt:lpstr>Conclusion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Digitalisation du parcours de demande de crédit à la consommation (Web et Mobile)</dc:title>
  <cp:lastModifiedBy>Ousmane Mbacke</cp:lastModifiedBy>
  <cp:revision>31</cp:revision>
  <dcterms:modified xsi:type="dcterms:W3CDTF">2025-06-25T13:51:17Z</dcterms:modified>
</cp:coreProperties>
</file>